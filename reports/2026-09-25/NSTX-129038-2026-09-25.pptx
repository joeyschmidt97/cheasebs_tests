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e05f2b127b4bee" /><Relationship Type="http://schemas.openxmlformats.org/officeDocument/2006/relationships/extended-properties" Target="/docProps/app.xml" Id="R9f1426bf744e4fbf" /><Relationship Type="http://schemas.openxmlformats.org/officeDocument/2006/relationships/officeDocument" Target="/ppt/presentation.xml" Id="R832c8047e305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d25fe53f04b94"/>
  </p:sldMasterIdLst>
  <p:notesMasterIdLst>
    <p:notesMasterId xmlns:r="http://schemas.openxmlformats.org/officeDocument/2006/relationships" r:id="R76b26644104d40ed"/>
  </p:notesMasterIdLst>
  <p:sldIdLst>
    <p:sldId xmlns:r="http://schemas.openxmlformats.org/officeDocument/2006/relationships" id="256" r:id="R44eb318f2a8f491b"/>
    <p:sldId xmlns:r="http://schemas.openxmlformats.org/officeDocument/2006/relationships" id="257" r:id="R44b8137371af4f42"/>
    <p:sldId xmlns:r="http://schemas.openxmlformats.org/officeDocument/2006/relationships" id="258" r:id="R130bd050f5c64523"/>
    <p:sldId xmlns:r="http://schemas.openxmlformats.org/officeDocument/2006/relationships" id="259" r:id="R3ae6b72afa6b497d"/>
    <p:sldId xmlns:r="http://schemas.openxmlformats.org/officeDocument/2006/relationships" id="260" r:id="R33e9718c2aeb4981"/>
    <p:sldId xmlns:r="http://schemas.openxmlformats.org/officeDocument/2006/relationships" id="261" r:id="Rd68c9b0a106b4f81"/>
    <p:sldId xmlns:r="http://schemas.openxmlformats.org/officeDocument/2006/relationships" id="262" r:id="R4ad1c1ca7b6a4f8f"/>
    <p:sldId xmlns:r="http://schemas.openxmlformats.org/officeDocument/2006/relationships" id="263" r:id="R5af72fca52a040d5"/>
    <p:sldId xmlns:r="http://schemas.openxmlformats.org/officeDocument/2006/relationships" id="264" r:id="R9c9e2996713d495d"/>
    <p:sldId xmlns:r="http://schemas.openxmlformats.org/officeDocument/2006/relationships" id="265" r:id="Reab21b96f6604647"/>
    <p:sldId xmlns:r="http://schemas.openxmlformats.org/officeDocument/2006/relationships" id="266" r:id="Ra0c05a6830134a7e"/>
    <p:sldId xmlns:r="http://schemas.openxmlformats.org/officeDocument/2006/relationships" id="267" r:id="Rf932d74cf0264518"/>
    <p:sldId xmlns:r="http://schemas.openxmlformats.org/officeDocument/2006/relationships" id="268" r:id="Rf51b69cbb99e4e87"/>
    <p:sldId xmlns:r="http://schemas.openxmlformats.org/officeDocument/2006/relationships" id="269" r:id="Rc8d5019c7a12482d"/>
    <p:sldId xmlns:r="http://schemas.openxmlformats.org/officeDocument/2006/relationships" id="270" r:id="R0d943dd789ed4a9b"/>
    <p:sldId xmlns:r="http://schemas.openxmlformats.org/officeDocument/2006/relationships" id="271" r:id="R4ec30f272cc34d0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9372d6e7b49f8" /><Relationship Type="http://schemas.openxmlformats.org/officeDocument/2006/relationships/slideMaster" Target="/ppt/slideMasters/slideMaster1.xml" Id="R57ad25fe53f04b94" /><Relationship Type="http://schemas.openxmlformats.org/officeDocument/2006/relationships/notesMaster" Target="/ppt/notesMasters/notesMaster1.xml" Id="R76b26644104d40ed" /><Relationship Type="http://schemas.openxmlformats.org/officeDocument/2006/relationships/presProps" Target="/ppt/presProps.xml" Id="Rf2caf8b4378f45b1" /><Relationship Type="http://schemas.openxmlformats.org/officeDocument/2006/relationships/tableStyles" Target="/ppt/tableStyles.xml" Id="R3943a32685754c04" /><Relationship Type="http://schemas.openxmlformats.org/officeDocument/2006/relationships/slide" Target="/ppt/slides/slide1.xml" Id="R44eb318f2a8f491b" /><Relationship Type="http://schemas.openxmlformats.org/officeDocument/2006/relationships/slide" Target="/ppt/slides/slide2.xml" Id="R44b8137371af4f42" /><Relationship Type="http://schemas.openxmlformats.org/officeDocument/2006/relationships/slide" Target="/ppt/slides/slide3.xml" Id="R130bd050f5c64523" /><Relationship Type="http://schemas.openxmlformats.org/officeDocument/2006/relationships/slide" Target="/ppt/slides/slide4.xml" Id="R3ae6b72afa6b497d" /><Relationship Type="http://schemas.openxmlformats.org/officeDocument/2006/relationships/slide" Target="/ppt/slides/slide5.xml" Id="R33e9718c2aeb4981" /><Relationship Type="http://schemas.openxmlformats.org/officeDocument/2006/relationships/slide" Target="/ppt/slides/slide6.xml" Id="Rd68c9b0a106b4f81" /><Relationship Type="http://schemas.openxmlformats.org/officeDocument/2006/relationships/slide" Target="/ppt/slides/slide7.xml" Id="R4ad1c1ca7b6a4f8f" /><Relationship Type="http://schemas.openxmlformats.org/officeDocument/2006/relationships/slide" Target="/ppt/slides/slide8.xml" Id="R5af72fca52a040d5" /><Relationship Type="http://schemas.openxmlformats.org/officeDocument/2006/relationships/slide" Target="/ppt/slides/slide9.xml" Id="R9c9e2996713d495d" /><Relationship Type="http://schemas.openxmlformats.org/officeDocument/2006/relationships/slide" Target="/ppt/slides/slide10.xml" Id="Reab21b96f6604647" /><Relationship Type="http://schemas.openxmlformats.org/officeDocument/2006/relationships/slide" Target="/ppt/slides/slide11.xml" Id="Ra0c05a6830134a7e" /><Relationship Type="http://schemas.openxmlformats.org/officeDocument/2006/relationships/slide" Target="/ppt/slides/slide12.xml" Id="Rf932d74cf0264518" /><Relationship Type="http://schemas.openxmlformats.org/officeDocument/2006/relationships/slide" Target="/ppt/slides/slide13.xml" Id="Rf51b69cbb99e4e87" /><Relationship Type="http://schemas.openxmlformats.org/officeDocument/2006/relationships/slide" Target="/ppt/slides/slide14.xml" Id="Rc8d5019c7a12482d" /><Relationship Type="http://schemas.openxmlformats.org/officeDocument/2006/relationships/slide" Target="/ppt/slides/slide15.xml" Id="R0d943dd789ed4a9b" /><Relationship Type="http://schemas.openxmlformats.org/officeDocument/2006/relationships/slide" Target="/ppt/slides/slide16.xml" Id="R4ec30f272cc34d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a7135efd74c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6ee94f454486b" /><Relationship Type="http://schemas.openxmlformats.org/officeDocument/2006/relationships/notesMaster" Target="/ppt/notesMasters/notesMaster1.xml" Id="R4b32d409258c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5dd344aa314794" /><Relationship Type="http://schemas.openxmlformats.org/officeDocument/2006/relationships/notesMaster" Target="/ppt/notesMasters/notesMaster1.xml" Id="Rcd84d579030e45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ad9d0827f4e4a" /><Relationship Type="http://schemas.openxmlformats.org/officeDocument/2006/relationships/notesMaster" Target="/ppt/notesMasters/notesMaster1.xml" Id="R9476fa67313043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c1b0444a4b4e23" /><Relationship Type="http://schemas.openxmlformats.org/officeDocument/2006/relationships/notesMaster" Target="/ppt/notesMasters/notesMaster1.xml" Id="Rf93cbdadaf674a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8f71e888e4810" /><Relationship Type="http://schemas.openxmlformats.org/officeDocument/2006/relationships/notesMaster" Target="/ppt/notesMasters/notesMaster1.xml" Id="Rb0c10b9f95314c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5669de2c7e4cf7" /><Relationship Type="http://schemas.openxmlformats.org/officeDocument/2006/relationships/notesMaster" Target="/ppt/notesMasters/notesMaster1.xml" Id="R73499e5858784f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24674fac844faa" /><Relationship Type="http://schemas.openxmlformats.org/officeDocument/2006/relationships/notesMaster" Target="/ppt/notesMasters/notesMaster1.xml" Id="Rd27599ded77d4d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443f2a5585412e" /><Relationship Type="http://schemas.openxmlformats.org/officeDocument/2006/relationships/notesMaster" Target="/ppt/notesMasters/notesMaster1.xml" Id="R4c92dee5943140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3352472ad4763" /><Relationship Type="http://schemas.openxmlformats.org/officeDocument/2006/relationships/notesMaster" Target="/ppt/notesMasters/notesMaster1.xml" Id="Rbd6a115ac11d4d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1db1a7d214543" /><Relationship Type="http://schemas.openxmlformats.org/officeDocument/2006/relationships/notesMaster" Target="/ppt/notesMasters/notesMaster1.xml" Id="Rdf32f661d3bb48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a6c2d805684340" /><Relationship Type="http://schemas.openxmlformats.org/officeDocument/2006/relationships/notesMaster" Target="/ppt/notesMasters/notesMaster1.xml" Id="R0b082807014141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599094af684844" /><Relationship Type="http://schemas.openxmlformats.org/officeDocument/2006/relationships/notesMaster" Target="/ppt/notesMasters/notesMaster1.xml" Id="Rd161afaa0c6944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4fd8ca09b545d3" /><Relationship Type="http://schemas.openxmlformats.org/officeDocument/2006/relationships/notesMaster" Target="/ppt/notesMasters/notesMaster1.xml" Id="Re9c76037e9654b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02c9fc062f4c0a" /><Relationship Type="http://schemas.openxmlformats.org/officeDocument/2006/relationships/notesMaster" Target="/ppt/notesMasters/notesMaster1.xml" Id="Rbfbba0ad58d84c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bb9a4c80c34469" /><Relationship Type="http://schemas.openxmlformats.org/officeDocument/2006/relationships/notesMaster" Target="/ppt/notesMasters/notesMaster1.xml" Id="R2e70464ef7624c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0369d179d9400a" /><Relationship Type="http://schemas.openxmlformats.org/officeDocument/2006/relationships/notesMaster" Target="/ppt/notesMasters/notesMaster1.xml" Id="R9a7f70f9b0734d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"C:\\Users\\joesc\\git\\cheaseBS_tests\\data\\129015_129038\\pm0.2_ncscal1_warmup0\\129038",</a:t>
            </a:r>
          </a:p>
          <a:p xmlns:a="http://schemas.openxmlformats.org/drawingml/2006/main">
            <a:r>
              <a:t>    "count": 1,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"C:\\Users\\joesc\\git\\cheaseBS_tests\\data\\129015_129038\\pm0.2_ncscal1_warmup0\\129038\\Te_ped_scale_0.800",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0.04778418331046653,</a:t>
            </a:r>
          </a:p>
          <a:p xmlns:a="http://schemas.openxmlformats.org/drawingml/2006/main">
            <a:r>
              <a:t>          "final_amplitude_next": 0.04778418331046653,</a:t>
            </a:r>
          </a:p>
          <a:p xmlns:a="http://schemas.openxmlformats.org/drawingml/2006/main">
            <a:r>
              <a:t>          "final_bootstrap_change_rel": 0.0018856417179420964,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"/pscratch/sd/j/joeschm/cheaseBS_runs/20260925/20260925_07-48-03-129038_Te_ped_scale_0.800/iteration_22/artifacts/EQDSK_COCOS_02_POS_SOURCE_SIGNS.OUT",</a:t>
            </a:r>
          </a:p>
          <a:p xmlns:a="http://schemas.openxmlformats.org/drawingml/2006/main">
            <a:r>
              <a:t>          "final_ip_a": 744695.2633,</a:t>
            </a:r>
          </a:p>
          <a:p xmlns:a="http://schemas.openxmlformats.org/drawingml/2006/main">
            <a:r>
              <a:t>          "final_ip_error_a": 304.76329999999143,</a:t>
            </a:r>
          </a:p>
          <a:p xmlns:a="http://schemas.openxmlformats.org/drawingml/2006/main">
            <a:r>
              <a:t>          "final_ip_error_rel": 0.000409413204494135,</a:t>
            </a:r>
          </a:p>
          <a:p xmlns:a="http://schemas.openxmlformats.org/drawingml/2006/main">
            <a:r>
              <a:t>          "final_iteration": 22,</a:t>
            </a:r>
          </a:p>
          <a:p xmlns:a="http://schemas.openxmlformats.org/drawingml/2006/main">
            <a:r>
              <a:t>          "final_q_change_rel": 0.0026264859902383553,</a:t>
            </a:r>
          </a:p>
          <a:p xmlns:a="http://schemas.openxmlformats.org/drawingml/2006/main">
            <a:r>
              <a:t>          "iterations": 23,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9.87698415321985,</a:t>
            </a:r>
          </a:p>
          <a:p xmlns:a="http://schemas.openxmlformats.org/drawingml/2006/main">
            <a:r>
              <a:t>          "q_report_rel_diff": -0.02844278098402357,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0.6918660317692076,</a:t>
            </a:r>
          </a:p>
          <a:p xmlns:a="http://schemas.openxmlformats.org/drawingml/2006/main">
            <a:r>
              <a:t>            "q": 3.694359838432166,</a:t>
            </a:r>
          </a:p>
          <a:p xmlns:a="http://schemas.openxmlformats.org/drawingml/2006/main">
            <a:r>
              <a:t>            "shear": 2.5650789098830513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0.6640125124240501,</a:t>
            </a:r>
          </a:p>
          <a:p xmlns:a="http://schemas.openxmlformats.org/drawingml/2006/main">
            <a:r>
              <a:t>            "q": 6.741206450332362,</a:t>
            </a:r>
          </a:p>
          <a:p xmlns:a="http://schemas.openxmlformats.org/drawingml/2006/main">
            <a:r>
              <a:t>            "shear": 2.963386397610562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0.658649590749819,</a:t>
            </a:r>
          </a:p>
          <a:p xmlns:a="http://schemas.openxmlformats.org/drawingml/2006/main">
            <a:r>
              <a:t>            "q": 6.952922796763557,</a:t>
            </a:r>
          </a:p>
          <a:p xmlns:a="http://schemas.openxmlformats.org/drawingml/2006/main">
            <a:r>
              <a:t>            "shear": 2.9873991097344335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"n1w0",</a:t>
            </a:r>
          </a:p>
          <a:p xmlns:a="http://schemas.openxmlformats.org/drawingml/2006/main">
            <a:r>
              <a:t>    "n": 1,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"#0072B2",</a:t>
            </a:r>
          </a:p>
          <a:p xmlns:a="http://schemas.openxmlformats.org/drawingml/2006/main">
            <a:r>
              <a:t>    "root": "C:\\Users\\joesc\\git\\cheaseBS_tests\\data\\129015_129038\\pm0.2_ncscal1_warmup0\\129038",</a:t>
            </a:r>
          </a:p>
          <a:p xmlns:a="http://schemas.openxmlformats.org/drawingml/2006/main">
            <a:r>
              <a:t>    "count": 1,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"C:\\Users\\joesc\\git\\cheaseBS_tests\\data\\129015_129038\\pm0.2_ncscal1_warmup0\\129038\\Te_ped_scale_0.800",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0.04778418331046653,</a:t>
            </a:r>
          </a:p>
          <a:p xmlns:a="http://schemas.openxmlformats.org/drawingml/2006/main">
            <a:r>
              <a:t>          "final_amplitude_next": 0.04778418331046653,</a:t>
            </a:r>
          </a:p>
          <a:p xmlns:a="http://schemas.openxmlformats.org/drawingml/2006/main">
            <a:r>
              <a:t>          "final_bootstrap_change_rel": 0.0018856417179420964,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"/pscratch/sd/j/joeschm/cheaseBS_runs/20260925/20260925_07-48-03-129038_Te_ped_scale_0.800/iteration_22/artifacts/EQDSK_COCOS_02_POS_SOURCE_SIGNS.OUT",</a:t>
            </a:r>
          </a:p>
          <a:p xmlns:a="http://schemas.openxmlformats.org/drawingml/2006/main">
            <a:r>
              <a:t>          "final_ip_a": 744695.2633,</a:t>
            </a:r>
          </a:p>
          <a:p xmlns:a="http://schemas.openxmlformats.org/drawingml/2006/main">
            <a:r>
              <a:t>          "final_ip_error_a": 304.76329999999143,</a:t>
            </a:r>
          </a:p>
          <a:p xmlns:a="http://schemas.openxmlformats.org/drawingml/2006/main">
            <a:r>
              <a:t>          "final_ip_error_rel": 0.000409413204494135,</a:t>
            </a:r>
          </a:p>
          <a:p xmlns:a="http://schemas.openxmlformats.org/drawingml/2006/main">
            <a:r>
              <a:t>          "final_iteration": 22,</a:t>
            </a:r>
          </a:p>
          <a:p xmlns:a="http://schemas.openxmlformats.org/drawingml/2006/main">
            <a:r>
              <a:t>          "final_q_change_rel": 0.0026264859902383553,</a:t>
            </a:r>
          </a:p>
          <a:p xmlns:a="http://schemas.openxmlformats.org/drawingml/2006/main">
            <a:r>
              <a:t>          "iterations": 23,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9.87698415321985,</a:t>
            </a:r>
          </a:p>
          <a:p xmlns:a="http://schemas.openxmlformats.org/drawingml/2006/main">
            <a:r>
              <a:t>          "q_report_rel_diff": -0.02844278098402357,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0.6918660317692076,</a:t>
            </a:r>
          </a:p>
          <a:p xmlns:a="http://schemas.openxmlformats.org/drawingml/2006/main">
            <a:r>
              <a:t>            "q": 3.694359838432166,</a:t>
            </a:r>
          </a:p>
          <a:p xmlns:a="http://schemas.openxmlformats.org/drawingml/2006/main">
            <a:r>
              <a:t>            "shear": 2.5650789098830513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0.6640125124240501,</a:t>
            </a:r>
          </a:p>
          <a:p xmlns:a="http://schemas.openxmlformats.org/drawingml/2006/main">
            <a:r>
              <a:t>            "q": 6.741206450332362,</a:t>
            </a:r>
          </a:p>
          <a:p xmlns:a="http://schemas.openxmlformats.org/drawingml/2006/main">
            <a:r>
              <a:t>            "shear": 2.963386397610562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0.658649590749819,</a:t>
            </a:r>
          </a:p>
          <a:p xmlns:a="http://schemas.openxmlformats.org/drawingml/2006/main">
            <a:r>
              <a:t>            "q": 6.952922796763557,</a:t>
            </a:r>
          </a:p>
          <a:p xmlns:a="http://schemas.openxmlformats.org/drawingml/2006/main">
            <a:r>
              <a:t>            "shear": 2.9873991097344335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"mtanh_n1w0"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1.2222253230555213,</a:t>
            </a:r>
          </a:p>
          <a:p xmlns:a="http://schemas.openxmlformats.org/drawingml/2006/main">
            <a:r>
              <a:t>          "final_amplitude_next": 1.2222253230555213,</a:t>
            </a:r>
          </a:p>
          <a:p xmlns:a="http://schemas.openxmlformats.org/drawingml/2006/main">
            <a:r>
              <a:t>          "final_bootstrap_change_rel": 0.008316356484080084,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"/pscratch/sd/j/joeschm/cheaseBS_runs/20260924/20260924_23-57-47-129038_Te_ped_scale_0.800/iteration_04/artifacts/EQDSK_COCOS_02_POS_SOURCE_SIGNS.OUT",</a:t>
            </a:r>
          </a:p>
          <a:p xmlns:a="http://schemas.openxmlformats.org/drawingml/2006/main">
            <a:r>
              <a:t>          "final_ip_a": 745599.274,</a:t>
            </a:r>
          </a:p>
          <a:p xmlns:a="http://schemas.openxmlformats.org/drawingml/2006/main">
            <a:r>
              <a:t>          "final_ip_error_a": 1208.7739999999758,</a:t>
            </a:r>
          </a:p>
          <a:p xmlns:a="http://schemas.openxmlformats.org/drawingml/2006/main">
            <a:r>
              <a:t>          "final_ip_error_rel": 0.0016238439367509067,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0.009424112331501073,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10.055887579092182,</a:t>
            </a:r>
          </a:p>
          <a:p xmlns:a="http://schemas.openxmlformats.org/drawingml/2006/main">
            <a:r>
              <a:t>          "q_report_rel_diff": -0.010844806519693592,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0.8407782502497613,</a:t>
            </a:r>
          </a:p>
          <a:p xmlns:a="http://schemas.openxmlformats.org/drawingml/2006/main">
            <a:r>
              <a:t>            "q": 3.8339422101203215,</a:t>
            </a:r>
          </a:p>
          <a:p xmlns:a="http://schemas.openxmlformats.org/drawingml/2006/main">
            <a:r>
              <a:t>            "shear": 2.4935106337628405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0.821251296072074,</a:t>
            </a:r>
          </a:p>
          <a:p xmlns:a="http://schemas.openxmlformats.org/drawingml/2006/main">
            <a:r>
              <a:t>            "q": 6.855968251759628,</a:t>
            </a:r>
          </a:p>
          <a:p xmlns:a="http://schemas.openxmlformats.org/drawingml/2006/main">
            <a:r>
              <a:t>            "shear": 2.948197346064381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0.815383811204468,</a:t>
            </a:r>
          </a:p>
          <a:p xmlns:a="http://schemas.openxmlformats.org/drawingml/2006/main">
            <a:r>
              <a:t>            "q": 7.0705315414821035,</a:t>
            </a:r>
          </a:p>
          <a:p xmlns:a="http://schemas.openxmlformats.org/drawingml/2006/main">
            <a:r>
              <a:t>            "shear": 2.979607988387093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1.0003623069952592,</a:t>
            </a:r>
          </a:p>
          <a:p xmlns:a="http://schemas.openxmlformats.org/drawingml/2006/main">
            <a:r>
              <a:t>          "final_amplitude_next": 1.0003623069952592,</a:t>
            </a:r>
          </a:p>
          <a:p xmlns:a="http://schemas.openxmlformats.org/drawingml/2006/main">
            <a:r>
              <a:t>          "final_bootstrap_change_rel": 0.00013158588104939892,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"/pscratch/sd/j/joeschm/cheaseBS_runs/20260925/20260925_00-02-20-129038_Te_ped_scale_0.900/iteration_01/artifacts/EQDSK_COCOS_02_POS_SOURCE_SIGNS.OUT",</a:t>
            </a:r>
          </a:p>
          <a:p xmlns:a="http://schemas.openxmlformats.org/drawingml/2006/main">
            <a:r>
              <a:t>          "final_ip_a": 743785.3945,</a:t>
            </a:r>
          </a:p>
          <a:p xmlns:a="http://schemas.openxmlformats.org/drawingml/2006/main">
            <a:r>
              <a:t>          "final_ip_error_a": -605.1054999999469,</a:t>
            </a:r>
          </a:p>
          <a:p xmlns:a="http://schemas.openxmlformats.org/drawingml/2006/main">
            <a:r>
              <a:t>          "final_ip_error_rel": 0.0008128871875715057,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0.00014530056532329182,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10.133772995022294,</a:t>
            </a:r>
          </a:p>
          <a:p xmlns:a="http://schemas.openxmlformats.org/drawingml/2006/main">
            <a:r>
              <a:t>          "q_report_rel_diff": -0.0031835470776305982,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0.9039069440093874,</a:t>
            </a:r>
          </a:p>
          <a:p xmlns:a="http://schemas.openxmlformats.org/drawingml/2006/main">
            <a:r>
              <a:t>            "q": 3.8657713748412954,</a:t>
            </a:r>
          </a:p>
          <a:p xmlns:a="http://schemas.openxmlformats.org/drawingml/2006/main">
            <a:r>
              <a:t>            "shear": 2.5008488958480384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0.8824340450090994,</a:t>
            </a:r>
          </a:p>
          <a:p xmlns:a="http://schemas.openxmlformats.org/drawingml/2006/main">
            <a:r>
              <a:t>            "q": 6.923837308825409,</a:t>
            </a:r>
          </a:p>
          <a:p xmlns:a="http://schemas.openxmlformats.org/drawingml/2006/main">
            <a:r>
              <a:t>            "shear": 2.9244313951099437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0.8771432338645739,</a:t>
            </a:r>
          </a:p>
          <a:p xmlns:a="http://schemas.openxmlformats.org/drawingml/2006/main">
            <a:r>
              <a:t>            "q": 7.138577455241851,</a:t>
            </a:r>
          </a:p>
          <a:p xmlns:a="http://schemas.openxmlformats.org/drawingml/2006/main">
            <a:r>
              <a:t>            "shear": 2.9507788269827153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1.000123407764823,</a:t>
            </a:r>
          </a:p>
          <a:p xmlns:a="http://schemas.openxmlformats.org/drawingml/2006/main">
            <a:r>
              <a:t>          "final_amplitude_next": 1.000123407764823,</a:t>
            </a:r>
          </a:p>
          <a:p xmlns:a="http://schemas.openxmlformats.org/drawingml/2006/main">
            <a:r>
              <a:t>          "final_bootstrap_change_rel": 0.00006004029075138035,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"/pscratch/sd/j/joeschm/cheaseBS_runs/20260925/20260925_00-04-36-129038_Te_ped_scale_0.950/iteration_01/artifacts/EQDSK_COCOS_02_POS_SOURCE_SIGNS.OUT",</a:t>
            </a:r>
          </a:p>
          <a:p xmlns:a="http://schemas.openxmlformats.org/drawingml/2006/main">
            <a:r>
              <a:t>          "final_ip_a": 744174.8109,</a:t>
            </a:r>
          </a:p>
          <a:p xmlns:a="http://schemas.openxmlformats.org/drawingml/2006/main">
            <a:r>
              <a:t>          "final_ip_error_a": -215.68909999995958,</a:t>
            </a:r>
          </a:p>
          <a:p xmlns:a="http://schemas.openxmlformats.org/drawingml/2006/main">
            <a:r>
              <a:t>          "final_ip_error_rel": 0.00028975262311912845,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0.00006998209371694174,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10.150752229963553,</a:t>
            </a:r>
          </a:p>
          <a:p xmlns:a="http://schemas.openxmlformats.org/drawingml/2006/main">
            <a:r>
              <a:t>          "q_report_rel_diff": -0.0015133714425739889,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0.9393295668711379,</a:t>
            </a:r>
          </a:p>
          <a:p xmlns:a="http://schemas.openxmlformats.org/drawingml/2006/main">
            <a:r>
              <a:t>            "q": 3.8575051989621456,</a:t>
            </a:r>
          </a:p>
          <a:p xmlns:a="http://schemas.openxmlformats.org/drawingml/2006/main">
            <a:r>
              <a:t>            "shear": 2.5079016333050776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0.9124448573981638,</a:t>
            </a:r>
          </a:p>
          <a:p xmlns:a="http://schemas.openxmlformats.org/drawingml/2006/main">
            <a:r>
              <a:t>            "q": 6.930440558154679,</a:t>
            </a:r>
          </a:p>
          <a:p xmlns:a="http://schemas.openxmlformats.org/drawingml/2006/main">
            <a:r>
              <a:t>            "shear": 2.938472487181559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0.9070848734395718,</a:t>
            </a:r>
          </a:p>
          <a:p xmlns:a="http://schemas.openxmlformats.org/drawingml/2006/main">
            <a:r>
              <a:t>            "q": 7.146417269563378,</a:t>
            </a:r>
          </a:p>
          <a:p xmlns:a="http://schemas.openxmlformats.org/drawingml/2006/main">
            <a:r>
              <a:t>            "shear": 2.9644495353420393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0.9998855888709814,</a:t>
            </a:r>
          </a:p>
          <a:p xmlns:a="http://schemas.openxmlformats.org/drawingml/2006/main">
            <a:r>
              <a:t>          "final_amplitude_next": 0.9998855888709814,</a:t>
            </a:r>
          </a:p>
          <a:p xmlns:a="http://schemas.openxmlformats.org/drawingml/2006/main">
            <a:r>
              <a:t>          "final_bootstrap_change_rel": 0.000012123809020323628,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"/pscratch/sd/j/joeschm/cheaseBS_runs/20260925/20260925_00-06-50-129038_Te_ped_scale_1.000/iteration_01/artifacts/EQDSK_COCOS_02_POS_SOURCE_SIGNS.OUT",</a:t>
            </a:r>
          </a:p>
          <a:p xmlns:a="http://schemas.openxmlformats.org/drawingml/2006/main">
            <a:r>
              <a:t>          "final_ip_a": 744568.1764,</a:t>
            </a:r>
          </a:p>
          <a:p xmlns:a="http://schemas.openxmlformats.org/drawingml/2006/main">
            <a:r>
              <a:t>          "final_ip_error_a": 177.67639999999665,</a:t>
            </a:r>
          </a:p>
          <a:p xmlns:a="http://schemas.openxmlformats.org/drawingml/2006/main">
            <a:r>
              <a:t>          "final_ip_error_rel": 0.00023868708695234107,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0.000036644492696543154,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10.167956535347916,</a:t>
            </a:r>
          </a:p>
          <a:p xmlns:a="http://schemas.openxmlformats.org/drawingml/2006/main">
            <a:r>
              <a:t>          "q_report_rel_diff": 0.00017894342146110217,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0.9747112431148366,</a:t>
            </a:r>
          </a:p>
          <a:p xmlns:a="http://schemas.openxmlformats.org/drawingml/2006/main">
            <a:r>
              <a:t>            "q": 3.8493173789430553,</a:t>
            </a:r>
          </a:p>
          <a:p xmlns:a="http://schemas.openxmlformats.org/drawingml/2006/main">
            <a:r>
              <a:t>            "shear": 2.514962228536261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0.9422648720183953,</a:t>
            </a:r>
          </a:p>
          <a:p xmlns:a="http://schemas.openxmlformats.org/drawingml/2006/main">
            <a:r>
              <a:t>            "q": 6.937265977711223,</a:t>
            </a:r>
          </a:p>
          <a:p xmlns:a="http://schemas.openxmlformats.org/drawingml/2006/main">
            <a:r>
              <a:t>            "shear": 2.952532176816999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0.9368246683061934,</a:t>
            </a:r>
          </a:p>
          <a:p xmlns:a="http://schemas.openxmlformats.org/drawingml/2006/main">
            <a:r>
              <a:t>            "q": 7.154474251949266,</a:t>
            </a:r>
          </a:p>
          <a:p xmlns:a="http://schemas.openxmlformats.org/drawingml/2006/main">
            <a:r>
              <a:t>            "shear": 2.9780740919918727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0.9996489587673405,</a:t>
            </a:r>
          </a:p>
          <a:p xmlns:a="http://schemas.openxmlformats.org/drawingml/2006/main">
            <a:r>
              <a:t>          "final_amplitude_next": 0.9996489587673405,</a:t>
            </a:r>
          </a:p>
          <a:p xmlns:a="http://schemas.openxmlformats.org/drawingml/2006/main">
            <a:r>
              <a:t>          "final_bootstrap_change_rel": 0.0000828774416004976,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"/pscratch/sd/j/joeschm/cheaseBS_runs/20260925/20260925_00-09-04-129038_Te_ped_scale_1.050/iteration_01/artifacts/EQDSK_COCOS_02_POS_SOURCE_SIGNS.OUT",</a:t>
            </a:r>
          </a:p>
          <a:p xmlns:a="http://schemas.openxmlformats.org/drawingml/2006/main">
            <a:r>
              <a:t>          "final_ip_a": 744979.3496,</a:t>
            </a:r>
          </a:p>
          <a:p xmlns:a="http://schemas.openxmlformats.org/drawingml/2006/main">
            <a:r>
              <a:t>          "final_ip_error_a": 588.8495999999577,</a:t>
            </a:r>
          </a:p>
          <a:p xmlns:a="http://schemas.openxmlformats.org/drawingml/2006/main">
            <a:r>
              <a:t>          "final_ip_error_rel": 0.0007910493215589905,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0.00013033944898419982,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10.185435435207657,</a:t>
            </a:r>
          </a:p>
          <a:p xmlns:a="http://schemas.openxmlformats.org/drawingml/2006/main">
            <a:r>
              <a:t>          "q_report_rel_diff": 0.0018982689843813165,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1.0100514361428943,</a:t>
            </a:r>
          </a:p>
          <a:p xmlns:a="http://schemas.openxmlformats.org/drawingml/2006/main">
            <a:r>
              <a:t>            "q": 3.8412100982773567,</a:t>
            </a:r>
          </a:p>
          <a:p xmlns:a="http://schemas.openxmlformats.org/drawingml/2006/main">
            <a:r>
              <a:t>            "shear": 2.5220351708045103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0.9718981738462628,</a:t>
            </a:r>
          </a:p>
          <a:p xmlns:a="http://schemas.openxmlformats.org/drawingml/2006/main">
            <a:r>
              <a:t>            "q": 6.944340449973212,</a:t>
            </a:r>
          </a:p>
          <a:p xmlns:a="http://schemas.openxmlformats.org/drawingml/2006/main">
            <a:r>
              <a:t>            "shear": 2.9666863533990497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0.9663708885550878,</a:t>
            </a:r>
          </a:p>
          <a:p xmlns:a="http://schemas.openxmlformats.org/drawingml/2006/main">
            <a:r>
              <a:t>            "q": 7.162793052857686,</a:t>
            </a:r>
          </a:p>
          <a:p xmlns:a="http://schemas.openxmlformats.org/drawingml/2006/main">
            <a:r>
              <a:t>            "shear": 2.991680963726408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0.9994135081002283,</a:t>
            </a:r>
          </a:p>
          <a:p xmlns:a="http://schemas.openxmlformats.org/drawingml/2006/main">
            <a:r>
              <a:t>          "final_amplitude_next": 0.9994135081002283,</a:t>
            </a:r>
          </a:p>
          <a:p xmlns:a="http://schemas.openxmlformats.org/drawingml/2006/main">
            <a:r>
              <a:t>          "final_bootstrap_change_rel": 0.00018568561801536962,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"/pscratch/sd/j/joeschm/cheaseBS_runs/20260925/20260925_00-11-20-129038_Te_ped_scale_1.100/iteration_01/artifacts/EQDSK_COCOS_02_POS_SOURCE_SIGNS.OUT",</a:t>
            </a:r>
          </a:p>
          <a:p xmlns:a="http://schemas.openxmlformats.org/drawingml/2006/main">
            <a:r>
              <a:t>          "final_ip_a": 744505.2313,</a:t>
            </a:r>
          </a:p>
          <a:p xmlns:a="http://schemas.openxmlformats.org/drawingml/2006/main">
            <a:r>
              <a:t>          "final_ip_error_a": 114.73129999998491,</a:t>
            </a:r>
          </a:p>
          <a:p xmlns:a="http://schemas.openxmlformats.org/drawingml/2006/main">
            <a:r>
              <a:t>          "final_ip_error_rel": 0.0001541278401591435,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0.0011454040306243007,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10.201943626388557,</a:t>
            </a:r>
          </a:p>
          <a:p xmlns:a="http://schemas.openxmlformats.org/drawingml/2006/main">
            <a:r>
              <a:t>          "q_report_rel_diff": 0.0035221100340271385,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1.0451921940469715,</a:t>
            </a:r>
          </a:p>
          <a:p xmlns:a="http://schemas.openxmlformats.org/drawingml/2006/main">
            <a:r>
              <a:t>            "q": 3.8330120383003994,</a:t>
            </a:r>
          </a:p>
          <a:p xmlns:a="http://schemas.openxmlformats.org/drawingml/2006/main">
            <a:r>
              <a:t>            "shear": 2.5286620878964747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1.0003592181668968,</a:t>
            </a:r>
          </a:p>
          <a:p xmlns:a="http://schemas.openxmlformats.org/drawingml/2006/main">
            <a:r>
              <a:t>            "q": 6.950629134524602,</a:t>
            </a:r>
          </a:p>
          <a:p xmlns:a="http://schemas.openxmlformats.org/drawingml/2006/main">
            <a:r>
              <a:t>            "shear": 2.98017083423592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0.9946273136267879,</a:t>
            </a:r>
          </a:p>
          <a:p xmlns:a="http://schemas.openxmlformats.org/drawingml/2006/main">
            <a:r>
              <a:t>            "q": 7.170244831314036,</a:t>
            </a:r>
          </a:p>
          <a:p xmlns:a="http://schemas.openxmlformats.org/drawingml/2006/main">
            <a:r>
              <a:t>            "shear": 3.0045509998759448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0.9989458933720352,</a:t>
            </a:r>
          </a:p>
          <a:p xmlns:a="http://schemas.openxmlformats.org/drawingml/2006/main">
            <a:r>
              <a:t>          "final_amplitude_next": 0.9989458933720352,</a:t>
            </a:r>
          </a:p>
          <a:p xmlns:a="http://schemas.openxmlformats.org/drawingml/2006/main">
            <a:r>
              <a:t>          "final_bootstrap_change_rel": 0.0005900556853689256,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"/pscratch/sd/j/joeschm/cheaseBS_runs/20260925/20260925_00-13-36-129038_Te_ped_scale_1.200/iteration_01/artifacts/EQDSK_COCOS_02_POS_SOURCE_SIGNS.OUT",</a:t>
            </a:r>
          </a:p>
          <a:p xmlns:a="http://schemas.openxmlformats.org/drawingml/2006/main">
            <a:r>
              <a:t>          "final_ip_a": 743091.9743,</a:t>
            </a:r>
          </a:p>
          <a:p xmlns:a="http://schemas.openxmlformats.org/drawingml/2006/main">
            <a:r>
              <a:t>          "final_ip_error_a": -1298.5256999999983,</a:t>
            </a:r>
          </a:p>
          <a:p xmlns:a="http://schemas.openxmlformats.org/drawingml/2006/main">
            <a:r>
              <a:t>          "final_ip_error_rel": 0.001744414658703998,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0.004029436857074604,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10.283661255303882,</a:t>
            </a:r>
          </a:p>
          <a:p xmlns:a="http://schemas.openxmlformats.org/drawingml/2006/main">
            <a:r>
              <a:t>          "q_report_rel_diff": 0.011560328083376786,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1.113935982201333,</a:t>
            </a:r>
          </a:p>
          <a:p xmlns:a="http://schemas.openxmlformats.org/drawingml/2006/main">
            <a:r>
              <a:t>            "q": 3.8160726942996126,</a:t>
            </a:r>
          </a:p>
          <a:p xmlns:a="http://schemas.openxmlformats.org/drawingml/2006/main">
            <a:r>
              <a:t>            "shear": 2.538348140297327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1.0498121364173465,</a:t>
            </a:r>
          </a:p>
          <a:p xmlns:a="http://schemas.openxmlformats.org/drawingml/2006/main">
            <a:r>
              <a:t>            "q": 7.010868250889099,</a:t>
            </a:r>
          </a:p>
          <a:p xmlns:a="http://schemas.openxmlformats.org/drawingml/2006/main">
            <a:r>
              <a:t>            "shear": 3.054035662530465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1.0435390357520928,</a:t>
            </a:r>
          </a:p>
          <a:p xmlns:a="http://schemas.openxmlformats.org/drawingml/2006/main">
            <a:r>
              <a:t>            "q": 7.234451474132158,</a:t>
            </a:r>
          </a:p>
          <a:p xmlns:a="http://schemas.openxmlformats.org/drawingml/2006/main">
            <a:r>
              <a:t>            "shear": 3.002765702824071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1.0139066872857345,</a:t>
            </a:r>
          </a:p>
          <a:p xmlns:a="http://schemas.openxmlformats.org/drawingml/2006/main">
            <a:r>
              <a:t>          "final_amplitude_next": 1.0139066872857345,</a:t>
            </a:r>
          </a:p>
          <a:p xmlns:a="http://schemas.openxmlformats.org/drawingml/2006/main">
            <a:r>
              <a:t>          "final_bootstrap_change_rel": 0.0008455077173392531,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"/pscratch/sd/j/joeschm/cheaseBS_runs/20260925/20260925_00-15-50-129038_ne_ped_scale_0.800/iteration_02/artifacts/EQDSK_COCOS_02_POS_SOURCE_SIGNS.OUT",</a:t>
            </a:r>
          </a:p>
          <a:p xmlns:a="http://schemas.openxmlformats.org/drawingml/2006/main">
            <a:r>
              <a:t>          "final_ip_a": 743326.9214,</a:t>
            </a:r>
          </a:p>
          <a:p xmlns:a="http://schemas.openxmlformats.org/drawingml/2006/main">
            <a:r>
              <a:t>          "final_ip_error_a": -1063.578600000008,</a:t>
            </a:r>
          </a:p>
          <a:p xmlns:a="http://schemas.openxmlformats.org/drawingml/2006/main">
            <a:r>
              <a:t>          "final_ip_error_rel": 0.0014287912056911098,</a:t>
            </a:r>
          </a:p>
          <a:p xmlns:a="http://schemas.openxmlformats.org/drawingml/2006/main">
            <a:r>
              <a:t>          "final_iteration": 2,</a:t>
            </a:r>
          </a:p>
          <a:p xmlns:a="http://schemas.openxmlformats.org/drawingml/2006/main">
            <a:r>
              <a:t>          "final_q_change_rel": 0.0009557829451732461,</a:t>
            </a:r>
          </a:p>
          <a:p xmlns:a="http://schemas.openxmlformats.org/drawingml/2006/main">
            <a:r>
              <a:t>          "iterations": 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10.07449201403397,</a:t>
            </a:r>
          </a:p>
          <a:p xmlns:a="http://schemas.openxmlformats.org/drawingml/2006/main">
            <a:r>
              <a:t>          "q_report_rel_diff": -0.009014766824073133,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0.7932146326964227,</a:t>
            </a:r>
          </a:p>
          <a:p xmlns:a="http://schemas.openxmlformats.org/drawingml/2006/main">
            <a:r>
              <a:t>            "q": 3.8880841024031967,</a:t>
            </a:r>
          </a:p>
          <a:p xmlns:a="http://schemas.openxmlformats.org/drawingml/2006/main">
            <a:r>
              <a:t>            "shear": 2.4817139840178215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0.7848848659791321,</a:t>
            </a:r>
          </a:p>
          <a:p xmlns:a="http://schemas.openxmlformats.org/drawingml/2006/main">
            <a:r>
              <a:t>            "q": 6.902072302327474,</a:t>
            </a:r>
          </a:p>
          <a:p xmlns:a="http://schemas.openxmlformats.org/drawingml/2006/main">
            <a:r>
              <a:t>            "shear": 2.873462353715463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0.7815186272509127,</a:t>
            </a:r>
          </a:p>
          <a:p xmlns:a="http://schemas.openxmlformats.org/drawingml/2006/main">
            <a:r>
              <a:t>            "q": 7.1123087028624665,</a:t>
            </a:r>
          </a:p>
          <a:p xmlns:a="http://schemas.openxmlformats.org/drawingml/2006/main">
            <a:r>
              <a:t>            "shear": 2.9008238823379737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1.0004445356833793,</a:t>
            </a:r>
          </a:p>
          <a:p xmlns:a="http://schemas.openxmlformats.org/drawingml/2006/main">
            <a:r>
              <a:t>          "final_amplitude_next": 1.0004445356833793,</a:t>
            </a:r>
          </a:p>
          <a:p xmlns:a="http://schemas.openxmlformats.org/drawingml/2006/main">
            <a:r>
              <a:t>          "final_bootstrap_change_rel": 0.00011511226933670404,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"/pscratch/sd/j/joeschm/cheaseBS_runs/20260925/20260925_00-18-51-129038_ne_ped_scale_0.900/iteration_01/artifacts/EQDSK_COCOS_02_POS_SOURCE_SIGNS.OUT",</a:t>
            </a:r>
          </a:p>
          <a:p xmlns:a="http://schemas.openxmlformats.org/drawingml/2006/main">
            <a:r>
              <a:t>          "final_ip_a": 743780.3881,</a:t>
            </a:r>
          </a:p>
          <a:p xmlns:a="http://schemas.openxmlformats.org/drawingml/2006/main">
            <a:r>
              <a:t>          "final_ip_error_a": -610.1119000000181,</a:t>
            </a:r>
          </a:p>
          <a:p xmlns:a="http://schemas.openxmlformats.org/drawingml/2006/main">
            <a:r>
              <a:t>          "final_ip_error_rel": 0.0008196126898449376,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0.00017371383218757236,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10.122929533789032,</a:t>
            </a:r>
          </a:p>
          <a:p xmlns:a="http://schemas.openxmlformats.org/drawingml/2006/main">
            <a:r>
              <a:t>          "q_report_rel_diff": -0.004250172565417962,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0.882412573637396,</a:t>
            </a:r>
          </a:p>
          <a:p xmlns:a="http://schemas.openxmlformats.org/drawingml/2006/main">
            <a:r>
              <a:t>            "q": 3.8708362093373214,</a:t>
            </a:r>
          </a:p>
          <a:p xmlns:a="http://schemas.openxmlformats.org/drawingml/2006/main">
            <a:r>
              <a:t>            "shear": 2.5019145732686296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0.8651482073139447,</a:t>
            </a:r>
          </a:p>
          <a:p xmlns:a="http://schemas.openxmlformats.org/drawingml/2006/main">
            <a:r>
              <a:t>            "q": 6.9203635866053785,</a:t>
            </a:r>
          </a:p>
          <a:p xmlns:a="http://schemas.openxmlformats.org/drawingml/2006/main">
            <a:r>
              <a:t>            "shear": 2.9099054508900624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0.8615256482071836,</a:t>
            </a:r>
          </a:p>
          <a:p xmlns:a="http://schemas.openxmlformats.org/drawingml/2006/main">
            <a:r>
              <a:t>            "q": 7.133924460178039,</a:t>
            </a:r>
          </a:p>
          <a:p xmlns:a="http://schemas.openxmlformats.org/drawingml/2006/main">
            <a:r>
              <a:t>            "shear": 2.937030689082597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1.0001225886384613,</a:t>
            </a:r>
          </a:p>
          <a:p xmlns:a="http://schemas.openxmlformats.org/drawingml/2006/main">
            <a:r>
              <a:t>          "final_amplitude_next": 1.0001225886384613,</a:t>
            </a:r>
          </a:p>
          <a:p xmlns:a="http://schemas.openxmlformats.org/drawingml/2006/main">
            <a:r>
              <a:t>          "final_bootstrap_change_rel": 0.00002464553644976995,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"/pscratch/sd/j/joeschm/cheaseBS_runs/20260925/20260925_00-21-05-129038_ne_ped_scale_0.950/iteration_01/artifacts/EQDSK_COCOS_02_POS_SOURCE_SIGNS.OUT",</a:t>
            </a:r>
          </a:p>
          <a:p xmlns:a="http://schemas.openxmlformats.org/drawingml/2006/main">
            <a:r>
              <a:t>          "final_ip_a": 744250.2743,</a:t>
            </a:r>
          </a:p>
          <a:p xmlns:a="http://schemas.openxmlformats.org/drawingml/2006/main">
            <a:r>
              <a:t>          "final_ip_error_a": -140.22569999995176,</a:t>
            </a:r>
          </a:p>
          <a:p xmlns:a="http://schemas.openxmlformats.org/drawingml/2006/main">
            <a:r>
              <a:t>          "final_ip_error_rel": 0.0001883765308664629,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0.00009307258635601651,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10.144264511918932,</a:t>
            </a:r>
          </a:p>
          <a:p xmlns:a="http://schemas.openxmlformats.org/drawingml/2006/main">
            <a:r>
              <a:t>          "q_report_rel_diff": -0.002151540867917953,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0.9272124595031678,</a:t>
            </a:r>
          </a:p>
          <a:p xmlns:a="http://schemas.openxmlformats.org/drawingml/2006/main">
            <a:r>
              <a:t>            "q": 3.8600854641556457,</a:t>
            </a:r>
          </a:p>
          <a:p xmlns:a="http://schemas.openxmlformats.org/drawingml/2006/main">
            <a:r>
              <a:t>            "shear": 2.510511892221124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0.905039310678256,</a:t>
            </a:r>
          </a:p>
          <a:p xmlns:a="http://schemas.openxmlformats.org/drawingml/2006/main">
            <a:r>
              <a:t>            "q": 6.927489113316823,</a:t>
            </a:r>
          </a:p>
          <a:p xmlns:a="http://schemas.openxmlformats.org/drawingml/2006/main">
            <a:r>
              <a:t>            "shear": 2.9272005811191573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0.9013097909065588,</a:t>
            </a:r>
          </a:p>
          <a:p xmlns:a="http://schemas.openxmlformats.org/drawingml/2006/main">
            <a:r>
              <a:t>            "q": 7.142580984971397,</a:t>
            </a:r>
          </a:p>
          <a:p xmlns:a="http://schemas.openxmlformats.org/drawingml/2006/main">
            <a:r>
              <a:t>            "shear": 2.9543752459144925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0.9998032283686016,</a:t>
            </a:r>
          </a:p>
          <a:p xmlns:a="http://schemas.openxmlformats.org/drawingml/2006/main">
            <a:r>
              <a:t>          "final_amplitude_next": 0.9998032283686016,</a:t>
            </a:r>
          </a:p>
          <a:p xmlns:a="http://schemas.openxmlformats.org/drawingml/2006/main">
            <a:r>
              <a:t>          "final_bootstrap_change_rel": 0.00012428931888472258,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"/pscratch/sd/j/joeschm/cheaseBS_runs/20260925/20260925_00-23-20-129038_ne_ped_scale_1.000/iteration_01/artifacts/EQDSK_COCOS_02_POS_SOURCE_SIGNS.OUT",</a:t>
            </a:r>
          </a:p>
          <a:p xmlns:a="http://schemas.openxmlformats.org/drawingml/2006/main">
            <a:r>
              <a:t>          "final_ip_a": 744744.2194,</a:t>
            </a:r>
          </a:p>
          <a:p xmlns:a="http://schemas.openxmlformats.org/drawingml/2006/main">
            <a:r>
              <a:t>          "final_ip_error_a": 353.71939999994356,</a:t>
            </a:r>
          </a:p>
          <a:p xmlns:a="http://schemas.openxmlformats.org/drawingml/2006/main">
            <a:r>
              <a:t>          "final_ip_error_rel": 0.00047517989549832187,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0.00012849293796976966,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10.165941134991627,</a:t>
            </a:r>
          </a:p>
          <a:p xmlns:a="http://schemas.openxmlformats.org/drawingml/2006/main">
            <a:r>
              <a:t>          "q_report_rel_diff": -0.00001930300021826243,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0.9720219374726613,</a:t>
            </a:r>
          </a:p>
          <a:p xmlns:a="http://schemas.openxmlformats.org/drawingml/2006/main">
            <a:r>
              <a:t>            "q": 3.8490684812995735,</a:t>
            </a:r>
          </a:p>
          <a:p xmlns:a="http://schemas.openxmlformats.org/drawingml/2006/main">
            <a:r>
              <a:t>            "shear": 2.5219016197116546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0.9445943098295232,</a:t>
            </a:r>
          </a:p>
          <a:p xmlns:a="http://schemas.openxmlformats.org/drawingml/2006/main">
            <a:r>
              <a:t>            "q": 6.935095968911198,</a:t>
            </a:r>
          </a:p>
          <a:p xmlns:a="http://schemas.openxmlformats.org/drawingml/2006/main">
            <a:r>
              <a:t>            "shear": 2.9460353070612086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0.9406805866431459,</a:t>
            </a:r>
          </a:p>
          <a:p xmlns:a="http://schemas.openxmlformats.org/drawingml/2006/main">
            <a:r>
              <a:t>            "q": 7.151803155516255,</a:t>
            </a:r>
          </a:p>
          <a:p xmlns:a="http://schemas.openxmlformats.org/drawingml/2006/main">
            <a:r>
              <a:t>            "shear": 2.97294126124083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0.9994863323423459,</a:t>
            </a:r>
          </a:p>
          <a:p xmlns:a="http://schemas.openxmlformats.org/drawingml/2006/main">
            <a:r>
              <a:t>          "final_amplitude_next": 0.9994863323423459,</a:t>
            </a:r>
          </a:p>
          <a:p xmlns:a="http://schemas.openxmlformats.org/drawingml/2006/main">
            <a:r>
              <a:t>          "final_bootstrap_change_rel": 0.00023547133797126454,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"/pscratch/sd/j/joeschm/cheaseBS_runs/20260925/20260925_00-25-37-129038_ne_ped_scale_1.050/iteration_01/artifacts/EQDSK_COCOS_02_POS_SOURCE_SIGNS.OUT",</a:t>
            </a:r>
          </a:p>
          <a:p xmlns:a="http://schemas.openxmlformats.org/drawingml/2006/main">
            <a:r>
              <a:t>          "final_ip_a": 744878.5483,</a:t>
            </a:r>
          </a:p>
          <a:p xmlns:a="http://schemas.openxmlformats.org/drawingml/2006/main">
            <a:r>
              <a:t>          "final_ip_error_a": 488.048300000024,</a:t>
            </a:r>
          </a:p>
          <a:p xmlns:a="http://schemas.openxmlformats.org/drawingml/2006/main">
            <a:r>
              <a:t>          "final_ip_error_rel": 0.0006556347777141487,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0.0004897820153755304,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10.186654981363386,</a:t>
            </a:r>
          </a:p>
          <a:p xmlns:a="http://schemas.openxmlformats.org/drawingml/2006/main">
            <a:r>
              <a:t>          "q_report_rel_diff": 0.0020182305893754696,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1.0167649817584583,</a:t>
            </a:r>
          </a:p>
          <a:p xmlns:a="http://schemas.openxmlformats.org/drawingml/2006/main">
            <a:r>
              <a:t>            "q": 3.838047284050614,</a:t>
            </a:r>
          </a:p>
          <a:p xmlns:a="http://schemas.openxmlformats.org/drawingml/2006/main">
            <a:r>
              <a:t>            "shear": 2.53325660582264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0.9838246961178881,</a:t>
            </a:r>
          </a:p>
          <a:p xmlns:a="http://schemas.openxmlformats.org/drawingml/2006/main">
            <a:r>
              <a:t>            "q": 6.942672887556386,</a:t>
            </a:r>
          </a:p>
          <a:p xmlns:a="http://schemas.openxmlformats.org/drawingml/2006/main">
            <a:r>
              <a:t>            "shear": 2.9647028199638763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0.9797044606789626,</a:t>
            </a:r>
          </a:p>
          <a:p xmlns:a="http://schemas.openxmlformats.org/drawingml/2006/main">
            <a:r>
              <a:t>            "q": 7.160981095161132,</a:t>
            </a:r>
          </a:p>
          <a:p xmlns:a="http://schemas.openxmlformats.org/drawingml/2006/main">
            <a:r>
              <a:t>            "shear": 2.991232587918309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0.9991718675947153,</a:t>
            </a:r>
          </a:p>
          <a:p xmlns:a="http://schemas.openxmlformats.org/drawingml/2006/main">
            <a:r>
              <a:t>          "final_amplitude_next": 0.9991718675947153,</a:t>
            </a:r>
          </a:p>
          <a:p xmlns:a="http://schemas.openxmlformats.org/drawingml/2006/main">
            <a:r>
              <a:t>          "final_bootstrap_change_rel": 0.00035024602707813674,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"/pscratch/sd/j/joeschm/cheaseBS_runs/20260925/20260925_00-27-52-129038_ne_ped_scale_1.100/iteration_01/artifacts/EQDSK_COCOS_02_POS_SOURCE_SIGNS.OUT",</a:t>
            </a:r>
          </a:p>
          <a:p xmlns:a="http://schemas.openxmlformats.org/drawingml/2006/main">
            <a:r>
              <a:t>          "final_ip_a": 745613.126,</a:t>
            </a:r>
          </a:p>
          <a:p xmlns:a="http://schemas.openxmlformats.org/drawingml/2006/main">
            <a:r>
              <a:t>          "final_ip_error_a": 1222.6260000000475,</a:t>
            </a:r>
          </a:p>
          <a:p xmlns:a="http://schemas.openxmlformats.org/drawingml/2006/main">
            <a:r>
              <a:t>          "final_ip_error_rel": 0.0016424524493529236,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0.00047797400127196624,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10.201701197495444,</a:t>
            </a:r>
          </a:p>
          <a:p xmlns:a="http://schemas.openxmlformats.org/drawingml/2006/main">
            <a:r>
              <a:t>          "q_report_rel_diff": 0.00349826332762888,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1.0614426183931158,</a:t>
            </a:r>
          </a:p>
          <a:p xmlns:a="http://schemas.openxmlformats.org/drawingml/2006/main">
            <a:r>
              <a:t>            "q": 3.8274464916436903,</a:t>
            </a:r>
          </a:p>
          <a:p xmlns:a="http://schemas.openxmlformats.org/drawingml/2006/main">
            <a:r>
              <a:t>            "shear": 2.544713689212875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1.0228394665484886,</a:t>
            </a:r>
          </a:p>
          <a:p xmlns:a="http://schemas.openxmlformats.org/drawingml/2006/main">
            <a:r>
              <a:t>            "q": 6.9514513475483675,</a:t>
            </a:r>
          </a:p>
          <a:p xmlns:a="http://schemas.openxmlformats.org/drawingml/2006/main">
            <a:r>
              <a:t>            "shear": 2.983610877304957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1.0185130763394927,</a:t>
            </a:r>
          </a:p>
          <a:p xmlns:a="http://schemas.openxmlformats.org/drawingml/2006/main">
            <a:r>
              <a:t>            "q": 7.171413791154879,</a:t>
            </a:r>
          </a:p>
          <a:p xmlns:a="http://schemas.openxmlformats.org/drawingml/2006/main">
            <a:r>
              <a:t>            "shear": 3.0096266791848976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0.9909504484257692,</a:t>
            </a:r>
          </a:p>
          <a:p xmlns:a="http://schemas.openxmlformats.org/drawingml/2006/main">
            <a:r>
              <a:t>          "final_amplitude_next": 0.9909504484257692,</a:t>
            </a:r>
          </a:p>
          <a:p xmlns:a="http://schemas.openxmlformats.org/drawingml/2006/main">
            <a:r>
              <a:t>          "final_bootstrap_change_rel": 0.0009776857363595604,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"/pscratch/sd/j/joeschm/cheaseBS_runs/20260925/20260925_00-30-09-129038_ne_ped_scale_1.200/iteration_02/artifacts/EQDSK_COCOS_02_POS_SOURCE_SIGNS.OUT",</a:t>
            </a:r>
          </a:p>
          <a:p xmlns:a="http://schemas.openxmlformats.org/drawingml/2006/main">
            <a:r>
              <a:t>          "final_ip_a": 745863.0657,</a:t>
            </a:r>
          </a:p>
          <a:p xmlns:a="http://schemas.openxmlformats.org/drawingml/2006/main">
            <a:r>
              <a:t>          "final_ip_error_a": 1472.5657000000356,</a:t>
            </a:r>
          </a:p>
          <a:p xmlns:a="http://schemas.openxmlformats.org/drawingml/2006/main">
            <a:r>
              <a:t>          "final_ip_error_rel": 0.0019782166752531577,</a:t>
            </a:r>
          </a:p>
          <a:p xmlns:a="http://schemas.openxmlformats.org/drawingml/2006/main">
            <a:r>
              <a:t>          "final_iteration": 2,</a:t>
            </a:r>
          </a:p>
          <a:p xmlns:a="http://schemas.openxmlformats.org/drawingml/2006/main">
            <a:r>
              <a:t>          "final_q_change_rel": 0.0008773783828068643,</a:t>
            </a:r>
          </a:p>
          <a:p xmlns:a="http://schemas.openxmlformats.org/drawingml/2006/main">
            <a:r>
              <a:t>          "iterations": 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10.263367304582102,</a:t>
            </a:r>
          </a:p>
          <a:p xmlns:a="http://schemas.openxmlformats.org/drawingml/2006/main">
            <a:r>
              <a:t>          "q_report_rel_diff": 0.009564097855582859,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1.1496894683728862,</a:t>
            </a:r>
          </a:p>
          <a:p xmlns:a="http://schemas.openxmlformats.org/drawingml/2006/main">
            <a:r>
              <a:t>            "q": 3.808866371653833,</a:t>
            </a:r>
          </a:p>
          <a:p xmlns:a="http://schemas.openxmlformats.org/drawingml/2006/main">
            <a:r>
              <a:t>            "shear": 2.5637002152226347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1.0991457433537242,</a:t>
            </a:r>
          </a:p>
          <a:p xmlns:a="http://schemas.openxmlformats.org/drawingml/2006/main">
            <a:r>
              <a:t>            "q": 6.971509983879068,</a:t>
            </a:r>
          </a:p>
          <a:p xmlns:a="http://schemas.openxmlformats.org/drawingml/2006/main">
            <a:r>
              <a:t>            "shear": 3.018942674362731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1.0943119110147719,</a:t>
            </a:r>
          </a:p>
          <a:p xmlns:a="http://schemas.openxmlformats.org/drawingml/2006/main">
            <a:r>
              <a:t>            "q": 7.194840517788935,</a:t>
            </a:r>
          </a:p>
          <a:p xmlns:a="http://schemas.openxmlformats.org/drawingml/2006/main">
            <a:r>
              <a:t>            "shear": 3.0468394327192057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"C:\\Users\\joesc\\git\\cheaseBS_tests\\data\\129015_129038\\pm0.2_ncscal4_warmup0\\129038\\Te_ped_scale_0.800",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1.2222253230555213,</a:t>
            </a:r>
          </a:p>
          <a:p xmlns:a="http://schemas.openxmlformats.org/drawingml/2006/main">
            <a:r>
              <a:t>          "final_amplitude_next": 1.2222253230555213,</a:t>
            </a:r>
          </a:p>
          <a:p xmlns:a="http://schemas.openxmlformats.org/drawingml/2006/main">
            <a:r>
              <a:t>          "final_bootstrap_change_rel": 0.008316356484080084,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"/pscratch/sd/j/joeschm/cheaseBS_runs/20260924/20260924_23-57-47-129038_Te_ped_scale_0.800/iteration_04/artifacts/EQDSK_COCOS_02_POS_SOURCE_SIGNS.OUT",</a:t>
            </a:r>
          </a:p>
          <a:p xmlns:a="http://schemas.openxmlformats.org/drawingml/2006/main">
            <a:r>
              <a:t>          "final_ip_a": 745599.274,</a:t>
            </a:r>
          </a:p>
          <a:p xmlns:a="http://schemas.openxmlformats.org/drawingml/2006/main">
            <a:r>
              <a:t>          "final_ip_error_a": 1208.7739999999758,</a:t>
            </a:r>
          </a:p>
          <a:p xmlns:a="http://schemas.openxmlformats.org/drawingml/2006/main">
            <a:r>
              <a:t>          "final_ip_error_rel": 0.0016238439367509067,</a:t>
            </a:r>
          </a:p>
          <a:p xmlns:a="http://schemas.openxmlformats.org/drawingml/2006/main">
            <a:r>
              <a:t>          "final_iteration": 4,</a:t>
            </a:r>
          </a:p>
          <a:p xmlns:a="http://schemas.openxmlformats.org/drawingml/2006/main">
            <a:r>
              <a:t>          "final_q_change_rel": 0.009424112331501073,</a:t>
            </a:r>
          </a:p>
          <a:p xmlns:a="http://schemas.openxmlformats.org/drawingml/2006/main">
            <a:r>
              <a:t>          "iterations": 5,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10.055887579092182,</a:t>
            </a:r>
          </a:p>
          <a:p xmlns:a="http://schemas.openxmlformats.org/drawingml/2006/main">
            <a:r>
              <a:t>          "q_report_rel_diff": -0.010844806519693592,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0.8407782502497613,</a:t>
            </a:r>
          </a:p>
          <a:p xmlns:a="http://schemas.openxmlformats.org/drawingml/2006/main">
            <a:r>
              <a:t>            "q": 3.8339422101203215,</a:t>
            </a:r>
          </a:p>
          <a:p xmlns:a="http://schemas.openxmlformats.org/drawingml/2006/main">
            <a:r>
              <a:t>            "shear": 2.4935106337628405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0.821251296072074,</a:t>
            </a:r>
          </a:p>
          <a:p xmlns:a="http://schemas.openxmlformats.org/drawingml/2006/main">
            <a:r>
              <a:t>            "q": 6.855968251759628,</a:t>
            </a:r>
          </a:p>
          <a:p xmlns:a="http://schemas.openxmlformats.org/drawingml/2006/main">
            <a:r>
              <a:t>            "shear": 2.948197346064381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0.815383811204468,</a:t>
            </a:r>
          </a:p>
          <a:p xmlns:a="http://schemas.openxmlformats.org/drawingml/2006/main">
            <a:r>
              <a:t>            "q": 7.0705315414821035,</a:t>
            </a:r>
          </a:p>
          <a:p xmlns:a="http://schemas.openxmlformats.org/drawingml/2006/main">
            <a:r>
              <a:t>            "shear": 2.979607988387093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1.0003623069952592,</a:t>
            </a:r>
          </a:p>
          <a:p xmlns:a="http://schemas.openxmlformats.org/drawingml/2006/main">
            <a:r>
              <a:t>          "final_amplitude_next": 1.0003623069952592,</a:t>
            </a:r>
          </a:p>
          <a:p xmlns:a="http://schemas.openxmlformats.org/drawingml/2006/main">
            <a:r>
              <a:t>          "final_bootstrap_change_rel": 0.00013158588104939892,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"/pscratch/sd/j/joeschm/cheaseBS_runs/20260925/20260925_00-02-20-129038_Te_ped_scale_0.900/iteration_01/artifacts/EQDSK_COCOS_02_POS_SOURCE_SIGNS.OUT",</a:t>
            </a:r>
          </a:p>
          <a:p xmlns:a="http://schemas.openxmlformats.org/drawingml/2006/main">
            <a:r>
              <a:t>          "final_ip_a": 743785.3945,</a:t>
            </a:r>
          </a:p>
          <a:p xmlns:a="http://schemas.openxmlformats.org/drawingml/2006/main">
            <a:r>
              <a:t>          "final_ip_error_a": -605.1054999999469,</a:t>
            </a:r>
          </a:p>
          <a:p xmlns:a="http://schemas.openxmlformats.org/drawingml/2006/main">
            <a:r>
              <a:t>          "final_ip_error_rel": 0.0008128871875715057,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0.00014530056532329182,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10.133772995022294,</a:t>
            </a:r>
          </a:p>
          <a:p xmlns:a="http://schemas.openxmlformats.org/drawingml/2006/main">
            <a:r>
              <a:t>          "q_report_rel_diff": -0.0031835470776305982,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0.9039069440093874,</a:t>
            </a:r>
          </a:p>
          <a:p xmlns:a="http://schemas.openxmlformats.org/drawingml/2006/main">
            <a:r>
              <a:t>            "q": 3.8657713748412954,</a:t>
            </a:r>
          </a:p>
          <a:p xmlns:a="http://schemas.openxmlformats.org/drawingml/2006/main">
            <a:r>
              <a:t>            "shear": 2.5008488958480384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0.8824340450090994,</a:t>
            </a:r>
          </a:p>
          <a:p xmlns:a="http://schemas.openxmlformats.org/drawingml/2006/main">
            <a:r>
              <a:t>            "q": 6.923837308825409,</a:t>
            </a:r>
          </a:p>
          <a:p xmlns:a="http://schemas.openxmlformats.org/drawingml/2006/main">
            <a:r>
              <a:t>            "shear": 2.9244313951099437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0.8771432338645739,</a:t>
            </a:r>
          </a:p>
          <a:p xmlns:a="http://schemas.openxmlformats.org/drawingml/2006/main">
            <a:r>
              <a:t>            "q": 7.138577455241851,</a:t>
            </a:r>
          </a:p>
          <a:p xmlns:a="http://schemas.openxmlformats.org/drawingml/2006/main">
            <a:r>
              <a:t>            "shear": 2.9507788269827153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1.000123407764823,</a:t>
            </a:r>
          </a:p>
          <a:p xmlns:a="http://schemas.openxmlformats.org/drawingml/2006/main">
            <a:r>
              <a:t>          "final_amplitude_next": 1.000123407764823,</a:t>
            </a:r>
          </a:p>
          <a:p xmlns:a="http://schemas.openxmlformats.org/drawingml/2006/main">
            <a:r>
              <a:t>          "final_bootstrap_change_rel": 0.00006004029075138035,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"/pscratch/sd/j/joeschm/cheaseBS_runs/20260925/20260925_00-04-36-129038_Te_ped_scale_0.950/iteration_01/artifacts/EQDSK_COCOS_02_POS_SOURCE_SIGNS.OUT",</a:t>
            </a:r>
          </a:p>
          <a:p xmlns:a="http://schemas.openxmlformats.org/drawingml/2006/main">
            <a:r>
              <a:t>          "final_ip_a": 744174.8109,</a:t>
            </a:r>
          </a:p>
          <a:p xmlns:a="http://schemas.openxmlformats.org/drawingml/2006/main">
            <a:r>
              <a:t>          "final_ip_error_a": -215.68909999995958,</a:t>
            </a:r>
          </a:p>
          <a:p xmlns:a="http://schemas.openxmlformats.org/drawingml/2006/main">
            <a:r>
              <a:t>          "final_ip_error_rel": 0.00028975262311912845,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0.00006998209371694174,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10.150752229963553,</a:t>
            </a:r>
          </a:p>
          <a:p xmlns:a="http://schemas.openxmlformats.org/drawingml/2006/main">
            <a:r>
              <a:t>          "q_report_rel_diff": -0.0015133714425739889,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0.9393295668711379,</a:t>
            </a:r>
          </a:p>
          <a:p xmlns:a="http://schemas.openxmlformats.org/drawingml/2006/main">
            <a:r>
              <a:t>            "q": 3.8575051989621456,</a:t>
            </a:r>
          </a:p>
          <a:p xmlns:a="http://schemas.openxmlformats.org/drawingml/2006/main">
            <a:r>
              <a:t>            "shear": 2.5079016333050776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0.9124448573981638,</a:t>
            </a:r>
          </a:p>
          <a:p xmlns:a="http://schemas.openxmlformats.org/drawingml/2006/main">
            <a:r>
              <a:t>            "q": 6.930440558154679,</a:t>
            </a:r>
          </a:p>
          <a:p xmlns:a="http://schemas.openxmlformats.org/drawingml/2006/main">
            <a:r>
              <a:t>            "shear": 2.938472487181559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0.9070848734395718,</a:t>
            </a:r>
          </a:p>
          <a:p xmlns:a="http://schemas.openxmlformats.org/drawingml/2006/main">
            <a:r>
              <a:t>            "q": 7.146417269563378,</a:t>
            </a:r>
          </a:p>
          <a:p xmlns:a="http://schemas.openxmlformats.org/drawingml/2006/main">
            <a:r>
              <a:t>            "shear": 2.9644495353420393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0.9998855888709814,</a:t>
            </a:r>
          </a:p>
          <a:p xmlns:a="http://schemas.openxmlformats.org/drawingml/2006/main">
            <a:r>
              <a:t>          "final_amplitude_next": 0.9998855888709814,</a:t>
            </a:r>
          </a:p>
          <a:p xmlns:a="http://schemas.openxmlformats.org/drawingml/2006/main">
            <a:r>
              <a:t>          "final_bootstrap_change_rel": 0.000012123809020323628,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"/pscratch/sd/j/joeschm/cheaseBS_runs/20260925/20260925_00-06-50-129038_Te_ped_scale_1.000/iteration_01/artifacts/EQDSK_COCOS_02_POS_SOURCE_SIGNS.OUT",</a:t>
            </a:r>
          </a:p>
          <a:p xmlns:a="http://schemas.openxmlformats.org/drawingml/2006/main">
            <a:r>
              <a:t>          "final_ip_a": 744568.1764,</a:t>
            </a:r>
          </a:p>
          <a:p xmlns:a="http://schemas.openxmlformats.org/drawingml/2006/main">
            <a:r>
              <a:t>          "final_ip_error_a": 177.67639999999665,</a:t>
            </a:r>
          </a:p>
          <a:p xmlns:a="http://schemas.openxmlformats.org/drawingml/2006/main">
            <a:r>
              <a:t>          "final_ip_error_rel": 0.00023868708695234107,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0.000036644492696543154,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10.167956535347916,</a:t>
            </a:r>
          </a:p>
          <a:p xmlns:a="http://schemas.openxmlformats.org/drawingml/2006/main">
            <a:r>
              <a:t>          "q_report_rel_diff": 0.00017894342146110217,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0.9747112431148366,</a:t>
            </a:r>
          </a:p>
          <a:p xmlns:a="http://schemas.openxmlformats.org/drawingml/2006/main">
            <a:r>
              <a:t>            "q": 3.8493173789430553,</a:t>
            </a:r>
          </a:p>
          <a:p xmlns:a="http://schemas.openxmlformats.org/drawingml/2006/main">
            <a:r>
              <a:t>            "shear": 2.514962228536261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0.9422648720183953,</a:t>
            </a:r>
          </a:p>
          <a:p xmlns:a="http://schemas.openxmlformats.org/drawingml/2006/main">
            <a:r>
              <a:t>            "q": 6.937265977711223,</a:t>
            </a:r>
          </a:p>
          <a:p xmlns:a="http://schemas.openxmlformats.org/drawingml/2006/main">
            <a:r>
              <a:t>            "shear": 2.952532176816999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0.9368246683061934,</a:t>
            </a:r>
          </a:p>
          <a:p xmlns:a="http://schemas.openxmlformats.org/drawingml/2006/main">
            <a:r>
              <a:t>            "q": 7.154474251949266,</a:t>
            </a:r>
          </a:p>
          <a:p xmlns:a="http://schemas.openxmlformats.org/drawingml/2006/main">
            <a:r>
              <a:t>            "shear": 2.9780740919918727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0.9996489587673405,</a:t>
            </a:r>
          </a:p>
          <a:p xmlns:a="http://schemas.openxmlformats.org/drawingml/2006/main">
            <a:r>
              <a:t>          "final_amplitude_next": 0.9996489587673405,</a:t>
            </a:r>
          </a:p>
          <a:p xmlns:a="http://schemas.openxmlformats.org/drawingml/2006/main">
            <a:r>
              <a:t>          "final_bootstrap_change_rel": 0.0000828774416004976,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"/pscratch/sd/j/joeschm/cheaseBS_runs/20260925/20260925_00-09-04-129038_Te_ped_scale_1.050/iteration_01/artifacts/EQDSK_COCOS_02_POS_SOURCE_SIGNS.OUT",</a:t>
            </a:r>
          </a:p>
          <a:p xmlns:a="http://schemas.openxmlformats.org/drawingml/2006/main">
            <a:r>
              <a:t>          "final_ip_a": 744979.3496,</a:t>
            </a:r>
          </a:p>
          <a:p xmlns:a="http://schemas.openxmlformats.org/drawingml/2006/main">
            <a:r>
              <a:t>          "final_ip_error_a": 588.8495999999577,</a:t>
            </a:r>
          </a:p>
          <a:p xmlns:a="http://schemas.openxmlformats.org/drawingml/2006/main">
            <a:r>
              <a:t>          "final_ip_error_rel": 0.0007910493215589905,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0.00013033944898419982,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10.185435435207657,</a:t>
            </a:r>
          </a:p>
          <a:p xmlns:a="http://schemas.openxmlformats.org/drawingml/2006/main">
            <a:r>
              <a:t>          "q_report_rel_diff": 0.0018982689843813165,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1.0100514361428943,</a:t>
            </a:r>
          </a:p>
          <a:p xmlns:a="http://schemas.openxmlformats.org/drawingml/2006/main">
            <a:r>
              <a:t>            "q": 3.8412100982773567,</a:t>
            </a:r>
          </a:p>
          <a:p xmlns:a="http://schemas.openxmlformats.org/drawingml/2006/main">
            <a:r>
              <a:t>            "shear": 2.5220351708045103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0.9718981738462628,</a:t>
            </a:r>
          </a:p>
          <a:p xmlns:a="http://schemas.openxmlformats.org/drawingml/2006/main">
            <a:r>
              <a:t>            "q": 6.944340449973212,</a:t>
            </a:r>
          </a:p>
          <a:p xmlns:a="http://schemas.openxmlformats.org/drawingml/2006/main">
            <a:r>
              <a:t>            "shear": 2.9666863533990497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0.9663708885550878,</a:t>
            </a:r>
          </a:p>
          <a:p xmlns:a="http://schemas.openxmlformats.org/drawingml/2006/main">
            <a:r>
              <a:t>            "q": 7.162793052857686,</a:t>
            </a:r>
          </a:p>
          <a:p xmlns:a="http://schemas.openxmlformats.org/drawingml/2006/main">
            <a:r>
              <a:t>            "shear": 2.991680963726408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0.9994135081002283,</a:t>
            </a:r>
          </a:p>
          <a:p xmlns:a="http://schemas.openxmlformats.org/drawingml/2006/main">
            <a:r>
              <a:t>          "final_amplitude_next": 0.9994135081002283,</a:t>
            </a:r>
          </a:p>
          <a:p xmlns:a="http://schemas.openxmlformats.org/drawingml/2006/main">
            <a:r>
              <a:t>          "final_bootstrap_change_rel": 0.00018568561801536962,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"/pscratch/sd/j/joeschm/cheaseBS_runs/20260925/20260925_00-11-20-129038_Te_ped_scale_1.100/iteration_01/artifacts/EQDSK_COCOS_02_POS_SOURCE_SIGNS.OUT",</a:t>
            </a:r>
          </a:p>
          <a:p xmlns:a="http://schemas.openxmlformats.org/drawingml/2006/main">
            <a:r>
              <a:t>          "final_ip_a": 744505.2313,</a:t>
            </a:r>
          </a:p>
          <a:p xmlns:a="http://schemas.openxmlformats.org/drawingml/2006/main">
            <a:r>
              <a:t>          "final_ip_error_a": 114.73129999998491,</a:t>
            </a:r>
          </a:p>
          <a:p xmlns:a="http://schemas.openxmlformats.org/drawingml/2006/main">
            <a:r>
              <a:t>          "final_ip_error_rel": 0.0001541278401591435,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0.0011454040306243007,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10.201943626388557,</a:t>
            </a:r>
          </a:p>
          <a:p xmlns:a="http://schemas.openxmlformats.org/drawingml/2006/main">
            <a:r>
              <a:t>          "q_report_rel_diff": 0.0035221100340271385,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1.0451921940469715,</a:t>
            </a:r>
          </a:p>
          <a:p xmlns:a="http://schemas.openxmlformats.org/drawingml/2006/main">
            <a:r>
              <a:t>            "q": 3.8330120383003994,</a:t>
            </a:r>
          </a:p>
          <a:p xmlns:a="http://schemas.openxmlformats.org/drawingml/2006/main">
            <a:r>
              <a:t>            "shear": 2.5286620878964747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1.0003592181668968,</a:t>
            </a:r>
          </a:p>
          <a:p xmlns:a="http://schemas.openxmlformats.org/drawingml/2006/main">
            <a:r>
              <a:t>            "q": 6.950629134524602,</a:t>
            </a:r>
          </a:p>
          <a:p xmlns:a="http://schemas.openxmlformats.org/drawingml/2006/main">
            <a:r>
              <a:t>            "shear": 2.98017083423592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0.9946273136267879,</a:t>
            </a:r>
          </a:p>
          <a:p xmlns:a="http://schemas.openxmlformats.org/drawingml/2006/main">
            <a:r>
              <a:t>            "q": 7.170244831314036,</a:t>
            </a:r>
          </a:p>
          <a:p xmlns:a="http://schemas.openxmlformats.org/drawingml/2006/main">
            <a:r>
              <a:t>            "shear": 3.0045509998759448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0.9989458933720352,</a:t>
            </a:r>
          </a:p>
          <a:p xmlns:a="http://schemas.openxmlformats.org/drawingml/2006/main">
            <a:r>
              <a:t>          "final_amplitude_next": 0.9989458933720352,</a:t>
            </a:r>
          </a:p>
          <a:p xmlns:a="http://schemas.openxmlformats.org/drawingml/2006/main">
            <a:r>
              <a:t>          "final_bootstrap_change_rel": 0.0005900556853689256,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"/pscratch/sd/j/joeschm/cheaseBS_runs/20260925/20260925_00-13-36-129038_Te_ped_scale_1.200/iteration_01/artifacts/EQDSK_COCOS_02_POS_SOURCE_SIGNS.OUT",</a:t>
            </a:r>
          </a:p>
          <a:p xmlns:a="http://schemas.openxmlformats.org/drawingml/2006/main">
            <a:r>
              <a:t>          "final_ip_a": 743091.9743,</a:t>
            </a:r>
          </a:p>
          <a:p xmlns:a="http://schemas.openxmlformats.org/drawingml/2006/main">
            <a:r>
              <a:t>          "final_ip_error_a": -1298.5256999999983,</a:t>
            </a:r>
          </a:p>
          <a:p xmlns:a="http://schemas.openxmlformats.org/drawingml/2006/main">
            <a:r>
              <a:t>          "final_ip_error_rel": 0.001744414658703998,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0.004029436857074604,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10.283661255303882,</a:t>
            </a:r>
          </a:p>
          <a:p xmlns:a="http://schemas.openxmlformats.org/drawingml/2006/main">
            <a:r>
              <a:t>          "q_report_rel_diff": 0.011560328083376786,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1.113935982201333,</a:t>
            </a:r>
          </a:p>
          <a:p xmlns:a="http://schemas.openxmlformats.org/drawingml/2006/main">
            <a:r>
              <a:t>            "q": 3.8160726942996126,</a:t>
            </a:r>
          </a:p>
          <a:p xmlns:a="http://schemas.openxmlformats.org/drawingml/2006/main">
            <a:r>
              <a:t>            "shear": 2.538348140297327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1.0498121364173465,</a:t>
            </a:r>
          </a:p>
          <a:p xmlns:a="http://schemas.openxmlformats.org/drawingml/2006/main">
            <a:r>
              <a:t>            "q": 7.010868250889099,</a:t>
            </a:r>
          </a:p>
          <a:p xmlns:a="http://schemas.openxmlformats.org/drawingml/2006/main">
            <a:r>
              <a:t>            "shear": 3.054035662530465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1.0435390357520928,</a:t>
            </a:r>
          </a:p>
          <a:p xmlns:a="http://schemas.openxmlformats.org/drawingml/2006/main">
            <a:r>
              <a:t>            "q": 7.234451474132158,</a:t>
            </a:r>
          </a:p>
          <a:p xmlns:a="http://schemas.openxmlformats.org/drawingml/2006/main">
            <a:r>
              <a:t>            "shear": 3.002765702824071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1.0139066872857345,</a:t>
            </a:r>
          </a:p>
          <a:p xmlns:a="http://schemas.openxmlformats.org/drawingml/2006/main">
            <a:r>
              <a:t>          "final_amplitude_next": 1.0139066872857345,</a:t>
            </a:r>
          </a:p>
          <a:p xmlns:a="http://schemas.openxmlformats.org/drawingml/2006/main">
            <a:r>
              <a:t>          "final_bootstrap_change_rel": 0.0008455077173392531,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"/pscratch/sd/j/joeschm/cheaseBS_runs/20260925/20260925_00-15-50-129038_ne_ped_scale_0.800/iteration_02/artifacts/EQDSK_COCOS_02_POS_SOURCE_SIGNS.OUT",</a:t>
            </a:r>
          </a:p>
          <a:p xmlns:a="http://schemas.openxmlformats.org/drawingml/2006/main">
            <a:r>
              <a:t>          "final_ip_a": 743326.9214,</a:t>
            </a:r>
          </a:p>
          <a:p xmlns:a="http://schemas.openxmlformats.org/drawingml/2006/main">
            <a:r>
              <a:t>          "final_ip_error_a": -1063.578600000008,</a:t>
            </a:r>
          </a:p>
          <a:p xmlns:a="http://schemas.openxmlformats.org/drawingml/2006/main">
            <a:r>
              <a:t>          "final_ip_error_rel": 0.0014287912056911098,</a:t>
            </a:r>
          </a:p>
          <a:p xmlns:a="http://schemas.openxmlformats.org/drawingml/2006/main">
            <a:r>
              <a:t>          "final_iteration": 2,</a:t>
            </a:r>
          </a:p>
          <a:p xmlns:a="http://schemas.openxmlformats.org/drawingml/2006/main">
            <a:r>
              <a:t>          "final_q_change_rel": 0.0009557829451732461,</a:t>
            </a:r>
          </a:p>
          <a:p xmlns:a="http://schemas.openxmlformats.org/drawingml/2006/main">
            <a:r>
              <a:t>          "iterations": 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10.07449201403397,</a:t>
            </a:r>
          </a:p>
          <a:p xmlns:a="http://schemas.openxmlformats.org/drawingml/2006/main">
            <a:r>
              <a:t>          "q_report_rel_diff": -0.009014766824073133,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0.7932146326964227,</a:t>
            </a:r>
          </a:p>
          <a:p xmlns:a="http://schemas.openxmlformats.org/drawingml/2006/main">
            <a:r>
              <a:t>            "q": 3.8880841024031967,</a:t>
            </a:r>
          </a:p>
          <a:p xmlns:a="http://schemas.openxmlformats.org/drawingml/2006/main">
            <a:r>
              <a:t>            "shear": 2.4817139840178215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0.7848848659791321,</a:t>
            </a:r>
          </a:p>
          <a:p xmlns:a="http://schemas.openxmlformats.org/drawingml/2006/main">
            <a:r>
              <a:t>            "q": 6.902072302327474,</a:t>
            </a:r>
          </a:p>
          <a:p xmlns:a="http://schemas.openxmlformats.org/drawingml/2006/main">
            <a:r>
              <a:t>            "shear": 2.873462353715463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0.7815186272509127,</a:t>
            </a:r>
          </a:p>
          <a:p xmlns:a="http://schemas.openxmlformats.org/drawingml/2006/main">
            <a:r>
              <a:t>            "q": 7.1123087028624665,</a:t>
            </a:r>
          </a:p>
          <a:p xmlns:a="http://schemas.openxmlformats.org/drawingml/2006/main">
            <a:r>
              <a:t>            "shear": 2.9008238823379737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1.0004445356833793,</a:t>
            </a:r>
          </a:p>
          <a:p xmlns:a="http://schemas.openxmlformats.org/drawingml/2006/main">
            <a:r>
              <a:t>          "final_amplitude_next": 1.0004445356833793,</a:t>
            </a:r>
          </a:p>
          <a:p xmlns:a="http://schemas.openxmlformats.org/drawingml/2006/main">
            <a:r>
              <a:t>          "final_bootstrap_change_rel": 0.00011511226933670404,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"/pscratch/sd/j/joeschm/cheaseBS_runs/20260925/20260925_00-18-51-129038_ne_ped_scale_0.900/iteration_01/artifacts/EQDSK_COCOS_02_POS_SOURCE_SIGNS.OUT",</a:t>
            </a:r>
          </a:p>
          <a:p xmlns:a="http://schemas.openxmlformats.org/drawingml/2006/main">
            <a:r>
              <a:t>          "final_ip_a": 743780.3881,</a:t>
            </a:r>
          </a:p>
          <a:p xmlns:a="http://schemas.openxmlformats.org/drawingml/2006/main">
            <a:r>
              <a:t>          "final_ip_error_a": -610.1119000000181,</a:t>
            </a:r>
          </a:p>
          <a:p xmlns:a="http://schemas.openxmlformats.org/drawingml/2006/main">
            <a:r>
              <a:t>          "final_ip_error_rel": 0.0008196126898449376,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0.00017371383218757236,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10.122929533789032,</a:t>
            </a:r>
          </a:p>
          <a:p xmlns:a="http://schemas.openxmlformats.org/drawingml/2006/main">
            <a:r>
              <a:t>          "q_report_rel_diff": -0.004250172565417962,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0.882412573637396,</a:t>
            </a:r>
          </a:p>
          <a:p xmlns:a="http://schemas.openxmlformats.org/drawingml/2006/main">
            <a:r>
              <a:t>            "q": 3.8708362093373214,</a:t>
            </a:r>
          </a:p>
          <a:p xmlns:a="http://schemas.openxmlformats.org/drawingml/2006/main">
            <a:r>
              <a:t>            "shear": 2.5019145732686296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0.8651482073139447,</a:t>
            </a:r>
          </a:p>
          <a:p xmlns:a="http://schemas.openxmlformats.org/drawingml/2006/main">
            <a:r>
              <a:t>            "q": 6.9203635866053785,</a:t>
            </a:r>
          </a:p>
          <a:p xmlns:a="http://schemas.openxmlformats.org/drawingml/2006/main">
            <a:r>
              <a:t>            "shear": 2.9099054508900624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0.8615256482071836,</a:t>
            </a:r>
          </a:p>
          <a:p xmlns:a="http://schemas.openxmlformats.org/drawingml/2006/main">
            <a:r>
              <a:t>            "q": 7.133924460178039,</a:t>
            </a:r>
          </a:p>
          <a:p xmlns:a="http://schemas.openxmlformats.org/drawingml/2006/main">
            <a:r>
              <a:t>            "shear": 2.937030689082597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1.0001225886384613,</a:t>
            </a:r>
          </a:p>
          <a:p xmlns:a="http://schemas.openxmlformats.org/drawingml/2006/main">
            <a:r>
              <a:t>          "final_amplitude_next": 1.0001225886384613,</a:t>
            </a:r>
          </a:p>
          <a:p xmlns:a="http://schemas.openxmlformats.org/drawingml/2006/main">
            <a:r>
              <a:t>          "final_bootstrap_change_rel": 0.00002464553644976995,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"/pscratch/sd/j/joeschm/cheaseBS_runs/20260925/20260925_00-21-05-129038_ne_ped_scale_0.950/iteration_01/artifacts/EQDSK_COCOS_02_POS_SOURCE_SIGNS.OUT",</a:t>
            </a:r>
          </a:p>
          <a:p xmlns:a="http://schemas.openxmlformats.org/drawingml/2006/main">
            <a:r>
              <a:t>          "final_ip_a": 744250.2743,</a:t>
            </a:r>
          </a:p>
          <a:p xmlns:a="http://schemas.openxmlformats.org/drawingml/2006/main">
            <a:r>
              <a:t>          "final_ip_error_a": -140.22569999995176,</a:t>
            </a:r>
          </a:p>
          <a:p xmlns:a="http://schemas.openxmlformats.org/drawingml/2006/main">
            <a:r>
              <a:t>          "final_ip_error_rel": 0.0001883765308664629,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0.00009307258635601651,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10.144264511918932,</a:t>
            </a:r>
          </a:p>
          <a:p xmlns:a="http://schemas.openxmlformats.org/drawingml/2006/main">
            <a:r>
              <a:t>          "q_report_rel_diff": -0.002151540867917953,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0.9272124595031678,</a:t>
            </a:r>
          </a:p>
          <a:p xmlns:a="http://schemas.openxmlformats.org/drawingml/2006/main">
            <a:r>
              <a:t>            "q": 3.8600854641556457,</a:t>
            </a:r>
          </a:p>
          <a:p xmlns:a="http://schemas.openxmlformats.org/drawingml/2006/main">
            <a:r>
              <a:t>            "shear": 2.510511892221124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0.905039310678256,</a:t>
            </a:r>
          </a:p>
          <a:p xmlns:a="http://schemas.openxmlformats.org/drawingml/2006/main">
            <a:r>
              <a:t>            "q": 6.927489113316823,</a:t>
            </a:r>
          </a:p>
          <a:p xmlns:a="http://schemas.openxmlformats.org/drawingml/2006/main">
            <a:r>
              <a:t>            "shear": 2.9272005811191573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0.9013097909065588,</a:t>
            </a:r>
          </a:p>
          <a:p xmlns:a="http://schemas.openxmlformats.org/drawingml/2006/main">
            <a:r>
              <a:t>            "q": 7.142580984971397,</a:t>
            </a:r>
          </a:p>
          <a:p xmlns:a="http://schemas.openxmlformats.org/drawingml/2006/main">
            <a:r>
              <a:t>            "shear": 2.9543752459144925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0.9998032283686016,</a:t>
            </a:r>
          </a:p>
          <a:p xmlns:a="http://schemas.openxmlformats.org/drawingml/2006/main">
            <a:r>
              <a:t>          "final_amplitude_next": 0.9998032283686016,</a:t>
            </a:r>
          </a:p>
          <a:p xmlns:a="http://schemas.openxmlformats.org/drawingml/2006/main">
            <a:r>
              <a:t>          "final_bootstrap_change_rel": 0.00012428931888472258,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"/pscratch/sd/j/joeschm/cheaseBS_runs/20260925/20260925_00-23-20-129038_ne_ped_scale_1.000/iteration_01/artifacts/EQDSK_COCOS_02_POS_SOURCE_SIGNS.OUT",</a:t>
            </a:r>
          </a:p>
          <a:p xmlns:a="http://schemas.openxmlformats.org/drawingml/2006/main">
            <a:r>
              <a:t>          "final_ip_a": 744744.2194,</a:t>
            </a:r>
          </a:p>
          <a:p xmlns:a="http://schemas.openxmlformats.org/drawingml/2006/main">
            <a:r>
              <a:t>          "final_ip_error_a": 353.71939999994356,</a:t>
            </a:r>
          </a:p>
          <a:p xmlns:a="http://schemas.openxmlformats.org/drawingml/2006/main">
            <a:r>
              <a:t>          "final_ip_error_rel": 0.00047517989549832187,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0.00012849293796976966,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10.165941134991627,</a:t>
            </a:r>
          </a:p>
          <a:p xmlns:a="http://schemas.openxmlformats.org/drawingml/2006/main">
            <a:r>
              <a:t>          "q_report_rel_diff": -0.00001930300021826243,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0.9720219374726613,</a:t>
            </a:r>
          </a:p>
          <a:p xmlns:a="http://schemas.openxmlformats.org/drawingml/2006/main">
            <a:r>
              <a:t>            "q": 3.8490684812995735,</a:t>
            </a:r>
          </a:p>
          <a:p xmlns:a="http://schemas.openxmlformats.org/drawingml/2006/main">
            <a:r>
              <a:t>            "shear": 2.5219016197116546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0.9445943098295232,</a:t>
            </a:r>
          </a:p>
          <a:p xmlns:a="http://schemas.openxmlformats.org/drawingml/2006/main">
            <a:r>
              <a:t>            "q": 6.935095968911198,</a:t>
            </a:r>
          </a:p>
          <a:p xmlns:a="http://schemas.openxmlformats.org/drawingml/2006/main">
            <a:r>
              <a:t>            "shear": 2.9460353070612086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0.9406805866431459,</a:t>
            </a:r>
          </a:p>
          <a:p xmlns:a="http://schemas.openxmlformats.org/drawingml/2006/main">
            <a:r>
              <a:t>            "q": 7.151803155516255,</a:t>
            </a:r>
          </a:p>
          <a:p xmlns:a="http://schemas.openxmlformats.org/drawingml/2006/main">
            <a:r>
              <a:t>            "shear": 2.97294126124083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0.9994863323423459,</a:t>
            </a:r>
          </a:p>
          <a:p xmlns:a="http://schemas.openxmlformats.org/drawingml/2006/main">
            <a:r>
              <a:t>          "final_amplitude_next": 0.9994863323423459,</a:t>
            </a:r>
          </a:p>
          <a:p xmlns:a="http://schemas.openxmlformats.org/drawingml/2006/main">
            <a:r>
              <a:t>          "final_bootstrap_change_rel": 0.00023547133797126454,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"/pscratch/sd/j/joeschm/cheaseBS_runs/20260925/20260925_00-25-37-129038_ne_ped_scale_1.050/iteration_01/artifacts/EQDSK_COCOS_02_POS_SOURCE_SIGNS.OUT",</a:t>
            </a:r>
          </a:p>
          <a:p xmlns:a="http://schemas.openxmlformats.org/drawingml/2006/main">
            <a:r>
              <a:t>          "final_ip_a": 744878.5483,</a:t>
            </a:r>
          </a:p>
          <a:p xmlns:a="http://schemas.openxmlformats.org/drawingml/2006/main">
            <a:r>
              <a:t>          "final_ip_error_a": 488.048300000024,</a:t>
            </a:r>
          </a:p>
          <a:p xmlns:a="http://schemas.openxmlformats.org/drawingml/2006/main">
            <a:r>
              <a:t>          "final_ip_error_rel": 0.0006556347777141487,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0.0004897820153755304,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10.186654981363386,</a:t>
            </a:r>
          </a:p>
          <a:p xmlns:a="http://schemas.openxmlformats.org/drawingml/2006/main">
            <a:r>
              <a:t>          "q_report_rel_diff": 0.0020182305893754696,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1.0167649817584583,</a:t>
            </a:r>
          </a:p>
          <a:p xmlns:a="http://schemas.openxmlformats.org/drawingml/2006/main">
            <a:r>
              <a:t>            "q": 3.838047284050614,</a:t>
            </a:r>
          </a:p>
          <a:p xmlns:a="http://schemas.openxmlformats.org/drawingml/2006/main">
            <a:r>
              <a:t>            "shear": 2.53325660582264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0.9838246961178881,</a:t>
            </a:r>
          </a:p>
          <a:p xmlns:a="http://schemas.openxmlformats.org/drawingml/2006/main">
            <a:r>
              <a:t>            "q": 6.942672887556386,</a:t>
            </a:r>
          </a:p>
          <a:p xmlns:a="http://schemas.openxmlformats.org/drawingml/2006/main">
            <a:r>
              <a:t>            "shear": 2.9647028199638763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0.9797044606789626,</a:t>
            </a:r>
          </a:p>
          <a:p xmlns:a="http://schemas.openxmlformats.org/drawingml/2006/main">
            <a:r>
              <a:t>            "q": 7.160981095161132,</a:t>
            </a:r>
          </a:p>
          <a:p xmlns:a="http://schemas.openxmlformats.org/drawingml/2006/main">
            <a:r>
              <a:t>            "shear": 2.991232587918309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0.9991718675947153,</a:t>
            </a:r>
          </a:p>
          <a:p xmlns:a="http://schemas.openxmlformats.org/drawingml/2006/main">
            <a:r>
              <a:t>          "final_amplitude_next": 0.9991718675947153,</a:t>
            </a:r>
          </a:p>
          <a:p xmlns:a="http://schemas.openxmlformats.org/drawingml/2006/main">
            <a:r>
              <a:t>          "final_bootstrap_change_rel": 0.00035024602707813674,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"/pscratch/sd/j/joeschm/cheaseBS_runs/20260925/20260925_00-27-52-129038_ne_ped_scale_1.100/iteration_01/artifacts/EQDSK_COCOS_02_POS_SOURCE_SIGNS.OUT",</a:t>
            </a:r>
          </a:p>
          <a:p xmlns:a="http://schemas.openxmlformats.org/drawingml/2006/main">
            <a:r>
              <a:t>          "final_ip_a": 745613.126,</a:t>
            </a:r>
          </a:p>
          <a:p xmlns:a="http://schemas.openxmlformats.org/drawingml/2006/main">
            <a:r>
              <a:t>          "final_ip_error_a": 1222.6260000000475,</a:t>
            </a:r>
          </a:p>
          <a:p xmlns:a="http://schemas.openxmlformats.org/drawingml/2006/main">
            <a:r>
              <a:t>          "final_ip_error_rel": 0.0016424524493529236,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0.00047797400127196624,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10.201701197495444,</a:t>
            </a:r>
          </a:p>
          <a:p xmlns:a="http://schemas.openxmlformats.org/drawingml/2006/main">
            <a:r>
              <a:t>          "q_report_rel_diff": 0.00349826332762888,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1.0614426183931158,</a:t>
            </a:r>
          </a:p>
          <a:p xmlns:a="http://schemas.openxmlformats.org/drawingml/2006/main">
            <a:r>
              <a:t>            "q": 3.8274464916436903,</a:t>
            </a:r>
          </a:p>
          <a:p xmlns:a="http://schemas.openxmlformats.org/drawingml/2006/main">
            <a:r>
              <a:t>            "shear": 2.544713689212875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1.0228394665484886,</a:t>
            </a:r>
          </a:p>
          <a:p xmlns:a="http://schemas.openxmlformats.org/drawingml/2006/main">
            <a:r>
              <a:t>            "q": 6.9514513475483675,</a:t>
            </a:r>
          </a:p>
          <a:p xmlns:a="http://schemas.openxmlformats.org/drawingml/2006/main">
            <a:r>
              <a:t>            "shear": 2.983610877304957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1.0185130763394927,</a:t>
            </a:r>
          </a:p>
          <a:p xmlns:a="http://schemas.openxmlformats.org/drawingml/2006/main">
            <a:r>
              <a:t>            "q": 7.171413791154879,</a:t>
            </a:r>
          </a:p>
          <a:p xmlns:a="http://schemas.openxmlformats.org/drawingml/2006/main">
            <a:r>
              <a:t>            "shear": 3.0096266791848976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3,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0.9909504484257692,</a:t>
            </a:r>
          </a:p>
          <a:p xmlns:a="http://schemas.openxmlformats.org/drawingml/2006/main">
            <a:r>
              <a:t>          "final_amplitude_next": 0.9909504484257692,</a:t>
            </a:r>
          </a:p>
          <a:p xmlns:a="http://schemas.openxmlformats.org/drawingml/2006/main">
            <a:r>
              <a:t>          "final_bootstrap_change_rel": 0.0009776857363595604,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"/pscratch/sd/j/joeschm/cheaseBS_runs/20260925/20260925_00-30-09-129038_ne_ped_scale_1.200/iteration_02/artifacts/EQDSK_COCOS_02_POS_SOURCE_SIGNS.OUT",</a:t>
            </a:r>
          </a:p>
          <a:p xmlns:a="http://schemas.openxmlformats.org/drawingml/2006/main">
            <a:r>
              <a:t>          "final_ip_a": 745863.0657,</a:t>
            </a:r>
          </a:p>
          <a:p xmlns:a="http://schemas.openxmlformats.org/drawingml/2006/main">
            <a:r>
              <a:t>          "final_ip_error_a": 1472.5657000000356,</a:t>
            </a:r>
          </a:p>
          <a:p xmlns:a="http://schemas.openxmlformats.org/drawingml/2006/main">
            <a:r>
              <a:t>          "final_ip_error_rel": 0.0019782166752531577,</a:t>
            </a:r>
          </a:p>
          <a:p xmlns:a="http://schemas.openxmlformats.org/drawingml/2006/main">
            <a:r>
              <a:t>          "final_iteration": 2,</a:t>
            </a:r>
          </a:p>
          <a:p xmlns:a="http://schemas.openxmlformats.org/drawingml/2006/main">
            <a:r>
              <a:t>          "final_q_change_rel": 0.0008773783828068643,</a:t>
            </a:r>
          </a:p>
          <a:p xmlns:a="http://schemas.openxmlformats.org/drawingml/2006/main">
            <a:r>
              <a:t>          "iterations": 3,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10.263367304582102,</a:t>
            </a:r>
          </a:p>
          <a:p xmlns:a="http://schemas.openxmlformats.org/drawingml/2006/main">
            <a:r>
              <a:t>          "q_report_rel_diff": 0.009564097855582859,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1.1496894683728862,</a:t>
            </a:r>
          </a:p>
          <a:p xmlns:a="http://schemas.openxmlformats.org/drawingml/2006/main">
            <a:r>
              <a:t>            "q": 3.808866371653833,</a:t>
            </a:r>
          </a:p>
          <a:p xmlns:a="http://schemas.openxmlformats.org/drawingml/2006/main">
            <a:r>
              <a:t>            "shear": 2.5637002152226347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1.0991457433537242,</a:t>
            </a:r>
          </a:p>
          <a:p xmlns:a="http://schemas.openxmlformats.org/drawingml/2006/main">
            <a:r>
              <a:t>            "q": 6.971509983879068,</a:t>
            </a:r>
          </a:p>
          <a:p xmlns:a="http://schemas.openxmlformats.org/drawingml/2006/main">
            <a:r>
              <a:t>            "shear": 3.018942674362731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1.0943119110147719,</a:t>
            </a:r>
          </a:p>
          <a:p xmlns:a="http://schemas.openxmlformats.org/drawingml/2006/main">
            <a:r>
              <a:t>            "q": 7.194840517788935,</a:t>
            </a:r>
          </a:p>
          <a:p xmlns:a="http://schemas.openxmlformats.org/drawingml/2006/main">
            <a:r>
              <a:t>            "shear": 3.0468394327192057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"C:\\Users\\joesc\\git\\cheaseBS_tests\\data\\129015_129038\\pm0.2_ncscal4_warmup1\\129038",</a:t>
            </a:r>
          </a:p>
          <a:p xmlns:a="http://schemas.openxmlformats.org/drawingml/2006/main">
            <a:r>
              <a:t>    "count": 13,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0.0001185795437510457,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"/pscratch/sd/j/joeschm/cheaseBS_runs/20260925/20260925_00-18-29-129038_Te_ped_scale_0.900/iteration_01/artifacts/EQDSK_COCOS_02_POS_SOURCE_SIGNS.OUT",</a:t>
            </a:r>
          </a:p>
          <a:p xmlns:a="http://schemas.openxmlformats.org/drawingml/2006/main">
            <a:r>
              <a:t>          "final_ip_a": 743775.8464,</a:t>
            </a:r>
          </a:p>
          <a:p xmlns:a="http://schemas.openxmlformats.org/drawingml/2006/main">
            <a:r>
              <a:t>          "final_ip_error_a": -614.6535999999614,</a:t>
            </a:r>
          </a:p>
          <a:p xmlns:a="http://schemas.openxmlformats.org/drawingml/2006/main">
            <a:r>
              <a:t>          "final_ip_error_rel": 0.0008257139230013836,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0.00014442656469398297,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10.13392212910564,</a:t>
            </a:r>
          </a:p>
          <a:p xmlns:a="http://schemas.openxmlformats.org/drawingml/2006/main">
            <a:r>
              <a:t>          "q_report_rel_diff": -0.0031688773876697588,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0.9038919642603553,</a:t>
            </a:r>
          </a:p>
          <a:p xmlns:a="http://schemas.openxmlformats.org/drawingml/2006/main">
            <a:r>
              <a:t>            "q": 3.865839786539715,</a:t>
            </a:r>
          </a:p>
          <a:p xmlns:a="http://schemas.openxmlformats.org/drawingml/2006/main">
            <a:r>
              <a:t>            "shear": 2.5008443132043974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0.8824215782219859,</a:t>
            </a:r>
          </a:p>
          <a:p xmlns:a="http://schemas.openxmlformats.org/drawingml/2006/main">
            <a:r>
              <a:t>            "q": 6.923947012878679,</a:t>
            </a:r>
          </a:p>
          <a:p xmlns:a="http://schemas.openxmlformats.org/drawingml/2006/main">
            <a:r>
              <a:t>            "shear": 2.9244159114437243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0.8771310382649298,</a:t>
            </a:r>
          </a:p>
          <a:p xmlns:a="http://schemas.openxmlformats.org/drawingml/2006/main">
            <a:r>
              <a:t>            "q": 7.138689408232638,</a:t>
            </a:r>
          </a:p>
          <a:p xmlns:a="http://schemas.openxmlformats.org/drawingml/2006/main">
            <a:r>
              <a:t>            "shear": 2.950764309093145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0.00005560787171299757,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"/pscratch/sd/j/joeschm/cheaseBS_runs/20260925/20260925_00-20-28-129038_Te_ped_scale_0.950/iteration_01/artifacts/EQDSK_COCOS_02_POS_SOURCE_SIGNS.OUT",</a:t>
            </a:r>
          </a:p>
          <a:p xmlns:a="http://schemas.openxmlformats.org/drawingml/2006/main">
            <a:r>
              <a:t>          "final_ip_a": 744171.662,</a:t>
            </a:r>
          </a:p>
          <a:p xmlns:a="http://schemas.openxmlformats.org/drawingml/2006/main">
            <a:r>
              <a:t>          "final_ip_error_a": -218.83799999998882,</a:t>
            </a:r>
          </a:p>
          <a:p xmlns:a="http://schemas.openxmlformats.org/drawingml/2006/main">
            <a:r>
              <a:t>          "final_ip_error_rel": 0.0002939827953204519,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0.000070120765704849,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10.150802468998542,</a:t>
            </a:r>
          </a:p>
          <a:p xmlns:a="http://schemas.openxmlformats.org/drawingml/2006/main">
            <a:r>
              <a:t>          "q_report_rel_diff": -0.0015084296408698658,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0.9393242914203791,</a:t>
            </a:r>
          </a:p>
          <a:p xmlns:a="http://schemas.openxmlformats.org/drawingml/2006/main">
            <a:r>
              <a:t>            "q": 3.8575284438640742,</a:t>
            </a:r>
          </a:p>
          <a:p xmlns:a="http://schemas.openxmlformats.org/drawingml/2006/main">
            <a:r>
              <a:t>            "shear": 2.5079002321441672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0.9124405964316756,</a:t>
            </a:r>
          </a:p>
          <a:p xmlns:a="http://schemas.openxmlformats.org/drawingml/2006/main">
            <a:r>
              <a:t>            "q": 6.930477872499039,</a:t>
            </a:r>
          </a:p>
          <a:p xmlns:a="http://schemas.openxmlformats.org/drawingml/2006/main">
            <a:r>
              <a:t>            "shear": 2.9384663941819325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0.9070807222467794,</a:t>
            </a:r>
          </a:p>
          <a:p xmlns:a="http://schemas.openxmlformats.org/drawingml/2006/main">
            <a:r>
              <a:t>            "q": 7.146455311120393,</a:t>
            </a:r>
          </a:p>
          <a:p xmlns:a="http://schemas.openxmlformats.org/drawingml/2006/main">
            <a:r>
              <a:t>            "shear": 2.964443932898004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0.000008072790863454405,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"/pscratch/sd/j/joeschm/cheaseBS_runs/20260925/20260925_00-22-28-129038_Te_ped_scale_1.000/iteration_01/artifacts/EQDSK_COCOS_02_POS_SOURCE_SIGNS.OUT",</a:t>
            </a:r>
          </a:p>
          <a:p xmlns:a="http://schemas.openxmlformats.org/drawingml/2006/main">
            <a:r>
              <a:t>          "final_ip_a": 744570.9373,</a:t>
            </a:r>
          </a:p>
          <a:p xmlns:a="http://schemas.openxmlformats.org/drawingml/2006/main">
            <a:r>
              <a:t>          "final_ip_error_a": 180.4372999999905,</a:t>
            </a:r>
          </a:p>
          <a:p xmlns:a="http://schemas.openxmlformats.org/drawingml/2006/main">
            <a:r>
              <a:t>          "final_ip_error_rel": 0.00024239602735390967,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0.000034831279693399394,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10.167910720242054,</a:t>
            </a:r>
          </a:p>
          <a:p xmlns:a="http://schemas.openxmlformats.org/drawingml/2006/main">
            <a:r>
              <a:t>          "q_report_rel_diff": 0.00017443678298222122,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0.9747162795625773,</a:t>
            </a:r>
          </a:p>
          <a:p xmlns:a="http://schemas.openxmlformats.org/drawingml/2006/main">
            <a:r>
              <a:t>            "q": 3.8492958644795183,</a:t>
            </a:r>
          </a:p>
          <a:p xmlns:a="http://schemas.openxmlformats.org/drawingml/2006/main">
            <a:r>
              <a:t>            "shear": 2.514963218514678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0.942268742600745,</a:t>
            </a:r>
          </a:p>
          <a:p xmlns:a="http://schemas.openxmlformats.org/drawingml/2006/main">
            <a:r>
              <a:t>            "q": 6.937231443895672,</a:t>
            </a:r>
          </a:p>
          <a:p xmlns:a="http://schemas.openxmlformats.org/drawingml/2006/main">
            <a:r>
              <a:t>            "shear": 2.952538965696059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0.9368284155357353,</a:t>
            </a:r>
          </a:p>
          <a:p xmlns:a="http://schemas.openxmlformats.org/drawingml/2006/main">
            <a:r>
              <a:t>            "q": 7.15443911314612,</a:t>
            </a:r>
          </a:p>
          <a:p xmlns:a="http://schemas.openxmlformats.org/drawingml/2006/main">
            <a:r>
              <a:t>            "shear": 2.978080123232937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0.0000700513788265312,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"/pscratch/sd/j/joeschm/cheaseBS_runs/20260925/20260925_00-24-27-129038_Te_ped_scale_1.050/iteration_01/artifacts/EQDSK_COCOS_02_POS_SOURCE_SIGNS.OUT",</a:t>
            </a:r>
          </a:p>
          <a:p xmlns:a="http://schemas.openxmlformats.org/drawingml/2006/main">
            <a:r>
              <a:t>          "final_ip_a": 744986.7408,</a:t>
            </a:r>
          </a:p>
          <a:p xmlns:a="http://schemas.openxmlformats.org/drawingml/2006/main">
            <a:r>
              <a:t>          "final_ip_error_a": 596.2408000000287,</a:t>
            </a:r>
          </a:p>
          <a:p xmlns:a="http://schemas.openxmlformats.org/drawingml/2006/main">
            <a:r>
              <a:t>          "final_ip_error_rel": 0.0008009785186673241,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0.0001264908583424635,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10.185298253346716,</a:t>
            </a:r>
          </a:p>
          <a:p xmlns:a="http://schemas.openxmlformats.org/drawingml/2006/main">
            <a:r>
              <a:t>          "q_report_rel_diff": 0.0018847749840622157,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1.0100672129186035,</a:t>
            </a:r>
          </a:p>
          <a:p xmlns:a="http://schemas.openxmlformats.org/drawingml/2006/main">
            <a:r>
              <a:t>            "q": 3.841144044458421,</a:t>
            </a:r>
          </a:p>
          <a:p xmlns:a="http://schemas.openxmlformats.org/drawingml/2006/main">
            <a:r>
              <a:t>            "shear": 2.522037416696589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0.9719090456681604,</a:t>
            </a:r>
          </a:p>
          <a:p xmlns:a="http://schemas.openxmlformats.org/drawingml/2006/main">
            <a:r>
              <a:t>            "q": 6.944234571712113,</a:t>
            </a:r>
          </a:p>
          <a:p xmlns:a="http://schemas.openxmlformats.org/drawingml/2006/main">
            <a:r>
              <a:t>            "shear": 2.9667124204541686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0.9663812409393832,</a:t>
            </a:r>
          </a:p>
          <a:p xmlns:a="http://schemas.openxmlformats.org/drawingml/2006/main">
            <a:r>
              <a:t>            "q": 7.162685624311394,</a:t>
            </a:r>
          </a:p>
          <a:p xmlns:a="http://schemas.openxmlformats.org/drawingml/2006/main">
            <a:r>
              <a:t>            "shear": 2.9917028288010146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0.0001640666340696336,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"/pscratch/sd/j/joeschm/cheaseBS_runs/20260925/20260925_00-26-27-129038_Te_ped_scale_1.100/iteration_01/artifacts/EQDSK_COCOS_02_POS_SOURCE_SIGNS.OUT",</a:t>
            </a:r>
          </a:p>
          <a:p xmlns:a="http://schemas.openxmlformats.org/drawingml/2006/main">
            <a:r>
              <a:t>          "final_ip_a": 744546.9688,</a:t>
            </a:r>
          </a:p>
          <a:p xmlns:a="http://schemas.openxmlformats.org/drawingml/2006/main">
            <a:r>
              <a:t>          "final_ip_error_a": 156.46880000003148,</a:t>
            </a:r>
          </a:p>
          <a:p xmlns:a="http://schemas.openxmlformats.org/drawingml/2006/main">
            <a:r>
              <a:t>          "final_ip_error_rel": 0.0002101972016032331,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0.0010977694201124617,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10.201771446184075,</a:t>
            </a:r>
          </a:p>
          <a:p xmlns:a="http://schemas.openxmlformats.org/drawingml/2006/main">
            <a:r>
              <a:t>          "q_report_rel_diff": 0.003505173394457738,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1.0452243074735519,</a:t>
            </a:r>
          </a:p>
          <a:p xmlns:a="http://schemas.openxmlformats.org/drawingml/2006/main">
            <a:r>
              <a:t>            "q": 3.832907367534465,</a:t>
            </a:r>
          </a:p>
          <a:p xmlns:a="http://schemas.openxmlformats.org/drawingml/2006/main">
            <a:r>
              <a:t>            "shear": 2.52867903827978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1.000408748204266,</a:t>
            </a:r>
          </a:p>
          <a:p xmlns:a="http://schemas.openxmlformats.org/drawingml/2006/main">
            <a:r>
              <a:t>            "q": 6.95049287735318,</a:t>
            </a:r>
          </a:p>
          <a:p xmlns:a="http://schemas.openxmlformats.org/drawingml/2006/main">
            <a:r>
              <a:t>            "shear": 2.9802626374374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0.9946795559265926,</a:t>
            </a:r>
          </a:p>
          <a:p xmlns:a="http://schemas.openxmlformats.org/drawingml/2006/main">
            <a:r>
              <a:t>            "q": 7.170110582782434,</a:t>
            </a:r>
          </a:p>
          <a:p xmlns:a="http://schemas.openxmlformats.org/drawingml/2006/main">
            <a:r>
              <a:t>            "shear": 3.004623641718282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0.0005947178864441195,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"/pscratch/sd/j/joeschm/cheaseBS_runs/20260925/20260925_00-28-26-129038_Te_ped_scale_1.200/iteration_01/artifacts/EQDSK_COCOS_02_POS_SOURCE_SIGNS.OUT",</a:t>
            </a:r>
          </a:p>
          <a:p xmlns:a="http://schemas.openxmlformats.org/drawingml/2006/main">
            <a:r>
              <a:t>          "final_ip_a": 743011.4432,</a:t>
            </a:r>
          </a:p>
          <a:p xmlns:a="http://schemas.openxmlformats.org/drawingml/2006/main">
            <a:r>
              <a:t>          "final_ip_error_a": -1379.0568000000203,</a:t>
            </a:r>
          </a:p>
          <a:p xmlns:a="http://schemas.openxmlformats.org/drawingml/2006/main">
            <a:r>
              <a:t>          "final_ip_error_rel": 0.0018525986024808489,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0.004168570947479643,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10.285165484485777,</a:t>
            </a:r>
          </a:p>
          <a:p xmlns:a="http://schemas.openxmlformats.org/drawingml/2006/main">
            <a:r>
              <a:t>          "q_report_rel_diff": 0.011708292755391427,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1.1139139655101271,</a:t>
            </a:r>
          </a:p>
          <a:p xmlns:a="http://schemas.openxmlformats.org/drawingml/2006/main">
            <a:r>
              <a:t>            "q": 3.8158308307841535,</a:t>
            </a:r>
          </a:p>
          <a:p xmlns:a="http://schemas.openxmlformats.org/drawingml/2006/main">
            <a:r>
              <a:t>            "shear": 2.538157715450397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1.0494600025736758,</a:t>
            </a:r>
          </a:p>
          <a:p xmlns:a="http://schemas.openxmlformats.org/drawingml/2006/main">
            <a:r>
              <a:t>            "q": 7.012385743588886,</a:t>
            </a:r>
          </a:p>
          <a:p xmlns:a="http://schemas.openxmlformats.org/drawingml/2006/main">
            <a:r>
              <a:t>            "shear": 3.0564131719051657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1.0431761254583498,</a:t>
            </a:r>
          </a:p>
          <a:p xmlns:a="http://schemas.openxmlformats.org/drawingml/2006/main">
            <a:r>
              <a:t>            "q": 7.236035563411822,</a:t>
            </a:r>
          </a:p>
          <a:p xmlns:a="http://schemas.openxmlformats.org/drawingml/2006/main">
            <a:r>
              <a:t>            "shear": 3.0016280099836066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0.00004652089847109753,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"/pscratch/sd/j/joeschm/cheaseBS_runs/20260925/20260925_00-30-27-129038_ne_ped_scale_0.800/iteration_49/artifacts/EQDSK_COCOS_02_POS_SOURCE_SIGNS.OUT",</a:t>
            </a:r>
          </a:p>
          <a:p xmlns:a="http://schemas.openxmlformats.org/drawingml/2006/main">
            <a:r>
              <a:t>          "final_ip_a": 742354.3246,</a:t>
            </a:r>
          </a:p>
          <a:p xmlns:a="http://schemas.openxmlformats.org/drawingml/2006/main">
            <a:r>
              <a:t>          "final_ip_error_a": -2036.1753999999491,</a:t>
            </a:r>
          </a:p>
          <a:p xmlns:a="http://schemas.openxmlformats.org/drawingml/2006/main">
            <a:r>
              <a:t>          "final_ip_error_rel": 0.002735359196550667,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0.00013113435485529463,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10.133206563909406,</a:t>
            </a:r>
          </a:p>
          <a:p xmlns:a="http://schemas.openxmlformats.org/drawingml/2006/main">
            <a:r>
              <a:t>          "q_report_rel_diff": -0.0032392645140732535,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0.8028241370880869,</a:t>
            </a:r>
          </a:p>
          <a:p xmlns:a="http://schemas.openxmlformats.org/drawingml/2006/main">
            <a:r>
              <a:t>            "q": 3.715819224146889,</a:t>
            </a:r>
          </a:p>
          <a:p xmlns:a="http://schemas.openxmlformats.org/drawingml/2006/main">
            <a:r>
              <a:t>            "shear": 2.6327706658090677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0.771014202921898,</a:t>
            </a:r>
          </a:p>
          <a:p xmlns:a="http://schemas.openxmlformats.org/drawingml/2006/main">
            <a:r>
              <a:t>            "q": 6.882513965069678,</a:t>
            </a:r>
          </a:p>
          <a:p xmlns:a="http://schemas.openxmlformats.org/drawingml/2006/main">
            <a:r>
              <a:t>            "shear": 3.027994586910319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0.7663393931653839,</a:t>
            </a:r>
          </a:p>
          <a:p xmlns:a="http://schemas.openxmlformats.org/drawingml/2006/main">
            <a:r>
              <a:t>            "q": 7.103447761634577,</a:t>
            </a:r>
          </a:p>
          <a:p xmlns:a="http://schemas.openxmlformats.org/drawingml/2006/main">
            <a:r>
              <a:t>            "shear": 3.050790806534834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0.00009931534008995151,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"/pscratch/sd/j/joeschm/cheaseBS_runs/20260925/20260925_01-05-48-129038_ne_ped_scale_0.900/iteration_01/artifacts/EQDSK_COCOS_02_POS_SOURCE_SIGNS.OUT",</a:t>
            </a:r>
          </a:p>
          <a:p xmlns:a="http://schemas.openxmlformats.org/drawingml/2006/main">
            <a:r>
              <a:t>          "final_ip_a": 743768.5457,</a:t>
            </a:r>
          </a:p>
          <a:p xmlns:a="http://schemas.openxmlformats.org/drawingml/2006/main">
            <a:r>
              <a:t>          "final_ip_error_a": -621.954299999983,</a:t>
            </a:r>
          </a:p>
          <a:p xmlns:a="http://schemas.openxmlformats.org/drawingml/2006/main">
            <a:r>
              <a:t>          "final_ip_error_rel": 0.00083552154413575,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0.0001610705715942055,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10.123113609678928,</a:t>
            </a:r>
          </a:p>
          <a:p xmlns:a="http://schemas.openxmlformats.org/drawingml/2006/main">
            <a:r>
              <a:t>          "q_report_rel_diff": -0.004232065797511784,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0.8823945581595429,</a:t>
            </a:r>
          </a:p>
          <a:p xmlns:a="http://schemas.openxmlformats.org/drawingml/2006/main">
            <a:r>
              <a:t>            "q": 3.870920609318994,</a:t>
            </a:r>
          </a:p>
          <a:p xmlns:a="http://schemas.openxmlformats.org/drawingml/2006/main">
            <a:r>
              <a:t>            "shear": 2.50190867293743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0.8651329259184218,</a:t>
            </a:r>
          </a:p>
          <a:p xmlns:a="http://schemas.openxmlformats.org/drawingml/2006/main">
            <a:r>
              <a:t>            "q": 6.920498694820252,</a:t>
            </a:r>
          </a:p>
          <a:p xmlns:a="http://schemas.openxmlformats.org/drawingml/2006/main">
            <a:r>
              <a:t>            "shear": 2.909888394584164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0.8615106476454464,</a:t>
            </a:r>
          </a:p>
          <a:p xmlns:a="http://schemas.openxmlformats.org/drawingml/2006/main">
            <a:r>
              <a:t>            "q": 7.134062459030856,</a:t>
            </a:r>
          </a:p>
          <a:p xmlns:a="http://schemas.openxmlformats.org/drawingml/2006/main">
            <a:r>
              <a:t>            "shear": 2.937014422665381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0.000026177743323880228,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"/pscratch/sd/j/joeschm/cheaseBS_runs/20260925/20260925_01-07-48-129038_ne_ped_scale_0.950/iteration_01/artifacts/EQDSK_COCOS_02_POS_SOURCE_SIGNS.OUT",</a:t>
            </a:r>
          </a:p>
          <a:p xmlns:a="http://schemas.openxmlformats.org/drawingml/2006/main">
            <a:r>
              <a:t>          "final_ip_a": 744247.1346,</a:t>
            </a:r>
          </a:p>
          <a:p xmlns:a="http://schemas.openxmlformats.org/drawingml/2006/main">
            <a:r>
              <a:t>          "final_ip_error_a": -143.36540000000969,</a:t>
            </a:r>
          </a:p>
          <a:p xmlns:a="http://schemas.openxmlformats.org/drawingml/2006/main">
            <a:r>
              <a:t>          "final_ip_error_rel": 0.00019259434396329573,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0.00009084954150397195,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10.144314711377367,</a:t>
            </a:r>
          </a:p>
          <a:p xmlns:a="http://schemas.openxmlformats.org/drawingml/2006/main">
            <a:r>
              <a:t>          "q_report_rel_diff": -0.002146602959192268,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0.9272072693965396,</a:t>
            </a:r>
          </a:p>
          <a:p xmlns:a="http://schemas.openxmlformats.org/drawingml/2006/main">
            <a:r>
              <a:t>            "q": 3.8601086534770124,</a:t>
            </a:r>
          </a:p>
          <a:p xmlns:a="http://schemas.openxmlformats.org/drawingml/2006/main">
            <a:r>
              <a:t>            "shear": 2.510510500957273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0.9050350330436888,</a:t>
            </a:r>
          </a:p>
          <a:p xmlns:a="http://schemas.openxmlformats.org/drawingml/2006/main">
            <a:r>
              <a:t>            "q": 6.9275263545388945,</a:t>
            </a:r>
          </a:p>
          <a:p xmlns:a="http://schemas.openxmlformats.org/drawingml/2006/main">
            <a:r>
              <a:t>            "shear": 2.9271950802502267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0.9013056093257642,</a:t>
            </a:r>
          </a:p>
          <a:p xmlns:a="http://schemas.openxmlformats.org/drawingml/2006/main">
            <a:r>
              <a:t>            "q": 7.142618986138887,</a:t>
            </a:r>
          </a:p>
          <a:p xmlns:a="http://schemas.openxmlformats.org/drawingml/2006/main">
            <a:r>
              <a:t>            "shear": 2.9543700556889347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0.00011716508548737339,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"/pscratch/sd/j/joeschm/cheaseBS_runs/20260925/20260925_01-09-48-129038_ne_ped_scale_1.000/iteration_01/artifacts/EQDSK_COCOS_02_POS_SOURCE_SIGNS.OUT",</a:t>
            </a:r>
          </a:p>
          <a:p xmlns:a="http://schemas.openxmlformats.org/drawingml/2006/main">
            <a:r>
              <a:t>          "final_ip_a": 744748.8358,</a:t>
            </a:r>
          </a:p>
          <a:p xmlns:a="http://schemas.openxmlformats.org/drawingml/2006/main">
            <a:r>
              <a:t>          "final_ip_error_a": 358.33580000000075,</a:t>
            </a:r>
          </a:p>
          <a:p xmlns:a="http://schemas.openxmlformats.org/drawingml/2006/main">
            <a:r>
              <a:t>          "final_ip_error_rel": 0.0004813814792101736,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0.00012653335130516377,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10.165861728827153,</a:t>
            </a:r>
          </a:p>
          <a:p xmlns:a="http://schemas.openxmlformats.org/drawingml/2006/main">
            <a:r>
              <a:t>          "q_report_rel_diff": -0.00002711384927221471,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0.9720305975908881,</a:t>
            </a:r>
          </a:p>
          <a:p xmlns:a="http://schemas.openxmlformats.org/drawingml/2006/main">
            <a:r>
              <a:t>            "q": 3.849031302338208,</a:t>
            </a:r>
          </a:p>
          <a:p xmlns:a="http://schemas.openxmlformats.org/drawingml/2006/main">
            <a:r>
              <a:t>            "shear": 2.521903349606658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0.9446010839748571,</a:t>
            </a:r>
          </a:p>
          <a:p xmlns:a="http://schemas.openxmlformats.org/drawingml/2006/main">
            <a:r>
              <a:t>            "q": 6.935036120188842,</a:t>
            </a:r>
          </a:p>
          <a:p xmlns:a="http://schemas.openxmlformats.org/drawingml/2006/main">
            <a:r>
              <a:t>            "shear": 2.9460462214357013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0.9406871619767077,</a:t>
            </a:r>
          </a:p>
          <a:p xmlns:a="http://schemas.openxmlformats.org/drawingml/2006/main">
            <a:r>
              <a:t>            "q": 7.151742214248846,</a:t>
            </a:r>
          </a:p>
          <a:p xmlns:a="http://schemas.openxmlformats.org/drawingml/2006/main">
            <a:r>
              <a:t>            "shear": 2.9729512411076917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0.00021695197593992756,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"/pscratch/sd/j/joeschm/cheaseBS_runs/20260925/20260925_01-11-48-129038_ne_ped_scale_1.050/iteration_01/artifacts/EQDSK_COCOS_02_POS_SOURCE_SIGNS.OUT",</a:t>
            </a:r>
          </a:p>
          <a:p xmlns:a="http://schemas.openxmlformats.org/drawingml/2006/main">
            <a:r>
              <a:t>          "final_ip_a": 744895.835,</a:t>
            </a:r>
          </a:p>
          <a:p xmlns:a="http://schemas.openxmlformats.org/drawingml/2006/main">
            <a:r>
              <a:t>          "final_ip_error_a": 505.33499999996275,</a:t>
            </a:r>
          </a:p>
          <a:p xmlns:a="http://schemas.openxmlformats.org/drawingml/2006/main">
            <a:r>
              <a:t>          "final_ip_error_rel": 0.0006788574007862309,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0.00047390395342698517,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10.186476313407052,</a:t>
            </a:r>
          </a:p>
          <a:p xmlns:a="http://schemas.openxmlformats.org/drawingml/2006/main">
            <a:r>
              <a:t>          "q_report_rel_diff": 0.002000655777055217,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1.0167883282591401,</a:t>
            </a:r>
          </a:p>
          <a:p xmlns:a="http://schemas.openxmlformats.org/drawingml/2006/main">
            <a:r>
              <a:t>            "q": 3.8379524082440066,</a:t>
            </a:r>
          </a:p>
          <a:p xmlns:a="http://schemas.openxmlformats.org/drawingml/2006/main">
            <a:r>
              <a:t>            "shear": 2.533260065961111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0.9838419266878006,</a:t>
            </a:r>
          </a:p>
          <a:p xmlns:a="http://schemas.openxmlformats.org/drawingml/2006/main">
            <a:r>
              <a:t>            "q": 6.942523088366898,</a:t>
            </a:r>
          </a:p>
          <a:p xmlns:a="http://schemas.openxmlformats.org/drawingml/2006/main">
            <a:r>
              <a:t>            "shear": 2.9647438265686037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0.979721087907588,</a:t>
            </a:r>
          </a:p>
          <a:p xmlns:a="http://schemas.openxmlformats.org/drawingml/2006/main">
            <a:r>
              <a:t>            "q": 7.160829458692633,</a:t>
            </a:r>
          </a:p>
          <a:p xmlns:a="http://schemas.openxmlformats.org/drawingml/2006/main">
            <a:r>
              <a:t>            "shear": 2.9912687709191648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0.000320375029459415,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"/pscratch/sd/j/joeschm/cheaseBS_runs/20260925/20260925_01-13-48-129038_ne_ped_scale_1.100/iteration_01/artifacts/EQDSK_COCOS_02_POS_SOURCE_SIGNS.OUT",</a:t>
            </a:r>
          </a:p>
          <a:p xmlns:a="http://schemas.openxmlformats.org/drawingml/2006/main">
            <a:r>
              <a:t>          "final_ip_a": 745644.9792,</a:t>
            </a:r>
          </a:p>
          <a:p xmlns:a="http://schemas.openxmlformats.org/drawingml/2006/main">
            <a:r>
              <a:t>          "final_ip_error_a": 1254.4791999999434,</a:t>
            </a:r>
          </a:p>
          <a:p xmlns:a="http://schemas.openxmlformats.org/drawingml/2006/main">
            <a:r>
              <a:t>          "final_ip_error_rel": 0.0016852434306992678,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0.0004545097279508384,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10.201828468419743,</a:t>
            </a:r>
          </a:p>
          <a:p xmlns:a="http://schemas.openxmlformats.org/drawingml/2006/main">
            <a:r>
              <a:t>          "q_report_rel_diff": 0.003510782430966026,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1.0614833732648827,</a:t>
            </a:r>
          </a:p>
          <a:p xmlns:a="http://schemas.openxmlformats.org/drawingml/2006/main">
            <a:r>
              <a:t>            "q": 3.827287616896614,</a:t>
            </a:r>
          </a:p>
          <a:p xmlns:a="http://schemas.openxmlformats.org/drawingml/2006/main">
            <a:r>
              <a:t>            "shear": 2.5447180262373985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1.0228764726185748,</a:t>
            </a:r>
          </a:p>
          <a:p xmlns:a="http://schemas.openxmlformats.org/drawingml/2006/main">
            <a:r>
              <a:t>            "q": 6.951207420271271,</a:t>
            </a:r>
          </a:p>
          <a:p xmlns:a="http://schemas.openxmlformats.org/drawingml/2006/main">
            <a:r>
              <a:t>            "shear": 2.983721183585561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1.018549970364674,</a:t>
            </a:r>
          </a:p>
          <a:p xmlns:a="http://schemas.openxmlformats.org/drawingml/2006/main">
            <a:r>
              <a:t>            "q": 7.171169712111087,</a:t>
            </a:r>
          </a:p>
          <a:p xmlns:a="http://schemas.openxmlformats.org/drawingml/2006/main">
            <a:r>
              <a:t>            "shear": 3.009716371069703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9,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0.0011020502184236774,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"/pscratch/sd/j/joeschm/cheaseBS_runs/20260925/20260925_01-15-49-129038_ne_ped_scale_1.200/iteration_08/artifacts/EQDSK_COCOS_02_POS_SOURCE_SIGNS.OUT",</a:t>
            </a:r>
          </a:p>
          <a:p xmlns:a="http://schemas.openxmlformats.org/drawingml/2006/main">
            <a:r>
              <a:t>          "final_ip_a": 745183.961,</a:t>
            </a:r>
          </a:p>
          <a:p xmlns:a="http://schemas.openxmlformats.org/drawingml/2006/main">
            <a:r>
              <a:t>          "final_ip_error_a": 793.4610000000102,</a:t>
            </a:r>
          </a:p>
          <a:p xmlns:a="http://schemas.openxmlformats.org/drawingml/2006/main">
            <a:r>
              <a:t>          "final_ip_error_rel": 0.001065920373782323,</a:t>
            </a:r>
          </a:p>
          <a:p xmlns:a="http://schemas.openxmlformats.org/drawingml/2006/main">
            <a:r>
              <a:t>          "final_iteration": 8,</a:t>
            </a:r>
          </a:p>
          <a:p xmlns:a="http://schemas.openxmlformats.org/drawingml/2006/main">
            <a:r>
              <a:t>          "final_q_change_rel": 0.00130226408988478,</a:t>
            </a:r>
          </a:p>
          <a:p xmlns:a="http://schemas.openxmlformats.org/drawingml/2006/main">
            <a:r>
              <a:t>          "iterations": 9,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10.27929538256425,</a:t>
            </a:r>
          </a:p>
          <a:p xmlns:a="http://schemas.openxmlformats.org/drawingml/2006/main">
            <a:r>
              <a:t>          "q_report_rel_diff": 0.011130875619781266,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1.1474448050498323,</a:t>
            </a:r>
          </a:p>
          <a:p xmlns:a="http://schemas.openxmlformats.org/drawingml/2006/main">
            <a:r>
              <a:t>            "q": 3.8229724920101074,</a:t>
            </a:r>
          </a:p>
          <a:p xmlns:a="http://schemas.openxmlformats.org/drawingml/2006/main">
            <a:r>
              <a:t>            "shear": 2.535971503203369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1.1031000061234975,</a:t>
            </a:r>
          </a:p>
          <a:p xmlns:a="http://schemas.openxmlformats.org/drawingml/2006/main">
            <a:r>
              <a:t>            "q": 6.956462656958104,</a:t>
            </a:r>
          </a:p>
          <a:p xmlns:a="http://schemas.openxmlformats.org/drawingml/2006/main">
            <a:r>
              <a:t>            "shear": 2.966890375076266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1.0984399802727782,</a:t>
            </a:r>
          </a:p>
          <a:p xmlns:a="http://schemas.openxmlformats.org/drawingml/2006/main">
            <a:r>
              <a:t>            "q": 7.17697019379497,</a:t>
            </a:r>
          </a:p>
          <a:p xmlns:a="http://schemas.openxmlformats.org/drawingml/2006/main">
            <a:r>
              <a:t>            "shear": 3.0352823104303517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"C:\\Users\\joesc\\git\\cheaseBS_tests\\data\\129015_129038\\pm0.2_ncscal4_warmup1\\129038",</a:t>
            </a:r>
          </a:p>
          <a:p xmlns:a="http://schemas.openxmlformats.org/drawingml/2006/main">
            <a:r>
              <a:t>    "count": 13,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0.0001185795437510457,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"/pscratch/sd/j/joeschm/cheaseBS_runs/20260925/20260925_00-18-29-129038_Te_ped_scale_0.900/iteration_01/artifacts/EQDSK_COCOS_02_POS_SOURCE_SIGNS.OUT",</a:t>
            </a:r>
          </a:p>
          <a:p xmlns:a="http://schemas.openxmlformats.org/drawingml/2006/main">
            <a:r>
              <a:t>          "final_ip_a": 743775.8464,</a:t>
            </a:r>
          </a:p>
          <a:p xmlns:a="http://schemas.openxmlformats.org/drawingml/2006/main">
            <a:r>
              <a:t>          "final_ip_error_a": -614.6535999999614,</a:t>
            </a:r>
          </a:p>
          <a:p xmlns:a="http://schemas.openxmlformats.org/drawingml/2006/main">
            <a:r>
              <a:t>          "final_ip_error_rel": 0.0008257139230013836,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0.00014442656469398297,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10.13392212910564,</a:t>
            </a:r>
          </a:p>
          <a:p xmlns:a="http://schemas.openxmlformats.org/drawingml/2006/main">
            <a:r>
              <a:t>          "q_report_rel_diff": -0.0031688773876697588,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0.9038919642603553,</a:t>
            </a:r>
          </a:p>
          <a:p xmlns:a="http://schemas.openxmlformats.org/drawingml/2006/main">
            <a:r>
              <a:t>            "q": 3.865839786539715,</a:t>
            </a:r>
          </a:p>
          <a:p xmlns:a="http://schemas.openxmlformats.org/drawingml/2006/main">
            <a:r>
              <a:t>            "shear": 2.5008443132043974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0.8824215782219859,</a:t>
            </a:r>
          </a:p>
          <a:p xmlns:a="http://schemas.openxmlformats.org/drawingml/2006/main">
            <a:r>
              <a:t>            "q": 6.923947012878679,</a:t>
            </a:r>
          </a:p>
          <a:p xmlns:a="http://schemas.openxmlformats.org/drawingml/2006/main">
            <a:r>
              <a:t>            "shear": 2.9244159114437243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0.8771310382649298,</a:t>
            </a:r>
          </a:p>
          <a:p xmlns:a="http://schemas.openxmlformats.org/drawingml/2006/main">
            <a:r>
              <a:t>            "q": 7.138689408232638,</a:t>
            </a:r>
          </a:p>
          <a:p xmlns:a="http://schemas.openxmlformats.org/drawingml/2006/main">
            <a:r>
              <a:t>            "shear": 2.950764309093145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0.00005560787171299757,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"/pscratch/sd/j/joeschm/cheaseBS_runs/20260925/20260925_00-20-28-129038_Te_ped_scale_0.950/iteration_01/artifacts/EQDSK_COCOS_02_POS_SOURCE_SIGNS.OUT",</a:t>
            </a:r>
          </a:p>
          <a:p xmlns:a="http://schemas.openxmlformats.org/drawingml/2006/main">
            <a:r>
              <a:t>          "final_ip_a": 744171.662,</a:t>
            </a:r>
          </a:p>
          <a:p xmlns:a="http://schemas.openxmlformats.org/drawingml/2006/main">
            <a:r>
              <a:t>          "final_ip_error_a": -218.83799999998882,</a:t>
            </a:r>
          </a:p>
          <a:p xmlns:a="http://schemas.openxmlformats.org/drawingml/2006/main">
            <a:r>
              <a:t>          "final_ip_error_rel": 0.0002939827953204519,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0.000070120765704849,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10.150802468998542,</a:t>
            </a:r>
          </a:p>
          <a:p xmlns:a="http://schemas.openxmlformats.org/drawingml/2006/main">
            <a:r>
              <a:t>          "q_report_rel_diff": -0.0015084296408698658,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0.9393242914203791,</a:t>
            </a:r>
          </a:p>
          <a:p xmlns:a="http://schemas.openxmlformats.org/drawingml/2006/main">
            <a:r>
              <a:t>            "q": 3.8575284438640742,</a:t>
            </a:r>
          </a:p>
          <a:p xmlns:a="http://schemas.openxmlformats.org/drawingml/2006/main">
            <a:r>
              <a:t>            "shear": 2.5079002321441672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0.9124405964316756,</a:t>
            </a:r>
          </a:p>
          <a:p xmlns:a="http://schemas.openxmlformats.org/drawingml/2006/main">
            <a:r>
              <a:t>            "q": 6.930477872499039,</a:t>
            </a:r>
          </a:p>
          <a:p xmlns:a="http://schemas.openxmlformats.org/drawingml/2006/main">
            <a:r>
              <a:t>            "shear": 2.9384663941819325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0.9070807222467794,</a:t>
            </a:r>
          </a:p>
          <a:p xmlns:a="http://schemas.openxmlformats.org/drawingml/2006/main">
            <a:r>
              <a:t>            "q": 7.146455311120393,</a:t>
            </a:r>
          </a:p>
          <a:p xmlns:a="http://schemas.openxmlformats.org/drawingml/2006/main">
            <a:r>
              <a:t>            "shear": 2.964443932898004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0.000008072790863454405,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"/pscratch/sd/j/joeschm/cheaseBS_runs/20260925/20260925_00-22-28-129038_Te_ped_scale_1.000/iteration_01/artifacts/EQDSK_COCOS_02_POS_SOURCE_SIGNS.OUT",</a:t>
            </a:r>
          </a:p>
          <a:p xmlns:a="http://schemas.openxmlformats.org/drawingml/2006/main">
            <a:r>
              <a:t>          "final_ip_a": 744570.9373,</a:t>
            </a:r>
          </a:p>
          <a:p xmlns:a="http://schemas.openxmlformats.org/drawingml/2006/main">
            <a:r>
              <a:t>          "final_ip_error_a": 180.4372999999905,</a:t>
            </a:r>
          </a:p>
          <a:p xmlns:a="http://schemas.openxmlformats.org/drawingml/2006/main">
            <a:r>
              <a:t>          "final_ip_error_rel": 0.00024239602735390967,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0.000034831279693399394,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10.167910720242054,</a:t>
            </a:r>
          </a:p>
          <a:p xmlns:a="http://schemas.openxmlformats.org/drawingml/2006/main">
            <a:r>
              <a:t>          "q_report_rel_diff": 0.00017443678298222122,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0.9747162795625773,</a:t>
            </a:r>
          </a:p>
          <a:p xmlns:a="http://schemas.openxmlformats.org/drawingml/2006/main">
            <a:r>
              <a:t>            "q": 3.8492958644795183,</a:t>
            </a:r>
          </a:p>
          <a:p xmlns:a="http://schemas.openxmlformats.org/drawingml/2006/main">
            <a:r>
              <a:t>            "shear": 2.514963218514678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0.942268742600745,</a:t>
            </a:r>
          </a:p>
          <a:p xmlns:a="http://schemas.openxmlformats.org/drawingml/2006/main">
            <a:r>
              <a:t>            "q": 6.937231443895672,</a:t>
            </a:r>
          </a:p>
          <a:p xmlns:a="http://schemas.openxmlformats.org/drawingml/2006/main">
            <a:r>
              <a:t>            "shear": 2.952538965696059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0.9368284155357353,</a:t>
            </a:r>
          </a:p>
          <a:p xmlns:a="http://schemas.openxmlformats.org/drawingml/2006/main">
            <a:r>
              <a:t>            "q": 7.15443911314612,</a:t>
            </a:r>
          </a:p>
          <a:p xmlns:a="http://schemas.openxmlformats.org/drawingml/2006/main">
            <a:r>
              <a:t>            "shear": 2.978080123232937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0.0000700513788265312,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"/pscratch/sd/j/joeschm/cheaseBS_runs/20260925/20260925_00-24-27-129038_Te_ped_scale_1.050/iteration_01/artifacts/EQDSK_COCOS_02_POS_SOURCE_SIGNS.OUT",</a:t>
            </a:r>
          </a:p>
          <a:p xmlns:a="http://schemas.openxmlformats.org/drawingml/2006/main">
            <a:r>
              <a:t>          "final_ip_a": 744986.7408,</a:t>
            </a:r>
          </a:p>
          <a:p xmlns:a="http://schemas.openxmlformats.org/drawingml/2006/main">
            <a:r>
              <a:t>          "final_ip_error_a": 596.2408000000287,</a:t>
            </a:r>
          </a:p>
          <a:p xmlns:a="http://schemas.openxmlformats.org/drawingml/2006/main">
            <a:r>
              <a:t>          "final_ip_error_rel": 0.0008009785186673241,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0.0001264908583424635,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10.185298253346716,</a:t>
            </a:r>
          </a:p>
          <a:p xmlns:a="http://schemas.openxmlformats.org/drawingml/2006/main">
            <a:r>
              <a:t>          "q_report_rel_diff": 0.0018847749840622157,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1.0100672129186035,</a:t>
            </a:r>
          </a:p>
          <a:p xmlns:a="http://schemas.openxmlformats.org/drawingml/2006/main">
            <a:r>
              <a:t>            "q": 3.841144044458421,</a:t>
            </a:r>
          </a:p>
          <a:p xmlns:a="http://schemas.openxmlformats.org/drawingml/2006/main">
            <a:r>
              <a:t>            "shear": 2.522037416696589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0.9719090456681604,</a:t>
            </a:r>
          </a:p>
          <a:p xmlns:a="http://schemas.openxmlformats.org/drawingml/2006/main">
            <a:r>
              <a:t>            "q": 6.944234571712113,</a:t>
            </a:r>
          </a:p>
          <a:p xmlns:a="http://schemas.openxmlformats.org/drawingml/2006/main">
            <a:r>
              <a:t>            "shear": 2.9667124204541686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0.9663812409393832,</a:t>
            </a:r>
          </a:p>
          <a:p xmlns:a="http://schemas.openxmlformats.org/drawingml/2006/main">
            <a:r>
              <a:t>            "q": 7.162685624311394,</a:t>
            </a:r>
          </a:p>
          <a:p xmlns:a="http://schemas.openxmlformats.org/drawingml/2006/main">
            <a:r>
              <a:t>            "shear": 2.9917028288010146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0.0001640666340696336,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"/pscratch/sd/j/joeschm/cheaseBS_runs/20260925/20260925_00-26-27-129038_Te_ped_scale_1.100/iteration_01/artifacts/EQDSK_COCOS_02_POS_SOURCE_SIGNS.OUT",</a:t>
            </a:r>
          </a:p>
          <a:p xmlns:a="http://schemas.openxmlformats.org/drawingml/2006/main">
            <a:r>
              <a:t>          "final_ip_a": 744546.9688,</a:t>
            </a:r>
          </a:p>
          <a:p xmlns:a="http://schemas.openxmlformats.org/drawingml/2006/main">
            <a:r>
              <a:t>          "final_ip_error_a": 156.46880000003148,</a:t>
            </a:r>
          </a:p>
          <a:p xmlns:a="http://schemas.openxmlformats.org/drawingml/2006/main">
            <a:r>
              <a:t>          "final_ip_error_rel": 0.0002101972016032331,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0.0010977694201124617,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10.201771446184075,</a:t>
            </a:r>
          </a:p>
          <a:p xmlns:a="http://schemas.openxmlformats.org/drawingml/2006/main">
            <a:r>
              <a:t>          "q_report_rel_diff": 0.003505173394457738,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1.0452243074735519,</a:t>
            </a:r>
          </a:p>
          <a:p xmlns:a="http://schemas.openxmlformats.org/drawingml/2006/main">
            <a:r>
              <a:t>            "q": 3.832907367534465,</a:t>
            </a:r>
          </a:p>
          <a:p xmlns:a="http://schemas.openxmlformats.org/drawingml/2006/main">
            <a:r>
              <a:t>            "shear": 2.52867903827978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1.000408748204266,</a:t>
            </a:r>
          </a:p>
          <a:p xmlns:a="http://schemas.openxmlformats.org/drawingml/2006/main">
            <a:r>
              <a:t>            "q": 6.95049287735318,</a:t>
            </a:r>
          </a:p>
          <a:p xmlns:a="http://schemas.openxmlformats.org/drawingml/2006/main">
            <a:r>
              <a:t>            "shear": 2.9802626374374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0.9946795559265926,</a:t>
            </a:r>
          </a:p>
          <a:p xmlns:a="http://schemas.openxmlformats.org/drawingml/2006/main">
            <a:r>
              <a:t>            "q": 7.170110582782434,</a:t>
            </a:r>
          </a:p>
          <a:p xmlns:a="http://schemas.openxmlformats.org/drawingml/2006/main">
            <a:r>
              <a:t>            "shear": 3.004623641718282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0.0005947178864441195,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"/pscratch/sd/j/joeschm/cheaseBS_runs/20260925/20260925_00-28-26-129038_Te_ped_scale_1.200/iteration_01/artifacts/EQDSK_COCOS_02_POS_SOURCE_SIGNS.OUT",</a:t>
            </a:r>
          </a:p>
          <a:p xmlns:a="http://schemas.openxmlformats.org/drawingml/2006/main">
            <a:r>
              <a:t>          "final_ip_a": 743011.4432,</a:t>
            </a:r>
          </a:p>
          <a:p xmlns:a="http://schemas.openxmlformats.org/drawingml/2006/main">
            <a:r>
              <a:t>          "final_ip_error_a": -1379.0568000000203,</a:t>
            </a:r>
          </a:p>
          <a:p xmlns:a="http://schemas.openxmlformats.org/drawingml/2006/main">
            <a:r>
              <a:t>          "final_ip_error_rel": 0.0018525986024808489,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0.004168570947479643,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10.285165484485777,</a:t>
            </a:r>
          </a:p>
          <a:p xmlns:a="http://schemas.openxmlformats.org/drawingml/2006/main">
            <a:r>
              <a:t>          "q_report_rel_diff": 0.011708292755391427,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1.1139139655101271,</a:t>
            </a:r>
          </a:p>
          <a:p xmlns:a="http://schemas.openxmlformats.org/drawingml/2006/main">
            <a:r>
              <a:t>            "q": 3.8158308307841535,</a:t>
            </a:r>
          </a:p>
          <a:p xmlns:a="http://schemas.openxmlformats.org/drawingml/2006/main">
            <a:r>
              <a:t>            "shear": 2.538157715450397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1.0494600025736758,</a:t>
            </a:r>
          </a:p>
          <a:p xmlns:a="http://schemas.openxmlformats.org/drawingml/2006/main">
            <a:r>
              <a:t>            "q": 7.012385743588886,</a:t>
            </a:r>
          </a:p>
          <a:p xmlns:a="http://schemas.openxmlformats.org/drawingml/2006/main">
            <a:r>
              <a:t>            "shear": 3.0564131719051657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1.0431761254583498,</a:t>
            </a:r>
          </a:p>
          <a:p xmlns:a="http://schemas.openxmlformats.org/drawingml/2006/main">
            <a:r>
              <a:t>            "q": 7.236035563411822,</a:t>
            </a:r>
          </a:p>
          <a:p xmlns:a="http://schemas.openxmlformats.org/drawingml/2006/main">
            <a:r>
              <a:t>            "shear": 3.0016280099836066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0.00004652089847109753,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"/pscratch/sd/j/joeschm/cheaseBS_runs/20260925/20260925_00-30-27-129038_ne_ped_scale_0.800/iteration_49/artifacts/EQDSK_COCOS_02_POS_SOURCE_SIGNS.OUT",</a:t>
            </a:r>
          </a:p>
          <a:p xmlns:a="http://schemas.openxmlformats.org/drawingml/2006/main">
            <a:r>
              <a:t>          "final_ip_a": 742354.3246,</a:t>
            </a:r>
          </a:p>
          <a:p xmlns:a="http://schemas.openxmlformats.org/drawingml/2006/main">
            <a:r>
              <a:t>          "final_ip_error_a": -2036.1753999999491,</a:t>
            </a:r>
          </a:p>
          <a:p xmlns:a="http://schemas.openxmlformats.org/drawingml/2006/main">
            <a:r>
              <a:t>          "final_ip_error_rel": 0.002735359196550667,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0.00013113435485529463,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10.133206563909406,</a:t>
            </a:r>
          </a:p>
          <a:p xmlns:a="http://schemas.openxmlformats.org/drawingml/2006/main">
            <a:r>
              <a:t>          "q_report_rel_diff": -0.0032392645140732535,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0.8028241370880869,</a:t>
            </a:r>
          </a:p>
          <a:p xmlns:a="http://schemas.openxmlformats.org/drawingml/2006/main">
            <a:r>
              <a:t>            "q": 3.715819224146889,</a:t>
            </a:r>
          </a:p>
          <a:p xmlns:a="http://schemas.openxmlformats.org/drawingml/2006/main">
            <a:r>
              <a:t>            "shear": 2.6327706658090677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0.771014202921898,</a:t>
            </a:r>
          </a:p>
          <a:p xmlns:a="http://schemas.openxmlformats.org/drawingml/2006/main">
            <a:r>
              <a:t>            "q": 6.882513965069678,</a:t>
            </a:r>
          </a:p>
          <a:p xmlns:a="http://schemas.openxmlformats.org/drawingml/2006/main">
            <a:r>
              <a:t>            "shear": 3.027994586910319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0.7663393931653839,</a:t>
            </a:r>
          </a:p>
          <a:p xmlns:a="http://schemas.openxmlformats.org/drawingml/2006/main">
            <a:r>
              <a:t>            "q": 7.103447761634577,</a:t>
            </a:r>
          </a:p>
          <a:p xmlns:a="http://schemas.openxmlformats.org/drawingml/2006/main">
            <a:r>
              <a:t>            "shear": 3.050790806534834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0.00009931534008995151,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"/pscratch/sd/j/joeschm/cheaseBS_runs/20260925/20260925_01-05-48-129038_ne_ped_scale_0.900/iteration_01/artifacts/EQDSK_COCOS_02_POS_SOURCE_SIGNS.OUT",</a:t>
            </a:r>
          </a:p>
          <a:p xmlns:a="http://schemas.openxmlformats.org/drawingml/2006/main">
            <a:r>
              <a:t>          "final_ip_a": 743768.5457,</a:t>
            </a:r>
          </a:p>
          <a:p xmlns:a="http://schemas.openxmlformats.org/drawingml/2006/main">
            <a:r>
              <a:t>          "final_ip_error_a": -621.954299999983,</a:t>
            </a:r>
          </a:p>
          <a:p xmlns:a="http://schemas.openxmlformats.org/drawingml/2006/main">
            <a:r>
              <a:t>          "final_ip_error_rel": 0.00083552154413575,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0.0001610705715942055,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10.123113609678928,</a:t>
            </a:r>
          </a:p>
          <a:p xmlns:a="http://schemas.openxmlformats.org/drawingml/2006/main">
            <a:r>
              <a:t>          "q_report_rel_diff": -0.004232065797511784,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0.8823945581595429,</a:t>
            </a:r>
          </a:p>
          <a:p xmlns:a="http://schemas.openxmlformats.org/drawingml/2006/main">
            <a:r>
              <a:t>            "q": 3.870920609318994,</a:t>
            </a:r>
          </a:p>
          <a:p xmlns:a="http://schemas.openxmlformats.org/drawingml/2006/main">
            <a:r>
              <a:t>            "shear": 2.50190867293743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0.8651329259184218,</a:t>
            </a:r>
          </a:p>
          <a:p xmlns:a="http://schemas.openxmlformats.org/drawingml/2006/main">
            <a:r>
              <a:t>            "q": 6.920498694820252,</a:t>
            </a:r>
          </a:p>
          <a:p xmlns:a="http://schemas.openxmlformats.org/drawingml/2006/main">
            <a:r>
              <a:t>            "shear": 2.909888394584164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0.8615106476454464,</a:t>
            </a:r>
          </a:p>
          <a:p xmlns:a="http://schemas.openxmlformats.org/drawingml/2006/main">
            <a:r>
              <a:t>            "q": 7.134062459030856,</a:t>
            </a:r>
          </a:p>
          <a:p xmlns:a="http://schemas.openxmlformats.org/drawingml/2006/main">
            <a:r>
              <a:t>            "shear": 2.937014422665381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0.000026177743323880228,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"/pscratch/sd/j/joeschm/cheaseBS_runs/20260925/20260925_01-07-48-129038_ne_ped_scale_0.950/iteration_01/artifacts/EQDSK_COCOS_02_POS_SOURCE_SIGNS.OUT",</a:t>
            </a:r>
          </a:p>
          <a:p xmlns:a="http://schemas.openxmlformats.org/drawingml/2006/main">
            <a:r>
              <a:t>          "final_ip_a": 744247.1346,</a:t>
            </a:r>
          </a:p>
          <a:p xmlns:a="http://schemas.openxmlformats.org/drawingml/2006/main">
            <a:r>
              <a:t>          "final_ip_error_a": -143.36540000000969,</a:t>
            </a:r>
          </a:p>
          <a:p xmlns:a="http://schemas.openxmlformats.org/drawingml/2006/main">
            <a:r>
              <a:t>          "final_ip_error_rel": 0.00019259434396329573,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0.00009084954150397195,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10.144314711377367,</a:t>
            </a:r>
          </a:p>
          <a:p xmlns:a="http://schemas.openxmlformats.org/drawingml/2006/main">
            <a:r>
              <a:t>          "q_report_rel_diff": -0.002146602959192268,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0.9272072693965396,</a:t>
            </a:r>
          </a:p>
          <a:p xmlns:a="http://schemas.openxmlformats.org/drawingml/2006/main">
            <a:r>
              <a:t>            "q": 3.8601086534770124,</a:t>
            </a:r>
          </a:p>
          <a:p xmlns:a="http://schemas.openxmlformats.org/drawingml/2006/main">
            <a:r>
              <a:t>            "shear": 2.510510500957273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0.9050350330436888,</a:t>
            </a:r>
          </a:p>
          <a:p xmlns:a="http://schemas.openxmlformats.org/drawingml/2006/main">
            <a:r>
              <a:t>            "q": 6.9275263545388945,</a:t>
            </a:r>
          </a:p>
          <a:p xmlns:a="http://schemas.openxmlformats.org/drawingml/2006/main">
            <a:r>
              <a:t>            "shear": 2.9271950802502267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0.9013056093257642,</a:t>
            </a:r>
          </a:p>
          <a:p xmlns:a="http://schemas.openxmlformats.org/drawingml/2006/main">
            <a:r>
              <a:t>            "q": 7.142618986138887,</a:t>
            </a:r>
          </a:p>
          <a:p xmlns:a="http://schemas.openxmlformats.org/drawingml/2006/main">
            <a:r>
              <a:t>            "shear": 2.9543700556889347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0.00011716508548737339,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"/pscratch/sd/j/joeschm/cheaseBS_runs/20260925/20260925_01-09-48-129038_ne_ped_scale_1.000/iteration_01/artifacts/EQDSK_COCOS_02_POS_SOURCE_SIGNS.OUT",</a:t>
            </a:r>
          </a:p>
          <a:p xmlns:a="http://schemas.openxmlformats.org/drawingml/2006/main">
            <a:r>
              <a:t>          "final_ip_a": 744748.8358,</a:t>
            </a:r>
          </a:p>
          <a:p xmlns:a="http://schemas.openxmlformats.org/drawingml/2006/main">
            <a:r>
              <a:t>          "final_ip_error_a": 358.33580000000075,</a:t>
            </a:r>
          </a:p>
          <a:p xmlns:a="http://schemas.openxmlformats.org/drawingml/2006/main">
            <a:r>
              <a:t>          "final_ip_error_rel": 0.0004813814792101736,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0.00012653335130516377,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10.165861728827153,</a:t>
            </a:r>
          </a:p>
          <a:p xmlns:a="http://schemas.openxmlformats.org/drawingml/2006/main">
            <a:r>
              <a:t>          "q_report_rel_diff": -0.00002711384927221471,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0.9720305975908881,</a:t>
            </a:r>
          </a:p>
          <a:p xmlns:a="http://schemas.openxmlformats.org/drawingml/2006/main">
            <a:r>
              <a:t>            "q": 3.849031302338208,</a:t>
            </a:r>
          </a:p>
          <a:p xmlns:a="http://schemas.openxmlformats.org/drawingml/2006/main">
            <a:r>
              <a:t>            "shear": 2.521903349606658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0.9446010839748571,</a:t>
            </a:r>
          </a:p>
          <a:p xmlns:a="http://schemas.openxmlformats.org/drawingml/2006/main">
            <a:r>
              <a:t>            "q": 6.935036120188842,</a:t>
            </a:r>
          </a:p>
          <a:p xmlns:a="http://schemas.openxmlformats.org/drawingml/2006/main">
            <a:r>
              <a:t>            "shear": 2.9460462214357013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0.9406871619767077,</a:t>
            </a:r>
          </a:p>
          <a:p xmlns:a="http://schemas.openxmlformats.org/drawingml/2006/main">
            <a:r>
              <a:t>            "q": 7.151742214248846,</a:t>
            </a:r>
          </a:p>
          <a:p xmlns:a="http://schemas.openxmlformats.org/drawingml/2006/main">
            <a:r>
              <a:t>            "shear": 2.9729512411076917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0.00021695197593992756,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"/pscratch/sd/j/joeschm/cheaseBS_runs/20260925/20260925_01-11-48-129038_ne_ped_scale_1.050/iteration_01/artifacts/EQDSK_COCOS_02_POS_SOURCE_SIGNS.OUT",</a:t>
            </a:r>
          </a:p>
          <a:p xmlns:a="http://schemas.openxmlformats.org/drawingml/2006/main">
            <a:r>
              <a:t>          "final_ip_a": 744895.835,</a:t>
            </a:r>
          </a:p>
          <a:p xmlns:a="http://schemas.openxmlformats.org/drawingml/2006/main">
            <a:r>
              <a:t>          "final_ip_error_a": 505.33499999996275,</a:t>
            </a:r>
          </a:p>
          <a:p xmlns:a="http://schemas.openxmlformats.org/drawingml/2006/main">
            <a:r>
              <a:t>          "final_ip_error_rel": 0.0006788574007862309,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0.00047390395342698517,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10.186476313407052,</a:t>
            </a:r>
          </a:p>
          <a:p xmlns:a="http://schemas.openxmlformats.org/drawingml/2006/main">
            <a:r>
              <a:t>          "q_report_rel_diff": 0.002000655777055217,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1.0167883282591401,</a:t>
            </a:r>
          </a:p>
          <a:p xmlns:a="http://schemas.openxmlformats.org/drawingml/2006/main">
            <a:r>
              <a:t>            "q": 3.8379524082440066,</a:t>
            </a:r>
          </a:p>
          <a:p xmlns:a="http://schemas.openxmlformats.org/drawingml/2006/main">
            <a:r>
              <a:t>            "shear": 2.533260065961111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0.9838419266878006,</a:t>
            </a:r>
          </a:p>
          <a:p xmlns:a="http://schemas.openxmlformats.org/drawingml/2006/main">
            <a:r>
              <a:t>            "q": 6.942523088366898,</a:t>
            </a:r>
          </a:p>
          <a:p xmlns:a="http://schemas.openxmlformats.org/drawingml/2006/main">
            <a:r>
              <a:t>            "shear": 2.9647438265686037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0.979721087907588,</a:t>
            </a:r>
          </a:p>
          <a:p xmlns:a="http://schemas.openxmlformats.org/drawingml/2006/main">
            <a:r>
              <a:t>            "q": 7.160829458692633,</a:t>
            </a:r>
          </a:p>
          <a:p xmlns:a="http://schemas.openxmlformats.org/drawingml/2006/main">
            <a:r>
              <a:t>            "shear": 2.9912687709191648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0.000320375029459415,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"/pscratch/sd/j/joeschm/cheaseBS_runs/20260925/20260925_01-13-48-129038_ne_ped_scale_1.100/iteration_01/artifacts/EQDSK_COCOS_02_POS_SOURCE_SIGNS.OUT",</a:t>
            </a:r>
          </a:p>
          <a:p xmlns:a="http://schemas.openxmlformats.org/drawingml/2006/main">
            <a:r>
              <a:t>          "final_ip_a": 745644.9792,</a:t>
            </a:r>
          </a:p>
          <a:p xmlns:a="http://schemas.openxmlformats.org/drawingml/2006/main">
            <a:r>
              <a:t>          "final_ip_error_a": 1254.4791999999434,</a:t>
            </a:r>
          </a:p>
          <a:p xmlns:a="http://schemas.openxmlformats.org/drawingml/2006/main">
            <a:r>
              <a:t>          "final_ip_error_rel": 0.0016852434306992678,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0.0004545097279508384,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10.201828468419743,</a:t>
            </a:r>
          </a:p>
          <a:p xmlns:a="http://schemas.openxmlformats.org/drawingml/2006/main">
            <a:r>
              <a:t>          "q_report_rel_diff": 0.003510782430966026,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1.0614833732648827,</a:t>
            </a:r>
          </a:p>
          <a:p xmlns:a="http://schemas.openxmlformats.org/drawingml/2006/main">
            <a:r>
              <a:t>            "q": 3.827287616896614,</a:t>
            </a:r>
          </a:p>
          <a:p xmlns:a="http://schemas.openxmlformats.org/drawingml/2006/main">
            <a:r>
              <a:t>            "shear": 2.5447180262373985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1.0228764726185748,</a:t>
            </a:r>
          </a:p>
          <a:p xmlns:a="http://schemas.openxmlformats.org/drawingml/2006/main">
            <a:r>
              <a:t>            "q": 6.951207420271271,</a:t>
            </a:r>
          </a:p>
          <a:p xmlns:a="http://schemas.openxmlformats.org/drawingml/2006/main">
            <a:r>
              <a:t>            "shear": 2.983721183585561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1.018549970364674,</a:t>
            </a:r>
          </a:p>
          <a:p xmlns:a="http://schemas.openxmlformats.org/drawingml/2006/main">
            <a:r>
              <a:t>            "q": 7.171169712111087,</a:t>
            </a:r>
          </a:p>
          <a:p xmlns:a="http://schemas.openxmlformats.org/drawingml/2006/main">
            <a:r>
              <a:t>            "shear": 3.009716371069703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9,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0.0011020502184236774,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"/pscratch/sd/j/joeschm/cheaseBS_runs/20260925/20260925_01-15-49-129038_ne_ped_scale_1.200/iteration_08/artifacts/EQDSK_COCOS_02_POS_SOURCE_SIGNS.OUT",</a:t>
            </a:r>
          </a:p>
          <a:p xmlns:a="http://schemas.openxmlformats.org/drawingml/2006/main">
            <a:r>
              <a:t>          "final_ip_a": 745183.961,</a:t>
            </a:r>
          </a:p>
          <a:p xmlns:a="http://schemas.openxmlformats.org/drawingml/2006/main">
            <a:r>
              <a:t>          "final_ip_error_a": 793.4610000000102,</a:t>
            </a:r>
          </a:p>
          <a:p xmlns:a="http://schemas.openxmlformats.org/drawingml/2006/main">
            <a:r>
              <a:t>          "final_ip_error_rel": 0.001065920373782323,</a:t>
            </a:r>
          </a:p>
          <a:p xmlns:a="http://schemas.openxmlformats.org/drawingml/2006/main">
            <a:r>
              <a:t>          "final_iteration": 8,</a:t>
            </a:r>
          </a:p>
          <a:p xmlns:a="http://schemas.openxmlformats.org/drawingml/2006/main">
            <a:r>
              <a:t>          "final_q_change_rel": 0.00130226408988478,</a:t>
            </a:r>
          </a:p>
          <a:p xmlns:a="http://schemas.openxmlformats.org/drawingml/2006/main">
            <a:r>
              <a:t>          "iterations": 9,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10.27929538256425,</a:t>
            </a:r>
          </a:p>
          <a:p xmlns:a="http://schemas.openxmlformats.org/drawingml/2006/main">
            <a:r>
              <a:t>          "q_report_rel_diff": 0.011130875619781266,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1.1474448050498323,</a:t>
            </a:r>
          </a:p>
          <a:p xmlns:a="http://schemas.openxmlformats.org/drawingml/2006/main">
            <a:r>
              <a:t>            "q": 3.8229724920101074,</a:t>
            </a:r>
          </a:p>
          <a:p xmlns:a="http://schemas.openxmlformats.org/drawingml/2006/main">
            <a:r>
              <a:t>            "shear": 2.535971503203369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1.1031000061234975,</a:t>
            </a:r>
          </a:p>
          <a:p xmlns:a="http://schemas.openxmlformats.org/drawingml/2006/main">
            <a:r>
              <a:t>            "q": 6.956462656958104,</a:t>
            </a:r>
          </a:p>
          <a:p xmlns:a="http://schemas.openxmlformats.org/drawingml/2006/main">
            <a:r>
              <a:t>            "shear": 2.966890375076266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1.0984399802727782,</a:t>
            </a:r>
          </a:p>
          <a:p xmlns:a="http://schemas.openxmlformats.org/drawingml/2006/main">
            <a:r>
              <a:t>            "q": 7.17697019379497,</a:t>
            </a:r>
          </a:p>
          <a:p xmlns:a="http://schemas.openxmlformats.org/drawingml/2006/main">
            <a:r>
              <a:t>            "shear": 3.0352823104303517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"C:\\Users\\joesc\\git\\cheaseBS_tests\\data\\129015_129038\\pm0.2_ncscal4_warmup2\\129038",</a:t>
            </a:r>
          </a:p>
          <a:p xmlns:a="http://schemas.openxmlformats.org/drawingml/2006/main">
            <a:r>
              <a:t>    "count": 13,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0.0001185795437510457,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"/pscratch/sd/j/joeschm/cheaseBS_runs/20260925/20260925_00-17-33-129038_Te_ped_scale_0.900/iteration_01/artifacts/EQDSK_COCOS_02_POS_SOURCE_SIGNS.OUT",</a:t>
            </a:r>
          </a:p>
          <a:p xmlns:a="http://schemas.openxmlformats.org/drawingml/2006/main">
            <a:r>
              <a:t>          "final_ip_a": 743775.8464,</a:t>
            </a:r>
          </a:p>
          <a:p xmlns:a="http://schemas.openxmlformats.org/drawingml/2006/main">
            <a:r>
              <a:t>          "final_ip_error_a": -614.6535999999614,</a:t>
            </a:r>
          </a:p>
          <a:p xmlns:a="http://schemas.openxmlformats.org/drawingml/2006/main">
            <a:r>
              <a:t>          "final_ip_error_rel": 0.0008257139230013836,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0.00014442656469398297,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10.13392212910564,</a:t>
            </a:r>
          </a:p>
          <a:p xmlns:a="http://schemas.openxmlformats.org/drawingml/2006/main">
            <a:r>
              <a:t>          "q_report_rel_diff": -0.0031688773876697588,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0.9038919642603553,</a:t>
            </a:r>
          </a:p>
          <a:p xmlns:a="http://schemas.openxmlformats.org/drawingml/2006/main">
            <a:r>
              <a:t>            "q": 3.865839786539715,</a:t>
            </a:r>
          </a:p>
          <a:p xmlns:a="http://schemas.openxmlformats.org/drawingml/2006/main">
            <a:r>
              <a:t>            "shear": 2.5008443132043974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0.8824215782219859,</a:t>
            </a:r>
          </a:p>
          <a:p xmlns:a="http://schemas.openxmlformats.org/drawingml/2006/main">
            <a:r>
              <a:t>            "q": 6.923947012878679,</a:t>
            </a:r>
          </a:p>
          <a:p xmlns:a="http://schemas.openxmlformats.org/drawingml/2006/main">
            <a:r>
              <a:t>            "shear": 2.9244159114437243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0.8771310382649298,</a:t>
            </a:r>
          </a:p>
          <a:p xmlns:a="http://schemas.openxmlformats.org/drawingml/2006/main">
            <a:r>
              <a:t>            "q": 7.138689408232638,</a:t>
            </a:r>
          </a:p>
          <a:p xmlns:a="http://schemas.openxmlformats.org/drawingml/2006/main">
            <a:r>
              <a:t>            "shear": 2.950764309093145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0.00005560787171299757,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"/pscratch/sd/j/joeschm/cheaseBS_runs/20260925/20260925_00-19-29-129038_Te_ped_scale_0.950/iteration_01/artifacts/EQDSK_COCOS_02_POS_SOURCE_SIGNS.OUT",</a:t>
            </a:r>
          </a:p>
          <a:p xmlns:a="http://schemas.openxmlformats.org/drawingml/2006/main">
            <a:r>
              <a:t>          "final_ip_a": 744171.662,</a:t>
            </a:r>
          </a:p>
          <a:p xmlns:a="http://schemas.openxmlformats.org/drawingml/2006/main">
            <a:r>
              <a:t>          "final_ip_error_a": -218.83799999998882,</a:t>
            </a:r>
          </a:p>
          <a:p xmlns:a="http://schemas.openxmlformats.org/drawingml/2006/main">
            <a:r>
              <a:t>          "final_ip_error_rel": 0.0002939827953204519,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0.000070120765704849,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10.150802468998542,</a:t>
            </a:r>
          </a:p>
          <a:p xmlns:a="http://schemas.openxmlformats.org/drawingml/2006/main">
            <a:r>
              <a:t>          "q_report_rel_diff": -0.0015084296408698658,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0.9393242914203791,</a:t>
            </a:r>
          </a:p>
          <a:p xmlns:a="http://schemas.openxmlformats.org/drawingml/2006/main">
            <a:r>
              <a:t>            "q": 3.8575284438640742,</a:t>
            </a:r>
          </a:p>
          <a:p xmlns:a="http://schemas.openxmlformats.org/drawingml/2006/main">
            <a:r>
              <a:t>            "shear": 2.5079002321441672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0.9124405964316756,</a:t>
            </a:r>
          </a:p>
          <a:p xmlns:a="http://schemas.openxmlformats.org/drawingml/2006/main">
            <a:r>
              <a:t>            "q": 6.930477872499039,</a:t>
            </a:r>
          </a:p>
          <a:p xmlns:a="http://schemas.openxmlformats.org/drawingml/2006/main">
            <a:r>
              <a:t>            "shear": 2.9384663941819325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0.9070807222467794,</a:t>
            </a:r>
          </a:p>
          <a:p xmlns:a="http://schemas.openxmlformats.org/drawingml/2006/main">
            <a:r>
              <a:t>            "q": 7.146455311120393,</a:t>
            </a:r>
          </a:p>
          <a:p xmlns:a="http://schemas.openxmlformats.org/drawingml/2006/main">
            <a:r>
              <a:t>            "shear": 2.964443932898004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0.000008072790863454405,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"/pscratch/sd/j/joeschm/cheaseBS_runs/20260925/20260925_00-21-24-129038_Te_ped_scale_1.000/iteration_01/artifacts/EQDSK_COCOS_02_POS_SOURCE_SIGNS.OUT",</a:t>
            </a:r>
          </a:p>
          <a:p xmlns:a="http://schemas.openxmlformats.org/drawingml/2006/main">
            <a:r>
              <a:t>          "final_ip_a": 744570.9373,</a:t>
            </a:r>
          </a:p>
          <a:p xmlns:a="http://schemas.openxmlformats.org/drawingml/2006/main">
            <a:r>
              <a:t>          "final_ip_error_a": 180.4372999999905,</a:t>
            </a:r>
          </a:p>
          <a:p xmlns:a="http://schemas.openxmlformats.org/drawingml/2006/main">
            <a:r>
              <a:t>          "final_ip_error_rel": 0.00024239602735390967,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0.000034831279693399394,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10.167910720242054,</a:t>
            </a:r>
          </a:p>
          <a:p xmlns:a="http://schemas.openxmlformats.org/drawingml/2006/main">
            <a:r>
              <a:t>          "q_report_rel_diff": 0.00017443678298222122,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0.9747162795625773,</a:t>
            </a:r>
          </a:p>
          <a:p xmlns:a="http://schemas.openxmlformats.org/drawingml/2006/main">
            <a:r>
              <a:t>            "q": 3.8492958644795183,</a:t>
            </a:r>
          </a:p>
          <a:p xmlns:a="http://schemas.openxmlformats.org/drawingml/2006/main">
            <a:r>
              <a:t>            "shear": 2.514963218514678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0.942268742600745,</a:t>
            </a:r>
          </a:p>
          <a:p xmlns:a="http://schemas.openxmlformats.org/drawingml/2006/main">
            <a:r>
              <a:t>            "q": 6.937231443895672,</a:t>
            </a:r>
          </a:p>
          <a:p xmlns:a="http://schemas.openxmlformats.org/drawingml/2006/main">
            <a:r>
              <a:t>            "shear": 2.952538965696059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0.9368284155357353,</a:t>
            </a:r>
          </a:p>
          <a:p xmlns:a="http://schemas.openxmlformats.org/drawingml/2006/main">
            <a:r>
              <a:t>            "q": 7.15443911314612,</a:t>
            </a:r>
          </a:p>
          <a:p xmlns:a="http://schemas.openxmlformats.org/drawingml/2006/main">
            <a:r>
              <a:t>            "shear": 2.978080123232937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0.0000700513788265312,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"/pscratch/sd/j/joeschm/cheaseBS_runs/20260925/20260925_00-23-19-129038_Te_ped_scale_1.050/iteration_01/artifacts/EQDSK_COCOS_02_POS_SOURCE_SIGNS.OUT",</a:t>
            </a:r>
          </a:p>
          <a:p xmlns:a="http://schemas.openxmlformats.org/drawingml/2006/main">
            <a:r>
              <a:t>          "final_ip_a": 744986.7408,</a:t>
            </a:r>
          </a:p>
          <a:p xmlns:a="http://schemas.openxmlformats.org/drawingml/2006/main">
            <a:r>
              <a:t>          "final_ip_error_a": 596.2408000000287,</a:t>
            </a:r>
          </a:p>
          <a:p xmlns:a="http://schemas.openxmlformats.org/drawingml/2006/main">
            <a:r>
              <a:t>          "final_ip_error_rel": 0.0008009785186673241,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0.0001264908583424635,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10.185298253346716,</a:t>
            </a:r>
          </a:p>
          <a:p xmlns:a="http://schemas.openxmlformats.org/drawingml/2006/main">
            <a:r>
              <a:t>          "q_report_rel_diff": 0.0018847749840622157,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1.0100672129186035,</a:t>
            </a:r>
          </a:p>
          <a:p xmlns:a="http://schemas.openxmlformats.org/drawingml/2006/main">
            <a:r>
              <a:t>            "q": 3.841144044458421,</a:t>
            </a:r>
          </a:p>
          <a:p xmlns:a="http://schemas.openxmlformats.org/drawingml/2006/main">
            <a:r>
              <a:t>            "shear": 2.522037416696589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0.9719090456681604,</a:t>
            </a:r>
          </a:p>
          <a:p xmlns:a="http://schemas.openxmlformats.org/drawingml/2006/main">
            <a:r>
              <a:t>            "q": 6.944234571712113,</a:t>
            </a:r>
          </a:p>
          <a:p xmlns:a="http://schemas.openxmlformats.org/drawingml/2006/main">
            <a:r>
              <a:t>            "shear": 2.9667124204541686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0.9663812409393832,</a:t>
            </a:r>
          </a:p>
          <a:p xmlns:a="http://schemas.openxmlformats.org/drawingml/2006/main">
            <a:r>
              <a:t>            "q": 7.162685624311394,</a:t>
            </a:r>
          </a:p>
          <a:p xmlns:a="http://schemas.openxmlformats.org/drawingml/2006/main">
            <a:r>
              <a:t>            "shear": 2.9917028288010146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0.0001640666340696336,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"/pscratch/sd/j/joeschm/cheaseBS_runs/20260925/20260925_00-25-15-129038_Te_ped_scale_1.100/iteration_01/artifacts/EQDSK_COCOS_02_POS_SOURCE_SIGNS.OUT",</a:t>
            </a:r>
          </a:p>
          <a:p xmlns:a="http://schemas.openxmlformats.org/drawingml/2006/main">
            <a:r>
              <a:t>          "final_ip_a": 744546.9688,</a:t>
            </a:r>
          </a:p>
          <a:p xmlns:a="http://schemas.openxmlformats.org/drawingml/2006/main">
            <a:r>
              <a:t>          "final_ip_error_a": 156.46880000003148,</a:t>
            </a:r>
          </a:p>
          <a:p xmlns:a="http://schemas.openxmlformats.org/drawingml/2006/main">
            <a:r>
              <a:t>          "final_ip_error_rel": 0.0002101972016032331,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0.0010977694201124617,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10.201771446184075,</a:t>
            </a:r>
          </a:p>
          <a:p xmlns:a="http://schemas.openxmlformats.org/drawingml/2006/main">
            <a:r>
              <a:t>          "q_report_rel_diff": 0.003505173394457738,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1.0452243074735519,</a:t>
            </a:r>
          </a:p>
          <a:p xmlns:a="http://schemas.openxmlformats.org/drawingml/2006/main">
            <a:r>
              <a:t>            "q": 3.832907367534465,</a:t>
            </a:r>
          </a:p>
          <a:p xmlns:a="http://schemas.openxmlformats.org/drawingml/2006/main">
            <a:r>
              <a:t>            "shear": 2.52867903827978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1.000408748204266,</a:t>
            </a:r>
          </a:p>
          <a:p xmlns:a="http://schemas.openxmlformats.org/drawingml/2006/main">
            <a:r>
              <a:t>            "q": 6.95049287735318,</a:t>
            </a:r>
          </a:p>
          <a:p xmlns:a="http://schemas.openxmlformats.org/drawingml/2006/main">
            <a:r>
              <a:t>            "shear": 2.9802626374374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0.9946795559265926,</a:t>
            </a:r>
          </a:p>
          <a:p xmlns:a="http://schemas.openxmlformats.org/drawingml/2006/main">
            <a:r>
              <a:t>            "q": 7.170110582782434,</a:t>
            </a:r>
          </a:p>
          <a:p xmlns:a="http://schemas.openxmlformats.org/drawingml/2006/main">
            <a:r>
              <a:t>            "shear": 3.004623641718282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0.0005947178864441195,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"/pscratch/sd/j/joeschm/cheaseBS_runs/20260925/20260925_00-27-09-129038_Te_ped_scale_1.200/iteration_01/artifacts/EQDSK_COCOS_02_POS_SOURCE_SIGNS.OUT",</a:t>
            </a:r>
          </a:p>
          <a:p xmlns:a="http://schemas.openxmlformats.org/drawingml/2006/main">
            <a:r>
              <a:t>          "final_ip_a": 743011.4432,</a:t>
            </a:r>
          </a:p>
          <a:p xmlns:a="http://schemas.openxmlformats.org/drawingml/2006/main">
            <a:r>
              <a:t>          "final_ip_error_a": -1379.0568000000203,</a:t>
            </a:r>
          </a:p>
          <a:p xmlns:a="http://schemas.openxmlformats.org/drawingml/2006/main">
            <a:r>
              <a:t>          "final_ip_error_rel": 0.0018525986024808489,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0.004168570947479643,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10.285165484485777,</a:t>
            </a:r>
          </a:p>
          <a:p xmlns:a="http://schemas.openxmlformats.org/drawingml/2006/main">
            <a:r>
              <a:t>          "q_report_rel_diff": 0.011708292755391427,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1.1139139655101271,</a:t>
            </a:r>
          </a:p>
          <a:p xmlns:a="http://schemas.openxmlformats.org/drawingml/2006/main">
            <a:r>
              <a:t>            "q": 3.8158308307841535,</a:t>
            </a:r>
          </a:p>
          <a:p xmlns:a="http://schemas.openxmlformats.org/drawingml/2006/main">
            <a:r>
              <a:t>            "shear": 2.538157715450397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1.0494600025736758,</a:t>
            </a:r>
          </a:p>
          <a:p xmlns:a="http://schemas.openxmlformats.org/drawingml/2006/main">
            <a:r>
              <a:t>            "q": 7.012385743588886,</a:t>
            </a:r>
          </a:p>
          <a:p xmlns:a="http://schemas.openxmlformats.org/drawingml/2006/main">
            <a:r>
              <a:t>            "shear": 3.0564131719051657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1.0431761254583498,</a:t>
            </a:r>
          </a:p>
          <a:p xmlns:a="http://schemas.openxmlformats.org/drawingml/2006/main">
            <a:r>
              <a:t>            "q": 7.236035563411822,</a:t>
            </a:r>
          </a:p>
          <a:p xmlns:a="http://schemas.openxmlformats.org/drawingml/2006/main">
            <a:r>
              <a:t>            "shear": 3.0016280099836066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0.00004652089847109753,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"/pscratch/sd/j/joeschm/cheaseBS_runs/20260925/20260925_00-29-04-129038_ne_ped_scale_0.800/iteration_49/artifacts/EQDSK_COCOS_02_POS_SOURCE_SIGNS.OUT",</a:t>
            </a:r>
          </a:p>
          <a:p xmlns:a="http://schemas.openxmlformats.org/drawingml/2006/main">
            <a:r>
              <a:t>          "final_ip_a": 742354.3246,</a:t>
            </a:r>
          </a:p>
          <a:p xmlns:a="http://schemas.openxmlformats.org/drawingml/2006/main">
            <a:r>
              <a:t>          "final_ip_error_a": -2036.1753999999491,</a:t>
            </a:r>
          </a:p>
          <a:p xmlns:a="http://schemas.openxmlformats.org/drawingml/2006/main">
            <a:r>
              <a:t>          "final_ip_error_rel": 0.002735359196550667,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0.00013113435485529463,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10.133206563909406,</a:t>
            </a:r>
          </a:p>
          <a:p xmlns:a="http://schemas.openxmlformats.org/drawingml/2006/main">
            <a:r>
              <a:t>          "q_report_rel_diff": -0.0032392645140732535,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0.8028241370880869,</a:t>
            </a:r>
          </a:p>
          <a:p xmlns:a="http://schemas.openxmlformats.org/drawingml/2006/main">
            <a:r>
              <a:t>            "q": 3.715819224146889,</a:t>
            </a:r>
          </a:p>
          <a:p xmlns:a="http://schemas.openxmlformats.org/drawingml/2006/main">
            <a:r>
              <a:t>            "shear": 2.6327706658090677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0.771014202921898,</a:t>
            </a:r>
          </a:p>
          <a:p xmlns:a="http://schemas.openxmlformats.org/drawingml/2006/main">
            <a:r>
              <a:t>            "q": 6.882513965069678,</a:t>
            </a:r>
          </a:p>
          <a:p xmlns:a="http://schemas.openxmlformats.org/drawingml/2006/main">
            <a:r>
              <a:t>            "shear": 3.027994586910319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0.7663393931653839,</a:t>
            </a:r>
          </a:p>
          <a:p xmlns:a="http://schemas.openxmlformats.org/drawingml/2006/main">
            <a:r>
              <a:t>            "q": 7.103447761634577,</a:t>
            </a:r>
          </a:p>
          <a:p xmlns:a="http://schemas.openxmlformats.org/drawingml/2006/main">
            <a:r>
              <a:t>            "shear": 3.050790806534834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0.00009931534008995151,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"/pscratch/sd/j/joeschm/cheaseBS_runs/20260925/20260925_01-04-00-129038_ne_ped_scale_0.900/iteration_01/artifacts/EQDSK_COCOS_02_POS_SOURCE_SIGNS.OUT",</a:t>
            </a:r>
          </a:p>
          <a:p xmlns:a="http://schemas.openxmlformats.org/drawingml/2006/main">
            <a:r>
              <a:t>          "final_ip_a": 743768.5457,</a:t>
            </a:r>
          </a:p>
          <a:p xmlns:a="http://schemas.openxmlformats.org/drawingml/2006/main">
            <a:r>
              <a:t>          "final_ip_error_a": -621.954299999983,</a:t>
            </a:r>
          </a:p>
          <a:p xmlns:a="http://schemas.openxmlformats.org/drawingml/2006/main">
            <a:r>
              <a:t>          "final_ip_error_rel": 0.00083552154413575,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0.0001610705715942055,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10.123113609678928,</a:t>
            </a:r>
          </a:p>
          <a:p xmlns:a="http://schemas.openxmlformats.org/drawingml/2006/main">
            <a:r>
              <a:t>          "q_report_rel_diff": -0.004232065797511784,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0.8823945581595429,</a:t>
            </a:r>
          </a:p>
          <a:p xmlns:a="http://schemas.openxmlformats.org/drawingml/2006/main">
            <a:r>
              <a:t>            "q": 3.870920609318994,</a:t>
            </a:r>
          </a:p>
          <a:p xmlns:a="http://schemas.openxmlformats.org/drawingml/2006/main">
            <a:r>
              <a:t>            "shear": 2.50190867293743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0.8651329259184218,</a:t>
            </a:r>
          </a:p>
          <a:p xmlns:a="http://schemas.openxmlformats.org/drawingml/2006/main">
            <a:r>
              <a:t>            "q": 6.920498694820252,</a:t>
            </a:r>
          </a:p>
          <a:p xmlns:a="http://schemas.openxmlformats.org/drawingml/2006/main">
            <a:r>
              <a:t>            "shear": 2.909888394584164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0.8615106476454464,</a:t>
            </a:r>
          </a:p>
          <a:p xmlns:a="http://schemas.openxmlformats.org/drawingml/2006/main">
            <a:r>
              <a:t>            "q": 7.134062459030856,</a:t>
            </a:r>
          </a:p>
          <a:p xmlns:a="http://schemas.openxmlformats.org/drawingml/2006/main">
            <a:r>
              <a:t>            "shear": 2.937014422665381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0.000026177743323880228,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"/pscratch/sd/j/joeschm/cheaseBS_runs/20260925/20260925_01-06-00-129038_ne_ped_scale_0.950/iteration_01/artifacts/EQDSK_COCOS_02_POS_SOURCE_SIGNS.OUT",</a:t>
            </a:r>
          </a:p>
          <a:p xmlns:a="http://schemas.openxmlformats.org/drawingml/2006/main">
            <a:r>
              <a:t>          "final_ip_a": 744247.1346,</a:t>
            </a:r>
          </a:p>
          <a:p xmlns:a="http://schemas.openxmlformats.org/drawingml/2006/main">
            <a:r>
              <a:t>          "final_ip_error_a": -143.36540000000969,</a:t>
            </a:r>
          </a:p>
          <a:p xmlns:a="http://schemas.openxmlformats.org/drawingml/2006/main">
            <a:r>
              <a:t>          "final_ip_error_rel": 0.00019259434396329573,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0.00009084954150397195,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10.144314711377367,</a:t>
            </a:r>
          </a:p>
          <a:p xmlns:a="http://schemas.openxmlformats.org/drawingml/2006/main">
            <a:r>
              <a:t>          "q_report_rel_diff": -0.002146602959192268,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0.9272072693965396,</a:t>
            </a:r>
          </a:p>
          <a:p xmlns:a="http://schemas.openxmlformats.org/drawingml/2006/main">
            <a:r>
              <a:t>            "q": 3.8601086534770124,</a:t>
            </a:r>
          </a:p>
          <a:p xmlns:a="http://schemas.openxmlformats.org/drawingml/2006/main">
            <a:r>
              <a:t>            "shear": 2.510510500957273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0.9050350330436888,</a:t>
            </a:r>
          </a:p>
          <a:p xmlns:a="http://schemas.openxmlformats.org/drawingml/2006/main">
            <a:r>
              <a:t>            "q": 6.9275263545388945,</a:t>
            </a:r>
          </a:p>
          <a:p xmlns:a="http://schemas.openxmlformats.org/drawingml/2006/main">
            <a:r>
              <a:t>            "shear": 2.9271950802502267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0.9013056093257642,</a:t>
            </a:r>
          </a:p>
          <a:p xmlns:a="http://schemas.openxmlformats.org/drawingml/2006/main">
            <a:r>
              <a:t>            "q": 7.142618986138887,</a:t>
            </a:r>
          </a:p>
          <a:p xmlns:a="http://schemas.openxmlformats.org/drawingml/2006/main">
            <a:r>
              <a:t>            "shear": 2.9543700556889347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0.00011716508548737339,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"/pscratch/sd/j/joeschm/cheaseBS_runs/20260925/20260925_01-07-59-129038_ne_ped_scale_1.000/iteration_01/artifacts/EQDSK_COCOS_02_POS_SOURCE_SIGNS.OUT",</a:t>
            </a:r>
          </a:p>
          <a:p xmlns:a="http://schemas.openxmlformats.org/drawingml/2006/main">
            <a:r>
              <a:t>          "final_ip_a": 744748.8358,</a:t>
            </a:r>
          </a:p>
          <a:p xmlns:a="http://schemas.openxmlformats.org/drawingml/2006/main">
            <a:r>
              <a:t>          "final_ip_error_a": 358.33580000000075,</a:t>
            </a:r>
          </a:p>
          <a:p xmlns:a="http://schemas.openxmlformats.org/drawingml/2006/main">
            <a:r>
              <a:t>          "final_ip_error_rel": 0.0004813814792101736,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0.00012653335130516377,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10.165861728827153,</a:t>
            </a:r>
          </a:p>
          <a:p xmlns:a="http://schemas.openxmlformats.org/drawingml/2006/main">
            <a:r>
              <a:t>          "q_report_rel_diff": -0.00002711384927221471,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0.9720305975908881,</a:t>
            </a:r>
          </a:p>
          <a:p xmlns:a="http://schemas.openxmlformats.org/drawingml/2006/main">
            <a:r>
              <a:t>            "q": 3.849031302338208,</a:t>
            </a:r>
          </a:p>
          <a:p xmlns:a="http://schemas.openxmlformats.org/drawingml/2006/main">
            <a:r>
              <a:t>            "shear": 2.521903349606658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0.9446010839748571,</a:t>
            </a:r>
          </a:p>
          <a:p xmlns:a="http://schemas.openxmlformats.org/drawingml/2006/main">
            <a:r>
              <a:t>            "q": 6.935036120188842,</a:t>
            </a:r>
          </a:p>
          <a:p xmlns:a="http://schemas.openxmlformats.org/drawingml/2006/main">
            <a:r>
              <a:t>            "shear": 2.9460462214357013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0.9406871619767077,</a:t>
            </a:r>
          </a:p>
          <a:p xmlns:a="http://schemas.openxmlformats.org/drawingml/2006/main">
            <a:r>
              <a:t>            "q": 7.151742214248846,</a:t>
            </a:r>
          </a:p>
          <a:p xmlns:a="http://schemas.openxmlformats.org/drawingml/2006/main">
            <a:r>
              <a:t>            "shear": 2.9729512411076917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0.00021695197593992756,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"/pscratch/sd/j/joeschm/cheaseBS_runs/20260925/20260925_01-09-56-129038_ne_ped_scale_1.050/iteration_01/artifacts/EQDSK_COCOS_02_POS_SOURCE_SIGNS.OUT",</a:t>
            </a:r>
          </a:p>
          <a:p xmlns:a="http://schemas.openxmlformats.org/drawingml/2006/main">
            <a:r>
              <a:t>          "final_ip_a": 744895.835,</a:t>
            </a:r>
          </a:p>
          <a:p xmlns:a="http://schemas.openxmlformats.org/drawingml/2006/main">
            <a:r>
              <a:t>          "final_ip_error_a": 505.33499999996275,</a:t>
            </a:r>
          </a:p>
          <a:p xmlns:a="http://schemas.openxmlformats.org/drawingml/2006/main">
            <a:r>
              <a:t>          "final_ip_error_rel": 0.0006788574007862309,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0.00047390395342698517,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10.186476313407052,</a:t>
            </a:r>
          </a:p>
          <a:p xmlns:a="http://schemas.openxmlformats.org/drawingml/2006/main">
            <a:r>
              <a:t>          "q_report_rel_diff": 0.002000655777055217,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1.0167883282591401,</a:t>
            </a:r>
          </a:p>
          <a:p xmlns:a="http://schemas.openxmlformats.org/drawingml/2006/main">
            <a:r>
              <a:t>            "q": 3.8379524082440066,</a:t>
            </a:r>
          </a:p>
          <a:p xmlns:a="http://schemas.openxmlformats.org/drawingml/2006/main">
            <a:r>
              <a:t>            "shear": 2.533260065961111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0.9838419266878006,</a:t>
            </a:r>
          </a:p>
          <a:p xmlns:a="http://schemas.openxmlformats.org/drawingml/2006/main">
            <a:r>
              <a:t>            "q": 6.942523088366898,</a:t>
            </a:r>
          </a:p>
          <a:p xmlns:a="http://schemas.openxmlformats.org/drawingml/2006/main">
            <a:r>
              <a:t>            "shear": 2.9647438265686037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0.979721087907588,</a:t>
            </a:r>
          </a:p>
          <a:p xmlns:a="http://schemas.openxmlformats.org/drawingml/2006/main">
            <a:r>
              <a:t>            "q": 7.160829458692633,</a:t>
            </a:r>
          </a:p>
          <a:p xmlns:a="http://schemas.openxmlformats.org/drawingml/2006/main">
            <a:r>
              <a:t>            "shear": 2.9912687709191648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0.000320375029459415,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"/pscratch/sd/j/joeschm/cheaseBS_runs/20260925/20260925_01-11-57-129038_ne_ped_scale_1.100/iteration_01/artifacts/EQDSK_COCOS_02_POS_SOURCE_SIGNS.OUT",</a:t>
            </a:r>
          </a:p>
          <a:p xmlns:a="http://schemas.openxmlformats.org/drawingml/2006/main">
            <a:r>
              <a:t>          "final_ip_a": 745644.9792,</a:t>
            </a:r>
          </a:p>
          <a:p xmlns:a="http://schemas.openxmlformats.org/drawingml/2006/main">
            <a:r>
              <a:t>          "final_ip_error_a": 1254.4791999999434,</a:t>
            </a:r>
          </a:p>
          <a:p xmlns:a="http://schemas.openxmlformats.org/drawingml/2006/main">
            <a:r>
              <a:t>          "final_ip_error_rel": 0.0016852434306992678,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0.0004545097279508384,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10.201828468419743,</a:t>
            </a:r>
          </a:p>
          <a:p xmlns:a="http://schemas.openxmlformats.org/drawingml/2006/main">
            <a:r>
              <a:t>          "q_report_rel_diff": 0.003510782430966026,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1.0614833732648827,</a:t>
            </a:r>
          </a:p>
          <a:p xmlns:a="http://schemas.openxmlformats.org/drawingml/2006/main">
            <a:r>
              <a:t>            "q": 3.827287616896614,</a:t>
            </a:r>
          </a:p>
          <a:p xmlns:a="http://schemas.openxmlformats.org/drawingml/2006/main">
            <a:r>
              <a:t>            "shear": 2.5447180262373985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1.0228764726185748,</a:t>
            </a:r>
          </a:p>
          <a:p xmlns:a="http://schemas.openxmlformats.org/drawingml/2006/main">
            <a:r>
              <a:t>            "q": 6.951207420271271,</a:t>
            </a:r>
          </a:p>
          <a:p xmlns:a="http://schemas.openxmlformats.org/drawingml/2006/main">
            <a:r>
              <a:t>            "shear": 2.983721183585561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1.018549970364674,</a:t>
            </a:r>
          </a:p>
          <a:p xmlns:a="http://schemas.openxmlformats.org/drawingml/2006/main">
            <a:r>
              <a:t>            "q": 7.171169712111087,</a:t>
            </a:r>
          </a:p>
          <a:p xmlns:a="http://schemas.openxmlformats.org/drawingml/2006/main">
            <a:r>
              <a:t>            "shear": 3.009716371069703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9,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0.0011020502184236774,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"/pscratch/sd/j/joeschm/cheaseBS_runs/20260925/20260925_01-14-04-129038_ne_ped_scale_1.200/iteration_08/artifacts/EQDSK_COCOS_02_POS_SOURCE_SIGNS.OUT",</a:t>
            </a:r>
          </a:p>
          <a:p xmlns:a="http://schemas.openxmlformats.org/drawingml/2006/main">
            <a:r>
              <a:t>          "final_ip_a": 745183.961,</a:t>
            </a:r>
          </a:p>
          <a:p xmlns:a="http://schemas.openxmlformats.org/drawingml/2006/main">
            <a:r>
              <a:t>          "final_ip_error_a": 793.4610000000102,</a:t>
            </a:r>
          </a:p>
          <a:p xmlns:a="http://schemas.openxmlformats.org/drawingml/2006/main">
            <a:r>
              <a:t>          "final_ip_error_rel": 0.001065920373782323,</a:t>
            </a:r>
          </a:p>
          <a:p xmlns:a="http://schemas.openxmlformats.org/drawingml/2006/main">
            <a:r>
              <a:t>          "final_iteration": 8,</a:t>
            </a:r>
          </a:p>
          <a:p xmlns:a="http://schemas.openxmlformats.org/drawingml/2006/main">
            <a:r>
              <a:t>          "final_q_change_rel": 0.00130226408988478,</a:t>
            </a:r>
          </a:p>
          <a:p xmlns:a="http://schemas.openxmlformats.org/drawingml/2006/main">
            <a:r>
              <a:t>          "iterations": 9,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10.27929538256425,</a:t>
            </a:r>
          </a:p>
          <a:p xmlns:a="http://schemas.openxmlformats.org/drawingml/2006/main">
            <a:r>
              <a:t>          "q_report_rel_diff": 0.011130875619781266,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1.1474448050498323,</a:t>
            </a:r>
          </a:p>
          <a:p xmlns:a="http://schemas.openxmlformats.org/drawingml/2006/main">
            <a:r>
              <a:t>            "q": 3.8229724920101074,</a:t>
            </a:r>
          </a:p>
          <a:p xmlns:a="http://schemas.openxmlformats.org/drawingml/2006/main">
            <a:r>
              <a:t>            "shear": 2.535971503203369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1.1031000061234975,</a:t>
            </a:r>
          </a:p>
          <a:p xmlns:a="http://schemas.openxmlformats.org/drawingml/2006/main">
            <a:r>
              <a:t>            "q": 6.956462656958104,</a:t>
            </a:r>
          </a:p>
          <a:p xmlns:a="http://schemas.openxmlformats.org/drawingml/2006/main">
            <a:r>
              <a:t>            "shear": 2.966890375076266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1.0984399802727782,</a:t>
            </a:r>
          </a:p>
          <a:p xmlns:a="http://schemas.openxmlformats.org/drawingml/2006/main">
            <a:r>
              <a:t>            "q": 7.17697019379497,</a:t>
            </a:r>
          </a:p>
          <a:p xmlns:a="http://schemas.openxmlformats.org/drawingml/2006/main">
            <a:r>
              <a:t>            "shear": 3.0352823104303517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"C:\\Users\\joesc\\git\\cheaseBS_tests\\data\\129015_129038\\pm0.2_ncscal4_warmup2\\129038",</a:t>
            </a:r>
          </a:p>
          <a:p xmlns:a="http://schemas.openxmlformats.org/drawingml/2006/main">
            <a:r>
              <a:t>    "count": 13,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"C:\\Users\\joesc\\git\\cheaseBS_tests\\data\\129015_129038\\pm0.2_ncscal4_warmup2\\129038\\Te_ped_scale_0.900",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0.0001185795437510457,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"/pscratch/sd/j/joeschm/cheaseBS_runs/20260925/20260925_00-17-33-129038_Te_ped_scale_0.900/iteration_01/artifacts/EQDSK_COCOS_02_POS_SOURCE_SIGNS.OUT",</a:t>
            </a:r>
          </a:p>
          <a:p xmlns:a="http://schemas.openxmlformats.org/drawingml/2006/main">
            <a:r>
              <a:t>          "final_ip_a": 743775.8464,</a:t>
            </a:r>
          </a:p>
          <a:p xmlns:a="http://schemas.openxmlformats.org/drawingml/2006/main">
            <a:r>
              <a:t>          "final_ip_error_a": -614.6535999999614,</a:t>
            </a:r>
          </a:p>
          <a:p xmlns:a="http://schemas.openxmlformats.org/drawingml/2006/main">
            <a:r>
              <a:t>          "final_ip_error_rel": 0.0008257139230013836,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0.00014442656469398297,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10.13392212910564,</a:t>
            </a:r>
          </a:p>
          <a:p xmlns:a="http://schemas.openxmlformats.org/drawingml/2006/main">
            <a:r>
              <a:t>          "q_report_rel_diff": -0.0031688773876697588,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0.9038919642603553,</a:t>
            </a:r>
          </a:p>
          <a:p xmlns:a="http://schemas.openxmlformats.org/drawingml/2006/main">
            <a:r>
              <a:t>            "q": 3.865839786539715,</a:t>
            </a:r>
          </a:p>
          <a:p xmlns:a="http://schemas.openxmlformats.org/drawingml/2006/main">
            <a:r>
              <a:t>            "shear": 2.5008443132043974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0.8824215782219859,</a:t>
            </a:r>
          </a:p>
          <a:p xmlns:a="http://schemas.openxmlformats.org/drawingml/2006/main">
            <a:r>
              <a:t>            "q": 6.923947012878679,</a:t>
            </a:r>
          </a:p>
          <a:p xmlns:a="http://schemas.openxmlformats.org/drawingml/2006/main">
            <a:r>
              <a:t>            "shear": 2.9244159114437243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0.8771310382649298,</a:t>
            </a:r>
          </a:p>
          <a:p xmlns:a="http://schemas.openxmlformats.org/drawingml/2006/main">
            <a:r>
              <a:t>            "q": 7.138689408232638,</a:t>
            </a:r>
          </a:p>
          <a:p xmlns:a="http://schemas.openxmlformats.org/drawingml/2006/main">
            <a:r>
              <a:t>            "shear": 2.950764309093145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"C:\\Users\\joesc\\git\\cheaseBS_tests\\data\\129015_129038\\pm0.2_ncscal4_warmup2\\129038\\Te_ped_scale_0.950",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0.00005560787171299757,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"/pscratch/sd/j/joeschm/cheaseBS_runs/20260925/20260925_00-19-29-129038_Te_ped_scale_0.950/iteration_01/artifacts/EQDSK_COCOS_02_POS_SOURCE_SIGNS.OUT",</a:t>
            </a:r>
          </a:p>
          <a:p xmlns:a="http://schemas.openxmlformats.org/drawingml/2006/main">
            <a:r>
              <a:t>          "final_ip_a": 744171.662,</a:t>
            </a:r>
          </a:p>
          <a:p xmlns:a="http://schemas.openxmlformats.org/drawingml/2006/main">
            <a:r>
              <a:t>          "final_ip_error_a": -218.83799999998882,</a:t>
            </a:r>
          </a:p>
          <a:p xmlns:a="http://schemas.openxmlformats.org/drawingml/2006/main">
            <a:r>
              <a:t>          "final_ip_error_rel": 0.0002939827953204519,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0.000070120765704849,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10.150802468998542,</a:t>
            </a:r>
          </a:p>
          <a:p xmlns:a="http://schemas.openxmlformats.org/drawingml/2006/main">
            <a:r>
              <a:t>          "q_report_rel_diff": -0.0015084296408698658,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0.9393242914203791,</a:t>
            </a:r>
          </a:p>
          <a:p xmlns:a="http://schemas.openxmlformats.org/drawingml/2006/main">
            <a:r>
              <a:t>            "q": 3.8575284438640742,</a:t>
            </a:r>
          </a:p>
          <a:p xmlns:a="http://schemas.openxmlformats.org/drawingml/2006/main">
            <a:r>
              <a:t>            "shear": 2.5079002321441672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0.9124405964316756,</a:t>
            </a:r>
          </a:p>
          <a:p xmlns:a="http://schemas.openxmlformats.org/drawingml/2006/main">
            <a:r>
              <a:t>            "q": 6.930477872499039,</a:t>
            </a:r>
          </a:p>
          <a:p xmlns:a="http://schemas.openxmlformats.org/drawingml/2006/main">
            <a:r>
              <a:t>            "shear": 2.9384663941819325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0.9070807222467794,</a:t>
            </a:r>
          </a:p>
          <a:p xmlns:a="http://schemas.openxmlformats.org/drawingml/2006/main">
            <a:r>
              <a:t>            "q": 7.146455311120393,</a:t>
            </a:r>
          </a:p>
          <a:p xmlns:a="http://schemas.openxmlformats.org/drawingml/2006/main">
            <a:r>
              <a:t>            "shear": 2.964443932898004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"C:\\Users\\joesc\\git\\cheaseBS_tests\\data\\129015_129038\\pm0.2_ncscal4_warmup2\\129038\\Te_ped_scale_1.000",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0.000008072790863454405,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"/pscratch/sd/j/joeschm/cheaseBS_runs/20260925/20260925_00-21-24-129038_Te_ped_scale_1.000/iteration_01/artifacts/EQDSK_COCOS_02_POS_SOURCE_SIGNS.OUT",</a:t>
            </a:r>
          </a:p>
          <a:p xmlns:a="http://schemas.openxmlformats.org/drawingml/2006/main">
            <a:r>
              <a:t>          "final_ip_a": 744570.9373,</a:t>
            </a:r>
          </a:p>
          <a:p xmlns:a="http://schemas.openxmlformats.org/drawingml/2006/main">
            <a:r>
              <a:t>          "final_ip_error_a": 180.4372999999905,</a:t>
            </a:r>
          </a:p>
          <a:p xmlns:a="http://schemas.openxmlformats.org/drawingml/2006/main">
            <a:r>
              <a:t>          "final_ip_error_rel": 0.00024239602735390967,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0.000034831279693399394,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10.167910720242054,</a:t>
            </a:r>
          </a:p>
          <a:p xmlns:a="http://schemas.openxmlformats.org/drawingml/2006/main">
            <a:r>
              <a:t>          "q_report_rel_diff": 0.00017443678298222122,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0.9747162795625773,</a:t>
            </a:r>
          </a:p>
          <a:p xmlns:a="http://schemas.openxmlformats.org/drawingml/2006/main">
            <a:r>
              <a:t>            "q": 3.8492958644795183,</a:t>
            </a:r>
          </a:p>
          <a:p xmlns:a="http://schemas.openxmlformats.org/drawingml/2006/main">
            <a:r>
              <a:t>            "shear": 2.514963218514678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0.942268742600745,</a:t>
            </a:r>
          </a:p>
          <a:p xmlns:a="http://schemas.openxmlformats.org/drawingml/2006/main">
            <a:r>
              <a:t>            "q": 6.937231443895672,</a:t>
            </a:r>
          </a:p>
          <a:p xmlns:a="http://schemas.openxmlformats.org/drawingml/2006/main">
            <a:r>
              <a:t>            "shear": 2.952538965696059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0.9368284155357353,</a:t>
            </a:r>
          </a:p>
          <a:p xmlns:a="http://schemas.openxmlformats.org/drawingml/2006/main">
            <a:r>
              <a:t>            "q": 7.15443911314612,</a:t>
            </a:r>
          </a:p>
          <a:p xmlns:a="http://schemas.openxmlformats.org/drawingml/2006/main">
            <a:r>
              <a:t>            "shear": 2.978080123232937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"C:\\Users\\joesc\\git\\cheaseBS_tests\\data\\129015_129038\\pm0.2_ncscal4_warmup2\\129038\\Te_ped_scale_1.050",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0.0000700513788265312,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"/pscratch/sd/j/joeschm/cheaseBS_runs/20260925/20260925_00-23-19-129038_Te_ped_scale_1.050/iteration_01/artifacts/EQDSK_COCOS_02_POS_SOURCE_SIGNS.OUT",</a:t>
            </a:r>
          </a:p>
          <a:p xmlns:a="http://schemas.openxmlformats.org/drawingml/2006/main">
            <a:r>
              <a:t>          "final_ip_a": 744986.7408,</a:t>
            </a:r>
          </a:p>
          <a:p xmlns:a="http://schemas.openxmlformats.org/drawingml/2006/main">
            <a:r>
              <a:t>          "final_ip_error_a": 596.2408000000287,</a:t>
            </a:r>
          </a:p>
          <a:p xmlns:a="http://schemas.openxmlformats.org/drawingml/2006/main">
            <a:r>
              <a:t>          "final_ip_error_rel": 0.0008009785186673241,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0.0001264908583424635,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10.185298253346716,</a:t>
            </a:r>
          </a:p>
          <a:p xmlns:a="http://schemas.openxmlformats.org/drawingml/2006/main">
            <a:r>
              <a:t>          "q_report_rel_diff": 0.0018847749840622157,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1.0100672129186035,</a:t>
            </a:r>
          </a:p>
          <a:p xmlns:a="http://schemas.openxmlformats.org/drawingml/2006/main">
            <a:r>
              <a:t>            "q": 3.841144044458421,</a:t>
            </a:r>
          </a:p>
          <a:p xmlns:a="http://schemas.openxmlformats.org/drawingml/2006/main">
            <a:r>
              <a:t>            "shear": 2.522037416696589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0.9719090456681604,</a:t>
            </a:r>
          </a:p>
          <a:p xmlns:a="http://schemas.openxmlformats.org/drawingml/2006/main">
            <a:r>
              <a:t>            "q": 6.944234571712113,</a:t>
            </a:r>
          </a:p>
          <a:p xmlns:a="http://schemas.openxmlformats.org/drawingml/2006/main">
            <a:r>
              <a:t>            "shear": 2.9667124204541686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0.9663812409393832,</a:t>
            </a:r>
          </a:p>
          <a:p xmlns:a="http://schemas.openxmlformats.org/drawingml/2006/main">
            <a:r>
              <a:t>            "q": 7.162685624311394,</a:t>
            </a:r>
          </a:p>
          <a:p xmlns:a="http://schemas.openxmlformats.org/drawingml/2006/main">
            <a:r>
              <a:t>            "shear": 2.9917028288010146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"C:\\Users\\joesc\\git\\cheaseBS_tests\\data\\129015_129038\\pm0.2_ncscal4_warmup2\\129038\\Te_ped_scale_1.100",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0.0001640666340696336,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"/pscratch/sd/j/joeschm/cheaseBS_runs/20260925/20260925_00-25-15-129038_Te_ped_scale_1.100/iteration_01/artifacts/EQDSK_COCOS_02_POS_SOURCE_SIGNS.OUT",</a:t>
            </a:r>
          </a:p>
          <a:p xmlns:a="http://schemas.openxmlformats.org/drawingml/2006/main">
            <a:r>
              <a:t>          "final_ip_a": 744546.9688,</a:t>
            </a:r>
          </a:p>
          <a:p xmlns:a="http://schemas.openxmlformats.org/drawingml/2006/main">
            <a:r>
              <a:t>          "final_ip_error_a": 156.46880000003148,</a:t>
            </a:r>
          </a:p>
          <a:p xmlns:a="http://schemas.openxmlformats.org/drawingml/2006/main">
            <a:r>
              <a:t>          "final_ip_error_rel": 0.0002101972016032331,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0.0010977694201124617,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10.201771446184075,</a:t>
            </a:r>
          </a:p>
          <a:p xmlns:a="http://schemas.openxmlformats.org/drawingml/2006/main">
            <a:r>
              <a:t>          "q_report_rel_diff": 0.003505173394457738,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1.0452243074735519,</a:t>
            </a:r>
          </a:p>
          <a:p xmlns:a="http://schemas.openxmlformats.org/drawingml/2006/main">
            <a:r>
              <a:t>            "q": 3.832907367534465,</a:t>
            </a:r>
          </a:p>
          <a:p xmlns:a="http://schemas.openxmlformats.org/drawingml/2006/main">
            <a:r>
              <a:t>            "shear": 2.52867903827978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1.000408748204266,</a:t>
            </a:r>
          </a:p>
          <a:p xmlns:a="http://schemas.openxmlformats.org/drawingml/2006/main">
            <a:r>
              <a:t>            "q": 6.95049287735318,</a:t>
            </a:r>
          </a:p>
          <a:p xmlns:a="http://schemas.openxmlformats.org/drawingml/2006/main">
            <a:r>
              <a:t>            "shear": 2.9802626374374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0.9946795559265926,</a:t>
            </a:r>
          </a:p>
          <a:p xmlns:a="http://schemas.openxmlformats.org/drawingml/2006/main">
            <a:r>
              <a:t>            "q": 7.170110582782434,</a:t>
            </a:r>
          </a:p>
          <a:p xmlns:a="http://schemas.openxmlformats.org/drawingml/2006/main">
            <a:r>
              <a:t>            "shear": 3.004623641718282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"C:\\Users\\joesc\\git\\cheaseBS_tests\\data\\129015_129038\\pm0.2_ncscal4_warmup2\\129038\\Te_ped_scale_1.200",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0.0005947178864441195,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"/pscratch/sd/j/joeschm/cheaseBS_runs/20260925/20260925_00-27-09-129038_Te_ped_scale_1.200/iteration_01/artifacts/EQDSK_COCOS_02_POS_SOURCE_SIGNS.OUT",</a:t>
            </a:r>
          </a:p>
          <a:p xmlns:a="http://schemas.openxmlformats.org/drawingml/2006/main">
            <a:r>
              <a:t>          "final_ip_a": 743011.4432,</a:t>
            </a:r>
          </a:p>
          <a:p xmlns:a="http://schemas.openxmlformats.org/drawingml/2006/main">
            <a:r>
              <a:t>          "final_ip_error_a": -1379.0568000000203,</a:t>
            </a:r>
          </a:p>
          <a:p xmlns:a="http://schemas.openxmlformats.org/drawingml/2006/main">
            <a:r>
              <a:t>          "final_ip_error_rel": 0.0018525986024808489,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0.004168570947479643,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10.285165484485777,</a:t>
            </a:r>
          </a:p>
          <a:p xmlns:a="http://schemas.openxmlformats.org/drawingml/2006/main">
            <a:r>
              <a:t>          "q_report_rel_diff": 0.011708292755391427,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1.1139139655101271,</a:t>
            </a:r>
          </a:p>
          <a:p xmlns:a="http://schemas.openxmlformats.org/drawingml/2006/main">
            <a:r>
              <a:t>            "q": 3.8158308307841535,</a:t>
            </a:r>
          </a:p>
          <a:p xmlns:a="http://schemas.openxmlformats.org/drawingml/2006/main">
            <a:r>
              <a:t>            "shear": 2.538157715450397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1.0494600025736758,</a:t>
            </a:r>
          </a:p>
          <a:p xmlns:a="http://schemas.openxmlformats.org/drawingml/2006/main">
            <a:r>
              <a:t>            "q": 7.012385743588886,</a:t>
            </a:r>
          </a:p>
          <a:p xmlns:a="http://schemas.openxmlformats.org/drawingml/2006/main">
            <a:r>
              <a:t>            "shear": 3.0564131719051657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1.0431761254583498,</a:t>
            </a:r>
          </a:p>
          <a:p xmlns:a="http://schemas.openxmlformats.org/drawingml/2006/main">
            <a:r>
              <a:t>            "q": 7.236035563411822,</a:t>
            </a:r>
          </a:p>
          <a:p xmlns:a="http://schemas.openxmlformats.org/drawingml/2006/main">
            <a:r>
              <a:t>            "shear": 3.0016280099836066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"C:\\Users\\joesc\\git\\cheaseBS_tests\\data\\129015_129038\\pm0.2_ncscal4_warmup2\\129038\\ne_ped_scale_0.800",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0.00004652089847109753,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"/pscratch/sd/j/joeschm/cheaseBS_runs/20260925/20260925_00-29-04-129038_ne_ped_scale_0.800/iteration_49/artifacts/EQDSK_COCOS_02_POS_SOURCE_SIGNS.OUT",</a:t>
            </a:r>
          </a:p>
          <a:p xmlns:a="http://schemas.openxmlformats.org/drawingml/2006/main">
            <a:r>
              <a:t>          "final_ip_a": 742354.3246,</a:t>
            </a:r>
          </a:p>
          <a:p xmlns:a="http://schemas.openxmlformats.org/drawingml/2006/main">
            <a:r>
              <a:t>          "final_ip_error_a": -2036.1753999999491,</a:t>
            </a:r>
          </a:p>
          <a:p xmlns:a="http://schemas.openxmlformats.org/drawingml/2006/main">
            <a:r>
              <a:t>          "final_ip_error_rel": 0.002735359196550667,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0.00013113435485529463,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10.133206563909406,</a:t>
            </a:r>
          </a:p>
          <a:p xmlns:a="http://schemas.openxmlformats.org/drawingml/2006/main">
            <a:r>
              <a:t>          "q_report_rel_diff": -0.0032392645140732535,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0.8028241370880869,</a:t>
            </a:r>
          </a:p>
          <a:p xmlns:a="http://schemas.openxmlformats.org/drawingml/2006/main">
            <a:r>
              <a:t>            "q": 3.715819224146889,</a:t>
            </a:r>
          </a:p>
          <a:p xmlns:a="http://schemas.openxmlformats.org/drawingml/2006/main">
            <a:r>
              <a:t>            "shear": 2.6327706658090677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0.771014202921898,</a:t>
            </a:r>
          </a:p>
          <a:p xmlns:a="http://schemas.openxmlformats.org/drawingml/2006/main">
            <a:r>
              <a:t>            "q": 6.882513965069678,</a:t>
            </a:r>
          </a:p>
          <a:p xmlns:a="http://schemas.openxmlformats.org/drawingml/2006/main">
            <a:r>
              <a:t>            "shear": 3.027994586910319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0.7663393931653839,</a:t>
            </a:r>
          </a:p>
          <a:p xmlns:a="http://schemas.openxmlformats.org/drawingml/2006/main">
            <a:r>
              <a:t>            "q": 7.103447761634577,</a:t>
            </a:r>
          </a:p>
          <a:p xmlns:a="http://schemas.openxmlformats.org/drawingml/2006/main">
            <a:r>
              <a:t>            "shear": 3.050790806534834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"C:\\Users\\joesc\\git\\cheaseBS_tests\\data\\129015_129038\\pm0.2_ncscal4_warmup2\\129038\\ne_ped_scale_0.900",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0.00009931534008995151,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"/pscratch/sd/j/joeschm/cheaseBS_runs/20260925/20260925_01-04-00-129038_ne_ped_scale_0.900/iteration_01/artifacts/EQDSK_COCOS_02_POS_SOURCE_SIGNS.OUT",</a:t>
            </a:r>
          </a:p>
          <a:p xmlns:a="http://schemas.openxmlformats.org/drawingml/2006/main">
            <a:r>
              <a:t>          "final_ip_a": 743768.5457,</a:t>
            </a:r>
          </a:p>
          <a:p xmlns:a="http://schemas.openxmlformats.org/drawingml/2006/main">
            <a:r>
              <a:t>          "final_ip_error_a": -621.954299999983,</a:t>
            </a:r>
          </a:p>
          <a:p xmlns:a="http://schemas.openxmlformats.org/drawingml/2006/main">
            <a:r>
              <a:t>          "final_ip_error_rel": 0.00083552154413575,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0.0001610705715942055,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10.123113609678928,</a:t>
            </a:r>
          </a:p>
          <a:p xmlns:a="http://schemas.openxmlformats.org/drawingml/2006/main">
            <a:r>
              <a:t>          "q_report_rel_diff": -0.004232065797511784,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0.8823945581595429,</a:t>
            </a:r>
          </a:p>
          <a:p xmlns:a="http://schemas.openxmlformats.org/drawingml/2006/main">
            <a:r>
              <a:t>            "q": 3.870920609318994,</a:t>
            </a:r>
          </a:p>
          <a:p xmlns:a="http://schemas.openxmlformats.org/drawingml/2006/main">
            <a:r>
              <a:t>            "shear": 2.50190867293743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0.8651329259184218,</a:t>
            </a:r>
          </a:p>
          <a:p xmlns:a="http://schemas.openxmlformats.org/drawingml/2006/main">
            <a:r>
              <a:t>            "q": 6.920498694820252,</a:t>
            </a:r>
          </a:p>
          <a:p xmlns:a="http://schemas.openxmlformats.org/drawingml/2006/main">
            <a:r>
              <a:t>            "shear": 2.909888394584164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0.8615106476454464,</a:t>
            </a:r>
          </a:p>
          <a:p xmlns:a="http://schemas.openxmlformats.org/drawingml/2006/main">
            <a:r>
              <a:t>            "q": 7.134062459030856,</a:t>
            </a:r>
          </a:p>
          <a:p xmlns:a="http://schemas.openxmlformats.org/drawingml/2006/main">
            <a:r>
              <a:t>            "shear": 2.937014422665381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"C:\\Users\\joesc\\git\\cheaseBS_tests\\data\\129015_129038\\pm0.2_ncscal4_warmup2\\129038\\ne_ped_scale_0.950",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0.000026177743323880228,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"/pscratch/sd/j/joeschm/cheaseBS_runs/20260925/20260925_01-06-00-129038_ne_ped_scale_0.950/iteration_01/artifacts/EQDSK_COCOS_02_POS_SOURCE_SIGNS.OUT",</a:t>
            </a:r>
          </a:p>
          <a:p xmlns:a="http://schemas.openxmlformats.org/drawingml/2006/main">
            <a:r>
              <a:t>          "final_ip_a": 744247.1346,</a:t>
            </a:r>
          </a:p>
          <a:p xmlns:a="http://schemas.openxmlformats.org/drawingml/2006/main">
            <a:r>
              <a:t>          "final_ip_error_a": -143.36540000000969,</a:t>
            </a:r>
          </a:p>
          <a:p xmlns:a="http://schemas.openxmlformats.org/drawingml/2006/main">
            <a:r>
              <a:t>          "final_ip_error_rel": 0.00019259434396329573,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0.00009084954150397195,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10.144314711377367,</a:t>
            </a:r>
          </a:p>
          <a:p xmlns:a="http://schemas.openxmlformats.org/drawingml/2006/main">
            <a:r>
              <a:t>          "q_report_rel_diff": -0.002146602959192268,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0.9272072693965396,</a:t>
            </a:r>
          </a:p>
          <a:p xmlns:a="http://schemas.openxmlformats.org/drawingml/2006/main">
            <a:r>
              <a:t>            "q": 3.8601086534770124,</a:t>
            </a:r>
          </a:p>
          <a:p xmlns:a="http://schemas.openxmlformats.org/drawingml/2006/main">
            <a:r>
              <a:t>            "shear": 2.510510500957273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0.9050350330436888,</a:t>
            </a:r>
          </a:p>
          <a:p xmlns:a="http://schemas.openxmlformats.org/drawingml/2006/main">
            <a:r>
              <a:t>            "q": 6.9275263545388945,</a:t>
            </a:r>
          </a:p>
          <a:p xmlns:a="http://schemas.openxmlformats.org/drawingml/2006/main">
            <a:r>
              <a:t>            "shear": 2.9271950802502267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0.9013056093257642,</a:t>
            </a:r>
          </a:p>
          <a:p xmlns:a="http://schemas.openxmlformats.org/drawingml/2006/main">
            <a:r>
              <a:t>            "q": 7.142618986138887,</a:t>
            </a:r>
          </a:p>
          <a:p xmlns:a="http://schemas.openxmlformats.org/drawingml/2006/main">
            <a:r>
              <a:t>            "shear": 2.9543700556889347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"C:\\Users\\joesc\\git\\cheaseBS_tests\\data\\129015_129038\\pm0.2_ncscal4_warmup2\\129038\\ne_ped_scale_1.000",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0.00011716508548737339,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"/pscratch/sd/j/joeschm/cheaseBS_runs/20260925/20260925_01-07-59-129038_ne_ped_scale_1.000/iteration_01/artifacts/EQDSK_COCOS_02_POS_SOURCE_SIGNS.OUT",</a:t>
            </a:r>
          </a:p>
          <a:p xmlns:a="http://schemas.openxmlformats.org/drawingml/2006/main">
            <a:r>
              <a:t>          "final_ip_a": 744748.8358,</a:t>
            </a:r>
          </a:p>
          <a:p xmlns:a="http://schemas.openxmlformats.org/drawingml/2006/main">
            <a:r>
              <a:t>          "final_ip_error_a": 358.33580000000075,</a:t>
            </a:r>
          </a:p>
          <a:p xmlns:a="http://schemas.openxmlformats.org/drawingml/2006/main">
            <a:r>
              <a:t>          "final_ip_error_rel": 0.0004813814792101736,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0.00012653335130516377,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10.165861728827153,</a:t>
            </a:r>
          </a:p>
          <a:p xmlns:a="http://schemas.openxmlformats.org/drawingml/2006/main">
            <a:r>
              <a:t>          "q_report_rel_diff": -0.00002711384927221471,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0.9720305975908881,</a:t>
            </a:r>
          </a:p>
          <a:p xmlns:a="http://schemas.openxmlformats.org/drawingml/2006/main">
            <a:r>
              <a:t>            "q": 3.849031302338208,</a:t>
            </a:r>
          </a:p>
          <a:p xmlns:a="http://schemas.openxmlformats.org/drawingml/2006/main">
            <a:r>
              <a:t>            "shear": 2.521903349606658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0.9446010839748571,</a:t>
            </a:r>
          </a:p>
          <a:p xmlns:a="http://schemas.openxmlformats.org/drawingml/2006/main">
            <a:r>
              <a:t>            "q": 6.935036120188842,</a:t>
            </a:r>
          </a:p>
          <a:p xmlns:a="http://schemas.openxmlformats.org/drawingml/2006/main">
            <a:r>
              <a:t>            "shear": 2.9460462214357013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0.9406871619767077,</a:t>
            </a:r>
          </a:p>
          <a:p xmlns:a="http://schemas.openxmlformats.org/drawingml/2006/main">
            <a:r>
              <a:t>            "q": 7.151742214248846,</a:t>
            </a:r>
          </a:p>
          <a:p xmlns:a="http://schemas.openxmlformats.org/drawingml/2006/main">
            <a:r>
              <a:t>            "shear": 2.9729512411076917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"C:\\Users\\joesc\\git\\cheaseBS_tests\\data\\129015_129038\\pm0.2_ncscal4_warmup2\\129038\\ne_ped_scale_1.050",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0.00021695197593992756,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"/pscratch/sd/j/joeschm/cheaseBS_runs/20260925/20260925_01-09-56-129038_ne_ped_scale_1.050/iteration_01/artifacts/EQDSK_COCOS_02_POS_SOURCE_SIGNS.OUT",</a:t>
            </a:r>
          </a:p>
          <a:p xmlns:a="http://schemas.openxmlformats.org/drawingml/2006/main">
            <a:r>
              <a:t>          "final_ip_a": 744895.835,</a:t>
            </a:r>
          </a:p>
          <a:p xmlns:a="http://schemas.openxmlformats.org/drawingml/2006/main">
            <a:r>
              <a:t>          "final_ip_error_a": 505.33499999996275,</a:t>
            </a:r>
          </a:p>
          <a:p xmlns:a="http://schemas.openxmlformats.org/drawingml/2006/main">
            <a:r>
              <a:t>          "final_ip_error_rel": 0.0006788574007862309,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0.00047390395342698517,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10.186476313407052,</a:t>
            </a:r>
          </a:p>
          <a:p xmlns:a="http://schemas.openxmlformats.org/drawingml/2006/main">
            <a:r>
              <a:t>          "q_report_rel_diff": 0.002000655777055217,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1.0167883282591401,</a:t>
            </a:r>
          </a:p>
          <a:p xmlns:a="http://schemas.openxmlformats.org/drawingml/2006/main">
            <a:r>
              <a:t>            "q": 3.8379524082440066,</a:t>
            </a:r>
          </a:p>
          <a:p xmlns:a="http://schemas.openxmlformats.org/drawingml/2006/main">
            <a:r>
              <a:t>            "shear": 2.533260065961111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0.9838419266878006,</a:t>
            </a:r>
          </a:p>
          <a:p xmlns:a="http://schemas.openxmlformats.org/drawingml/2006/main">
            <a:r>
              <a:t>            "q": 6.942523088366898,</a:t>
            </a:r>
          </a:p>
          <a:p xmlns:a="http://schemas.openxmlformats.org/drawingml/2006/main">
            <a:r>
              <a:t>            "shear": 2.9647438265686037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0.979721087907588,</a:t>
            </a:r>
          </a:p>
          <a:p xmlns:a="http://schemas.openxmlformats.org/drawingml/2006/main">
            <a:r>
              <a:t>            "q": 7.160829458692633,</a:t>
            </a:r>
          </a:p>
          <a:p xmlns:a="http://schemas.openxmlformats.org/drawingml/2006/main">
            <a:r>
              <a:t>            "shear": 2.9912687709191648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"C:\\Users\\joesc\\git\\cheaseBS_tests\\data\\129015_129038\\pm0.2_ncscal4_warmup2\\129038\\ne_ped_scale_1.100",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0.000320375029459415,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"/pscratch/sd/j/joeschm/cheaseBS_runs/20260925/20260925_01-11-57-129038_ne_ped_scale_1.100/iteration_01/artifacts/EQDSK_COCOS_02_POS_SOURCE_SIGNS.OUT",</a:t>
            </a:r>
          </a:p>
          <a:p xmlns:a="http://schemas.openxmlformats.org/drawingml/2006/main">
            <a:r>
              <a:t>          "final_ip_a": 745644.9792,</a:t>
            </a:r>
          </a:p>
          <a:p xmlns:a="http://schemas.openxmlformats.org/drawingml/2006/main">
            <a:r>
              <a:t>          "final_ip_error_a": 1254.4791999999434,</a:t>
            </a:r>
          </a:p>
          <a:p xmlns:a="http://schemas.openxmlformats.org/drawingml/2006/main">
            <a:r>
              <a:t>          "final_ip_error_rel": 0.0016852434306992678,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0.0004545097279508384,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10.201828468419743,</a:t>
            </a:r>
          </a:p>
          <a:p xmlns:a="http://schemas.openxmlformats.org/drawingml/2006/main">
            <a:r>
              <a:t>          "q_report_rel_diff": 0.003510782430966026,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1.0614833732648827,</a:t>
            </a:r>
          </a:p>
          <a:p xmlns:a="http://schemas.openxmlformats.org/drawingml/2006/main">
            <a:r>
              <a:t>            "q": 3.827287616896614,</a:t>
            </a:r>
          </a:p>
          <a:p xmlns:a="http://schemas.openxmlformats.org/drawingml/2006/main">
            <a:r>
              <a:t>            "shear": 2.5447180262373985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1.0228764726185748,</a:t>
            </a:r>
          </a:p>
          <a:p xmlns:a="http://schemas.openxmlformats.org/drawingml/2006/main">
            <a:r>
              <a:t>            "q": 6.951207420271271,</a:t>
            </a:r>
          </a:p>
          <a:p xmlns:a="http://schemas.openxmlformats.org/drawingml/2006/main">
            <a:r>
              <a:t>            "shear": 2.983721183585561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1.018549970364674,</a:t>
            </a:r>
          </a:p>
          <a:p xmlns:a="http://schemas.openxmlformats.org/drawingml/2006/main">
            <a:r>
              <a:t>            "q": 7.171169712111087,</a:t>
            </a:r>
          </a:p>
          <a:p xmlns:a="http://schemas.openxmlformats.org/drawingml/2006/main">
            <a:r>
              <a:t>            "shear": 3.009716371069703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"C:\\Users\\joesc\\git\\cheaseBS_tests\\data\\129015_129038\\pm0.2_ncscal4_warmup2\\129038\\ne_ped_scale_1.200",</a:t>
            </a:r>
          </a:p>
          <a:p xmlns:a="http://schemas.openxmlformats.org/drawingml/2006/main">
            <a:r>
              <a:t>        "axis": "ne_ped_scale",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9,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0.0011020502184236774,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"/pscratch/sd/j/joeschm/cheaseBS_runs/20260925/20260925_01-14-04-129038_ne_ped_scale_1.200/iteration_08/artifacts/EQDSK_COCOS_02_POS_SOURCE_SIGNS.OUT",</a:t>
            </a:r>
          </a:p>
          <a:p xmlns:a="http://schemas.openxmlformats.org/drawingml/2006/main">
            <a:r>
              <a:t>          "final_ip_a": 745183.961,</a:t>
            </a:r>
          </a:p>
          <a:p xmlns:a="http://schemas.openxmlformats.org/drawingml/2006/main">
            <a:r>
              <a:t>          "final_ip_error_a": 793.4610000000102,</a:t>
            </a:r>
          </a:p>
          <a:p xmlns:a="http://schemas.openxmlformats.org/drawingml/2006/main">
            <a:r>
              <a:t>          "final_ip_error_rel": 0.001065920373782323,</a:t>
            </a:r>
          </a:p>
          <a:p xmlns:a="http://schemas.openxmlformats.org/drawingml/2006/main">
            <a:r>
              <a:t>          "final_iteration": 8,</a:t>
            </a:r>
          </a:p>
          <a:p xmlns:a="http://schemas.openxmlformats.org/drawingml/2006/main">
            <a:r>
              <a:t>          "final_q_change_rel": 0.00130226408988478,</a:t>
            </a:r>
          </a:p>
          <a:p xmlns:a="http://schemas.openxmlformats.org/drawingml/2006/main">
            <a:r>
              <a:t>          "iterations": 9,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10.27929538256425,</a:t>
            </a:r>
          </a:p>
          <a:p xmlns:a="http://schemas.openxmlformats.org/drawingml/2006/main">
            <a:r>
              <a:t>          "q_report_rel_diff": 0.011130875619781266,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1.1474448050498323,</a:t>
            </a:r>
          </a:p>
          <a:p xmlns:a="http://schemas.openxmlformats.org/drawingml/2006/main">
            <a:r>
              <a:t>            "q": 3.8229724920101074,</a:t>
            </a:r>
          </a:p>
          <a:p xmlns:a="http://schemas.openxmlformats.org/drawingml/2006/main">
            <a:r>
              <a:t>            "shear": 2.535971503203369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1.1031000061234975,</a:t>
            </a:r>
          </a:p>
          <a:p xmlns:a="http://schemas.openxmlformats.org/drawingml/2006/main">
            <a:r>
              <a:t>            "q": 6.956462656958104,</a:t>
            </a:r>
          </a:p>
          <a:p xmlns:a="http://schemas.openxmlformats.org/drawingml/2006/main">
            <a:r>
              <a:t>            "shear": 2.966890375076266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1.0984399802727782,</a:t>
            </a:r>
          </a:p>
          <a:p xmlns:a="http://schemas.openxmlformats.org/drawingml/2006/main">
            <a:r>
              <a:t>            "q": 7.17697019379497,</a:t>
            </a:r>
          </a:p>
          <a:p xmlns:a="http://schemas.openxmlformats.org/drawingml/2006/main">
            <a:r>
              <a:t>            "shear": 3.0352823104303517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"axis": "Te_ped_scale",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"reason": "no saved convergence summary"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"mtanh_n4w2"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"mtanh",</a:t>
            </a:r>
          </a:p>
          <a:p xmlns:a="http://schemas.openxmlformats.org/drawingml/2006/main">
            <a:r>
              <a:t>  "part": "All variants, with marker-border coding",</a:t>
            </a:r>
          </a:p>
          <a:p xmlns:a="http://schemas.openxmlformats.org/drawingml/2006/main">
            <a:r>
              <a:t>  "variant": null,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1.000917907307442,</a:t>
            </a:r>
          </a:p>
          <a:p xmlns:a="http://schemas.openxmlformats.org/drawingml/2006/main">
            <a:r>
              <a:t>          "final_amplitude_next": 1.000917907307442,</a:t>
            </a:r>
          </a:p>
          <a:p xmlns:a="http://schemas.openxmlformats.org/drawingml/2006/main">
            <a:r>
              <a:t>          "final_bootstrap_change_rel": 0.00018450591788087052,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"/pscratch/sd/j/joeschm/cheaseBS_runs/20260925/20260925_00-33-10-129038_omt_0.800/iteration_01/artifacts/EQDSK_COCOS_02_POS_SOURCE_SIGNS.OUT",</a:t>
            </a:r>
          </a:p>
          <a:p xmlns:a="http://schemas.openxmlformats.org/drawingml/2006/main">
            <a:r>
              <a:t>          "final_ip_a": 743109.9399,</a:t>
            </a:r>
          </a:p>
          <a:p xmlns:a="http://schemas.openxmlformats.org/drawingml/2006/main">
            <a:r>
              <a:t>          "final_ip_error_a": -1280.5601000000024,</a:t>
            </a:r>
          </a:p>
          <a:p xmlns:a="http://schemas.openxmlformats.org/drawingml/2006/main">
            <a:r>
              <a:t>          "final_ip_error_rel": 0.001720280014320444,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0.00024023985747334933,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10.149118334186289,</a:t>
            </a:r>
          </a:p>
          <a:p xmlns:a="http://schemas.openxmlformats.org/drawingml/2006/main">
            <a:r>
              <a:t>          "q_report_rel_diff": -0.00167409086997157,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0.8853531136735894,</a:t>
            </a:r>
          </a:p>
          <a:p xmlns:a="http://schemas.openxmlformats.org/drawingml/2006/main">
            <a:r>
              <a:t>            "q": 3.8753711547639926,</a:t>
            </a:r>
          </a:p>
          <a:p xmlns:a="http://schemas.openxmlformats.org/drawingml/2006/main">
            <a:r>
              <a:t>            "shear": 2.535839249597958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0.7579258982783433,</a:t>
            </a:r>
          </a:p>
          <a:p xmlns:a="http://schemas.openxmlformats.org/drawingml/2006/main">
            <a:r>
              <a:t>            "q": 6.966190228238317,</a:t>
            </a:r>
          </a:p>
          <a:p xmlns:a="http://schemas.openxmlformats.org/drawingml/2006/main">
            <a:r>
              <a:t>            "shear": 2.884783136767272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0.7493622981717658,</a:t>
            </a:r>
          </a:p>
          <a:p xmlns:a="http://schemas.openxmlformats.org/drawingml/2006/main">
            <a:r>
              <a:t>            "q": 7.179082846718739,</a:t>
            </a:r>
          </a:p>
          <a:p xmlns:a="http://schemas.openxmlformats.org/drawingml/2006/main">
            <a:r>
              <a:t>            "shear": 2.9068893752304508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1.0004338799631967,</a:t>
            </a:r>
          </a:p>
          <a:p xmlns:a="http://schemas.openxmlformats.org/drawingml/2006/main">
            <a:r>
              <a:t>          "final_amplitude_next": 1.0004338799631967,</a:t>
            </a:r>
          </a:p>
          <a:p xmlns:a="http://schemas.openxmlformats.org/drawingml/2006/main">
            <a:r>
              <a:t>          "final_bootstrap_change_rel": 0.0000900701996667853,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"/pscratch/sd/j/joeschm/cheaseBS_runs/20260925/20260925_00-35-25-129038_omt_0.900/iteration_01/artifacts/EQDSK_COCOS_02_POS_SOURCE_SIGNS.OUT",</a:t>
            </a:r>
          </a:p>
          <a:p xmlns:a="http://schemas.openxmlformats.org/drawingml/2006/main">
            <a:r>
              <a:t>          "final_ip_a": 743789.7885,</a:t>
            </a:r>
          </a:p>
          <a:p xmlns:a="http://schemas.openxmlformats.org/drawingml/2006/main">
            <a:r>
              <a:t>          "final_ip_error_a": -600.7114999999758,</a:t>
            </a:r>
          </a:p>
          <a:p xmlns:a="http://schemas.openxmlformats.org/drawingml/2006/main">
            <a:r>
              <a:t>          "final_ip_error_rel": 0.0008069843717779522,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0.00011558405375109683,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10.158236231577831,</a:t>
            </a:r>
          </a:p>
          <a:p xmlns:a="http://schemas.openxmlformats.org/drawingml/2006/main">
            <a:r>
              <a:t>          "q_report_rel_diff": -0.0007772018099529868,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0.9299206937897909,</a:t>
            </a:r>
          </a:p>
          <a:p xmlns:a="http://schemas.openxmlformats.org/drawingml/2006/main">
            <a:r>
              <a:t>            "q": 3.862837231222699,</a:t>
            </a:r>
          </a:p>
          <a:p xmlns:a="http://schemas.openxmlformats.org/drawingml/2006/main">
            <a:r>
              <a:t>            "shear": 2.5249934053528067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0.8452120229976771,</a:t>
            </a:r>
          </a:p>
          <a:p xmlns:a="http://schemas.openxmlformats.org/drawingml/2006/main">
            <a:r>
              <a:t>            "q": 6.953719797626377,</a:t>
            </a:r>
          </a:p>
          <a:p xmlns:a="http://schemas.openxmlformats.org/drawingml/2006/main">
            <a:r>
              <a:t>            "shear": 2.9146052881877993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0.8385836022842871,</a:t>
            </a:r>
          </a:p>
          <a:p xmlns:a="http://schemas.openxmlformats.org/drawingml/2006/main">
            <a:r>
              <a:t>            "q": 7.168547494065991,</a:t>
            </a:r>
          </a:p>
          <a:p xmlns:a="http://schemas.openxmlformats.org/drawingml/2006/main">
            <a:r>
              <a:t>            "shear": 2.93925789017142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1.0001760164979197,</a:t>
            </a:r>
          </a:p>
          <a:p xmlns:a="http://schemas.openxmlformats.org/drawingml/2006/main">
            <a:r>
              <a:t>          "final_amplitude_next": 1.0001760164979197,</a:t>
            </a:r>
          </a:p>
          <a:p xmlns:a="http://schemas.openxmlformats.org/drawingml/2006/main">
            <a:r>
              <a:t>          "final_bootstrap_change_rel": 0.00003946567289764314,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"/pscratch/sd/j/joeschm/cheaseBS_runs/20260925/20260925_00-37-40-129038_omt_0.950/iteration_01/artifacts/EQDSK_COCOS_02_POS_SOURCE_SIGNS.OUT",</a:t>
            </a:r>
          </a:p>
          <a:p xmlns:a="http://schemas.openxmlformats.org/drawingml/2006/main">
            <a:r>
              <a:t>          "final_ip_a": 744158.2516,</a:t>
            </a:r>
          </a:p>
          <a:p xmlns:a="http://schemas.openxmlformats.org/drawingml/2006/main">
            <a:r>
              <a:t>          "final_ip_error_a": -232.24840000004042,</a:t>
            </a:r>
          </a:p>
          <a:p xmlns:a="http://schemas.openxmlformats.org/drawingml/2006/main">
            <a:r>
              <a:t>          "final_ip_error_rel": 0.00031199807090504303,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0.00005512977677806429,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10.163035401352259,</a:t>
            </a:r>
          </a:p>
          <a:p xmlns:a="http://schemas.openxmlformats.org/drawingml/2006/main">
            <a:r>
              <a:t>          "q_report_rel_diff": -0.00030512774692956614,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0.9532462114646296,</a:t>
            </a:r>
          </a:p>
          <a:p xmlns:a="http://schemas.openxmlformats.org/drawingml/2006/main">
            <a:r>
              <a:t>            "q": 3.8552932019099266,</a:t>
            </a:r>
          </a:p>
          <a:p xmlns:a="http://schemas.openxmlformats.org/drawingml/2006/main">
            <a:r>
              <a:t>            "shear": 2.52243477732389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0.8928852267487632,</a:t>
            </a:r>
          </a:p>
          <a:p xmlns:a="http://schemas.openxmlformats.org/drawingml/2006/main">
            <a:r>
              <a:t>            "q": 6.945808247554571,</a:t>
            </a:r>
          </a:p>
          <a:p xmlns:a="http://schemas.openxmlformats.org/drawingml/2006/main">
            <a:r>
              <a:t>            "shear": 2.932342124710509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0.8873178104167115,</a:t>
            </a:r>
          </a:p>
          <a:p xmlns:a="http://schemas.openxmlformats.org/drawingml/2006/main">
            <a:r>
              <a:t>            "q": 7.161725156512538,</a:t>
            </a:r>
          </a:p>
          <a:p xmlns:a="http://schemas.openxmlformats.org/drawingml/2006/main">
            <a:r>
              <a:t>            "shear": 2.9566999394503597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0.9999070523661459,</a:t>
            </a:r>
          </a:p>
          <a:p xmlns:a="http://schemas.openxmlformats.org/drawingml/2006/main">
            <a:r>
              <a:t>          "final_amplitude_next": 0.9999070523661459,</a:t>
            </a:r>
          </a:p>
          <a:p xmlns:a="http://schemas.openxmlformats.org/drawingml/2006/main">
            <a:r>
              <a:t>          "final_bootstrap_change_rel": 0.000013718271103767756,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"/pscratch/sd/j/joeschm/cheaseBS_runs/20260925/20260925_00-39-54-129038_omt_1.000/iteration_01/artifacts/EQDSK_COCOS_02_POS_SOURCE_SIGNS.OUT",</a:t>
            </a:r>
          </a:p>
          <a:p xmlns:a="http://schemas.openxmlformats.org/drawingml/2006/main">
            <a:r>
              <a:t>          "final_ip_a": 744567.8656,</a:t>
            </a:r>
          </a:p>
          <a:p xmlns:a="http://schemas.openxmlformats.org/drawingml/2006/main">
            <a:r>
              <a:t>          "final_ip_error_a": 177.36560000001919,</a:t>
            </a:r>
          </a:p>
          <a:p xmlns:a="http://schemas.openxmlformats.org/drawingml/2006/main">
            <a:r>
              <a:t>          "final_ip_error_rel": 0.0002382695641602347,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0.00008194562862400745,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10.168089218521411,</a:t>
            </a:r>
          </a:p>
          <a:p xmlns:a="http://schemas.openxmlformats.org/drawingml/2006/main">
            <a:r>
              <a:t>          "q_report_rel_diff": 0.00019199490489487221,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0.9769254013941765,</a:t>
            </a:r>
          </a:p>
          <a:p xmlns:a="http://schemas.openxmlformats.org/drawingml/2006/main">
            <a:r>
              <a:t>            "q": 3.8486171404555747,</a:t>
            </a:r>
          </a:p>
          <a:p xmlns:a="http://schemas.openxmlformats.org/drawingml/2006/main">
            <a:r>
              <a:t>            "shear": 2.515871199669268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0.9429291861141715,</a:t>
            </a:r>
          </a:p>
          <a:p xmlns:a="http://schemas.openxmlformats.org/drawingml/2006/main">
            <a:r>
              <a:t>            "q": 6.937929721711046,</a:t>
            </a:r>
          </a:p>
          <a:p xmlns:a="http://schemas.openxmlformats.org/drawingml/2006/main">
            <a:r>
              <a:t>            "shear": 2.9491836891375343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0.9385297813330875,</a:t>
            </a:r>
          </a:p>
          <a:p xmlns:a="http://schemas.openxmlformats.org/drawingml/2006/main">
            <a:r>
              <a:t>            "q": 7.154899772442518,</a:t>
            </a:r>
          </a:p>
          <a:p xmlns:a="http://schemas.openxmlformats.org/drawingml/2006/main">
            <a:r>
              <a:t>            "shear": 2.974553964383828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0.9996265586788553,</a:t>
            </a:r>
          </a:p>
          <a:p xmlns:a="http://schemas.openxmlformats.org/drawingml/2006/main">
            <a:r>
              <a:t>          "final_amplitude_next": 0.9996265586788553,</a:t>
            </a:r>
          </a:p>
          <a:p xmlns:a="http://schemas.openxmlformats.org/drawingml/2006/main">
            <a:r>
              <a:t>          "final_bootstrap_change_rel": 0.00006553413826248604,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"/pscratch/sd/j/joeschm/cheaseBS_runs/20260925/20260925_00-42-10-129038_omt_1.050/iteration_01/artifacts/EQDSK_COCOS_02_POS_SOURCE_SIGNS.OUT",</a:t>
            </a:r>
          </a:p>
          <a:p xmlns:a="http://schemas.openxmlformats.org/drawingml/2006/main">
            <a:r>
              <a:t>          "final_ip_a": 744884.1485,</a:t>
            </a:r>
          </a:p>
          <a:p xmlns:a="http://schemas.openxmlformats.org/drawingml/2006/main">
            <a:r>
              <a:t>          "final_ip_error_a": 493.64850000001024,</a:t>
            </a:r>
          </a:p>
          <a:p xmlns:a="http://schemas.openxmlformats.org/drawingml/2006/main">
            <a:r>
              <a:t>          "final_ip_error_rel": 0.000663157979581967,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0.0001307140940269293,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10.17290063117401,</a:t>
            </a:r>
          </a:p>
          <a:p xmlns:a="http://schemas.openxmlformats.org/drawingml/2006/main">
            <a:r>
              <a:t>          "q_report_rel_diff": 0.0006652732481402578,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1.0011588858763474,</a:t>
            </a:r>
          </a:p>
          <a:p xmlns:a="http://schemas.openxmlformats.org/drawingml/2006/main">
            <a:r>
              <a:t>            "q": 3.8418335160702126,</a:t>
            </a:r>
          </a:p>
          <a:p xmlns:a="http://schemas.openxmlformats.org/drawingml/2006/main">
            <a:r>
              <a:t>            "shear": 2.5088368132059014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0.9957558096271781,</a:t>
            </a:r>
          </a:p>
          <a:p xmlns:a="http://schemas.openxmlformats.org/drawingml/2006/main">
            <a:r>
              <a:t>            "q": 6.92941143006946,</a:t>
            </a:r>
          </a:p>
          <a:p xmlns:a="http://schemas.openxmlformats.org/drawingml/2006/main">
            <a:r>
              <a:t>            "shear": 2.9669800709844023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0.9926108212558421,</a:t>
            </a:r>
          </a:p>
          <a:p xmlns:a="http://schemas.openxmlformats.org/drawingml/2006/main">
            <a:r>
              <a:t>            "q": 7.147484741920474,</a:t>
            </a:r>
          </a:p>
          <a:p xmlns:a="http://schemas.openxmlformats.org/drawingml/2006/main">
            <a:r>
              <a:t>            "shear": 2.993388205556142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0.9993341065299117,</a:t>
            </a:r>
          </a:p>
          <a:p xmlns:a="http://schemas.openxmlformats.org/drawingml/2006/main">
            <a:r>
              <a:t>          "final_amplitude_next": 0.9993341065299117,</a:t>
            </a:r>
          </a:p>
          <a:p xmlns:a="http://schemas.openxmlformats.org/drawingml/2006/main">
            <a:r>
              <a:t>          "final_bootstrap_change_rel": 0.00012813185692205355,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"/pscratch/sd/j/joeschm/cheaseBS_runs/20260925/20260925_00-44-27-129038_omt_1.100/iteration_01/artifacts/EQDSK_COCOS_02_POS_SOURCE_SIGNS.OUT",</a:t>
            </a:r>
          </a:p>
          <a:p xmlns:a="http://schemas.openxmlformats.org/drawingml/2006/main">
            <a:r>
              <a:t>          "final_ip_a": 745180.7888,</a:t>
            </a:r>
          </a:p>
          <a:p xmlns:a="http://schemas.openxmlformats.org/drawingml/2006/main">
            <a:r>
              <a:t>          "final_ip_error_a": 790.2887999999803,</a:t>
            </a:r>
          </a:p>
          <a:p xmlns:a="http://schemas.openxmlformats.org/drawingml/2006/main">
            <a:r>
              <a:t>          "final_ip_error_rel": 0.0010616589008053976,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0.00024204051590003594,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10.178972503852256,</a:t>
            </a:r>
          </a:p>
          <a:p xmlns:a="http://schemas.openxmlformats.org/drawingml/2006/main">
            <a:r>
              <a:t>          "q_report_rel_diff": 0.0012625377209776621,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1.0259017036923448,</a:t>
            </a:r>
          </a:p>
          <a:p xmlns:a="http://schemas.openxmlformats.org/drawingml/2006/main">
            <a:r>
              <a:t>            "q": 3.83501711839731,</a:t>
            </a:r>
          </a:p>
          <a:p xmlns:a="http://schemas.openxmlformats.org/drawingml/2006/main">
            <a:r>
              <a:t>            "shear": 2.501201284894011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1.0512145809396602,</a:t>
            </a:r>
          </a:p>
          <a:p xmlns:a="http://schemas.openxmlformats.org/drawingml/2006/main">
            <a:r>
              <a:t>            "q": 6.920264698963716,</a:t>
            </a:r>
          </a:p>
          <a:p xmlns:a="http://schemas.openxmlformats.org/drawingml/2006/main">
            <a:r>
              <a:t>            "shear": 2.985958989734429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1.0493830588298434,</a:t>
            </a:r>
          </a:p>
          <a:p xmlns:a="http://schemas.openxmlformats.org/drawingml/2006/main">
            <a:r>
              <a:t>            "q": 7.139503145769244,</a:t>
            </a:r>
          </a:p>
          <a:p xmlns:a="http://schemas.openxmlformats.org/drawingml/2006/main">
            <a:r>
              <a:t>            "shear": 3.0133599732577276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0.9987114353385254,</a:t>
            </a:r>
          </a:p>
          <a:p xmlns:a="http://schemas.openxmlformats.org/drawingml/2006/main">
            <a:r>
              <a:t>          "final_amplitude_next": 0.9987114353385254,</a:t>
            </a:r>
          </a:p>
          <a:p xmlns:a="http://schemas.openxmlformats.org/drawingml/2006/main">
            <a:r>
              <a:t>          "final_bootstrap_change_rel": 0.00024089247847780884,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"/pscratch/sd/j/joeschm/cheaseBS_runs/20260925/20260925_00-46-42-129038_omt_1.200/iteration_01/artifacts/EQDSK_COCOS_02_POS_SOURCE_SIGNS.OUT",</a:t>
            </a:r>
          </a:p>
          <a:p xmlns:a="http://schemas.openxmlformats.org/drawingml/2006/main">
            <a:r>
              <a:t>          "final_ip_a": 745867.0744,</a:t>
            </a:r>
          </a:p>
          <a:p xmlns:a="http://schemas.openxmlformats.org/drawingml/2006/main">
            <a:r>
              <a:t>          "final_ip_error_a": 1476.5744000000414,</a:t>
            </a:r>
          </a:p>
          <a:p xmlns:a="http://schemas.openxmlformats.org/drawingml/2006/main">
            <a:r>
              <a:t>          "final_ip_error_rel": 0.0019836018863755535,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0.0005475877656353865,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10.193937006763733,</a:t>
            </a:r>
          </a:p>
          <a:p xmlns:a="http://schemas.openxmlformats.org/drawingml/2006/main">
            <a:r>
              <a:t>          "q_report_rel_diff": 0.0027345326748109498,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1.0769940621928928,</a:t>
            </a:r>
          </a:p>
          <a:p xmlns:a="http://schemas.openxmlformats.org/drawingml/2006/main">
            <a:r>
              <a:t>            "q": 3.821205035292758,</a:t>
            </a:r>
          </a:p>
          <a:p xmlns:a="http://schemas.openxmlformats.org/drawingml/2006/main">
            <a:r>
              <a:t>            "shear": 2.484208413834255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1.1711565954361558,</a:t>
            </a:r>
          </a:p>
          <a:p xmlns:a="http://schemas.openxmlformats.org/drawingml/2006/main">
            <a:r>
              <a:t>            "q": 6.903893542761382,</a:t>
            </a:r>
          </a:p>
          <a:p xmlns:a="http://schemas.openxmlformats.org/drawingml/2006/main">
            <a:r>
              <a:t>            "shear": 3.0081710221798876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1.172249455103575,</a:t>
            </a:r>
          </a:p>
          <a:p xmlns:a="http://schemas.openxmlformats.org/drawingml/2006/main">
            <a:r>
              <a:t>            "q": 7.124711604681371,</a:t>
            </a:r>
          </a:p>
          <a:p xmlns:a="http://schemas.openxmlformats.org/drawingml/2006/main">
            <a:r>
              <a:t>            "shear": 3.049049451815173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1.000567799202837,</a:t>
            </a:r>
          </a:p>
          <a:p xmlns:a="http://schemas.openxmlformats.org/drawingml/2006/main">
            <a:r>
              <a:t>          "final_amplitude_next": 1.000567799202837,</a:t>
            </a:r>
          </a:p>
          <a:p xmlns:a="http://schemas.openxmlformats.org/drawingml/2006/main">
            <a:r>
              <a:t>          "final_bootstrap_change_rel": 0.00012243683469279545,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"/pscratch/sd/j/joeschm/cheaseBS_runs/20260925/20260925_00-48-56-129038_omne_0.800/iteration_01/artifacts/EQDSK_COCOS_02_POS_SOURCE_SIGNS.OUT",</a:t>
            </a:r>
          </a:p>
          <a:p xmlns:a="http://schemas.openxmlformats.org/drawingml/2006/main">
            <a:r>
              <a:t>          "final_ip_a": 743638.5835,</a:t>
            </a:r>
          </a:p>
          <a:p xmlns:a="http://schemas.openxmlformats.org/drawingml/2006/main">
            <a:r>
              <a:t>          "final_ip_error_a": -751.9165000000503,</a:t>
            </a:r>
          </a:p>
          <a:p xmlns:a="http://schemas.openxmlformats.org/drawingml/2006/main">
            <a:r>
              <a:t>          "final_ip_error_rel": 0.0010101102848572763,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0.0001734998135319631,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10.153832729706432,</a:t>
            </a:r>
          </a:p>
          <a:p xmlns:a="http://schemas.openxmlformats.org/drawingml/2006/main">
            <a:r>
              <a:t>          "q_report_rel_diff": -0.0012103556923264683,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0.9151850601484277,</a:t>
            </a:r>
          </a:p>
          <a:p xmlns:a="http://schemas.openxmlformats.org/drawingml/2006/main">
            <a:r>
              <a:t>            "q": 3.867339466435398,</a:t>
            </a:r>
          </a:p>
          <a:p xmlns:a="http://schemas.openxmlformats.org/drawingml/2006/main">
            <a:r>
              <a:t>            "shear": 2.5340656179299827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0.8249469276755969,</a:t>
            </a:r>
          </a:p>
          <a:p xmlns:a="http://schemas.openxmlformats.org/drawingml/2006/main">
            <a:r>
              <a:t>            "q": 6.9565030326746164,</a:t>
            </a:r>
          </a:p>
          <a:p xmlns:a="http://schemas.openxmlformats.org/drawingml/2006/main">
            <a:r>
              <a:t>            "shear": 2.896377254382734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0.8206954097254814,</a:t>
            </a:r>
          </a:p>
          <a:p xmlns:a="http://schemas.openxmlformats.org/drawingml/2006/main">
            <a:r>
              <a:t>            "q": 7.170048042977965,</a:t>
            </a:r>
          </a:p>
          <a:p xmlns:a="http://schemas.openxmlformats.org/drawingml/2006/main">
            <a:r>
              <a:t>            "shear": 2.9206029557901316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1.0002457150411161,</a:t>
            </a:r>
          </a:p>
          <a:p xmlns:a="http://schemas.openxmlformats.org/drawingml/2006/main">
            <a:r>
              <a:t>          "final_amplitude_next": 1.0002457150411161,</a:t>
            </a:r>
          </a:p>
          <a:p xmlns:a="http://schemas.openxmlformats.org/drawingml/2006/main">
            <a:r>
              <a:t>          "final_bootstrap_change_rel": 0.00005570233733240484,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"/pscratch/sd/j/joeschm/cheaseBS_runs/20260925/20260925_00-51-11-129038_omne_0.900/iteration_01/artifacts/EQDSK_COCOS_02_POS_SOURCE_SIGNS.OUT",</a:t>
            </a:r>
          </a:p>
          <a:p xmlns:a="http://schemas.openxmlformats.org/drawingml/2006/main">
            <a:r>
              <a:t>          "final_ip_a": 744076.8806,</a:t>
            </a:r>
          </a:p>
          <a:p xmlns:a="http://schemas.openxmlformats.org/drawingml/2006/main">
            <a:r>
              <a:t>          "final_ip_error_a": -313.61939999996684,</a:t>
            </a:r>
          </a:p>
          <a:p xmlns:a="http://schemas.openxmlformats.org/drawingml/2006/main">
            <a:r>
              <a:t>          "final_ip_error_rel": 0.0004213103203224206,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0.00008352957314780075,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10.160732544840451,</a:t>
            </a:r>
          </a:p>
          <a:p xmlns:a="http://schemas.openxmlformats.org/drawingml/2006/main">
            <a:r>
              <a:t>          "q_report_rel_diff": -0.0005316500166524718,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0.9454611257267745,</a:t>
            </a:r>
          </a:p>
          <a:p xmlns:a="http://schemas.openxmlformats.org/drawingml/2006/main">
            <a:r>
              <a:t>            "q": 3.8587231722807953,</a:t>
            </a:r>
          </a:p>
          <a:p xmlns:a="http://schemas.openxmlformats.org/drawingml/2006/main">
            <a:r>
              <a:t>            "shear": 2.5237025100234876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0.8817351289094545,</a:t>
            </a:r>
          </a:p>
          <a:p xmlns:a="http://schemas.openxmlformats.org/drawingml/2006/main">
            <a:r>
              <a:t>            "q": 6.9482477340012565,</a:t>
            </a:r>
          </a:p>
          <a:p xmlns:a="http://schemas.openxmlformats.org/drawingml/2006/main">
            <a:r>
              <a:t>            "shear": 2.920966222463809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0.8774447762237775,</a:t>
            </a:r>
          </a:p>
          <a:p xmlns:a="http://schemas.openxmlformats.org/drawingml/2006/main">
            <a:r>
              <a:t>            "q": 7.163428547203329,</a:t>
            </a:r>
          </a:p>
          <a:p xmlns:a="http://schemas.openxmlformats.org/drawingml/2006/main">
            <a:r>
              <a:t>            "shear": 2.94684046842478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1.0000784977404638,</a:t>
            </a:r>
          </a:p>
          <a:p xmlns:a="http://schemas.openxmlformats.org/drawingml/2006/main">
            <a:r>
              <a:t>          "final_amplitude_next": 1.0000784977404638,</a:t>
            </a:r>
          </a:p>
          <a:p xmlns:a="http://schemas.openxmlformats.org/drawingml/2006/main">
            <a:r>
              <a:t>          "final_bootstrap_change_rel": 0.00002144613567870554,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"/pscratch/sd/j/joeschm/cheaseBS_runs/20260925/20260925_00-53-26-129038_omne_0.950/iteration_01/artifacts/EQDSK_COCOS_02_POS_SOURCE_SIGNS.OUT",</a:t>
            </a:r>
          </a:p>
          <a:p xmlns:a="http://schemas.openxmlformats.org/drawingml/2006/main">
            <a:r>
              <a:t>          "final_ip_a": 744311.6194,</a:t>
            </a:r>
          </a:p>
          <a:p xmlns:a="http://schemas.openxmlformats.org/drawingml/2006/main">
            <a:r>
              <a:t>          "final_ip_error_a": -78.88060000003316,</a:t>
            </a:r>
          </a:p>
          <a:p xmlns:a="http://schemas.openxmlformats.org/drawingml/2006/main">
            <a:r>
              <a:t>          "final_ip_error_rel": 0.00010596669355671943,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0.00005221274795277009,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10.164339999172562,</a:t>
            </a:r>
          </a:p>
          <a:p xmlns:a="http://schemas.openxmlformats.org/drawingml/2006/main">
            <a:r>
              <a:t>          "q_report_rel_diff": -0.000176799968878562,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0.961174457573683,</a:t>
            </a:r>
          </a:p>
          <a:p xmlns:a="http://schemas.openxmlformats.org/drawingml/2006/main">
            <a:r>
              <a:t>            "q": 3.853214366633138,</a:t>
            </a:r>
          </a:p>
          <a:p xmlns:a="http://schemas.openxmlformats.org/drawingml/2006/main">
            <a:r>
              <a:t>            "shear": 2.5216519351660405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0.9119596561206404,</a:t>
            </a:r>
          </a:p>
          <a:p xmlns:a="http://schemas.openxmlformats.org/drawingml/2006/main">
            <a:r>
              <a:t>            "q": 6.942898977942777,</a:t>
            </a:r>
          </a:p>
          <a:p xmlns:a="http://schemas.openxmlformats.org/drawingml/2006/main">
            <a:r>
              <a:t>            "shear": 2.9356716501372495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0.9076114178267235,</a:t>
            </a:r>
          </a:p>
          <a:p xmlns:a="http://schemas.openxmlformats.org/drawingml/2006/main">
            <a:r>
              <a:t>            "q": 7.1589988382392615,</a:t>
            </a:r>
          </a:p>
          <a:p xmlns:a="http://schemas.openxmlformats.org/drawingml/2006/main">
            <a:r>
              <a:t>            "shear": 2.960669033308561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0.9999070523661459,</a:t>
            </a:r>
          </a:p>
          <a:p xmlns:a="http://schemas.openxmlformats.org/drawingml/2006/main">
            <a:r>
              <a:t>          "final_amplitude_next": 0.9999070523661459,</a:t>
            </a:r>
          </a:p>
          <a:p xmlns:a="http://schemas.openxmlformats.org/drawingml/2006/main">
            <a:r>
              <a:t>          "final_bootstrap_change_rel": 0.000013718271103767756,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"/pscratch/sd/j/joeschm/cheaseBS_runs/20260925/20260925_00-55-44-129038_omne_1.000/iteration_01/artifacts/EQDSK_COCOS_02_POS_SOURCE_SIGNS.OUT",</a:t>
            </a:r>
          </a:p>
          <a:p xmlns:a="http://schemas.openxmlformats.org/drawingml/2006/main">
            <a:r>
              <a:t>          "final_ip_a": 744567.8656,</a:t>
            </a:r>
          </a:p>
          <a:p xmlns:a="http://schemas.openxmlformats.org/drawingml/2006/main">
            <a:r>
              <a:t>          "final_ip_error_a": 177.36560000001919,</a:t>
            </a:r>
          </a:p>
          <a:p xmlns:a="http://schemas.openxmlformats.org/drawingml/2006/main">
            <a:r>
              <a:t>          "final_ip_error_rel": 0.0002382695641602347,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0.00008194562862400745,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10.168089218521411,</a:t>
            </a:r>
          </a:p>
          <a:p xmlns:a="http://schemas.openxmlformats.org/drawingml/2006/main">
            <a:r>
              <a:t>          "q_report_rel_diff": 0.00019199490489487221,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0.9769254013941765,</a:t>
            </a:r>
          </a:p>
          <a:p xmlns:a="http://schemas.openxmlformats.org/drawingml/2006/main">
            <a:r>
              <a:t>            "q": 3.8486171404555747,</a:t>
            </a:r>
          </a:p>
          <a:p xmlns:a="http://schemas.openxmlformats.org/drawingml/2006/main">
            <a:r>
              <a:t>            "shear": 2.515871199669268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0.9429291861141715,</a:t>
            </a:r>
          </a:p>
          <a:p xmlns:a="http://schemas.openxmlformats.org/drawingml/2006/main">
            <a:r>
              <a:t>            "q": 6.937929721711046,</a:t>
            </a:r>
          </a:p>
          <a:p xmlns:a="http://schemas.openxmlformats.org/drawingml/2006/main">
            <a:r>
              <a:t>            "shear": 2.9491836891375343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0.9385297813330875,</a:t>
            </a:r>
          </a:p>
          <a:p xmlns:a="http://schemas.openxmlformats.org/drawingml/2006/main">
            <a:r>
              <a:t>            "q": 7.154899772442518,</a:t>
            </a:r>
          </a:p>
          <a:p xmlns:a="http://schemas.openxmlformats.org/drawingml/2006/main">
            <a:r>
              <a:t>            "shear": 2.974553964383828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0.9997312835943759,</a:t>
            </a:r>
          </a:p>
          <a:p xmlns:a="http://schemas.openxmlformats.org/drawingml/2006/main">
            <a:r>
              <a:t>          "final_amplitude_next": 0.9997312835943759,</a:t>
            </a:r>
          </a:p>
          <a:p xmlns:a="http://schemas.openxmlformats.org/drawingml/2006/main">
            <a:r>
              <a:t>          "final_bootstrap_change_rel": 0.000049600474312469285,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"/pscratch/sd/j/joeschm/cheaseBS_runs/20260925/20260925_00-57-58-129038_omne_1.050/iteration_01/artifacts/EQDSK_COCOS_02_POS_SOURCE_SIGNS.OUT",</a:t>
            </a:r>
          </a:p>
          <a:p xmlns:a="http://schemas.openxmlformats.org/drawingml/2006/main">
            <a:r>
              <a:t>          "final_ip_a": 744950.7647,</a:t>
            </a:r>
          </a:p>
          <a:p xmlns:a="http://schemas.openxmlformats.org/drawingml/2006/main">
            <a:r>
              <a:t>          "final_ip_error_a": 560.2647000000579,</a:t>
            </a:r>
          </a:p>
          <a:p xmlns:a="http://schemas.openxmlformats.org/drawingml/2006/main">
            <a:r>
              <a:t>          "final_ip_error_rel": 0.0007526489120966186,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0.0003195066031101015,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10.172292162817913,</a:t>
            </a:r>
          </a:p>
          <a:p xmlns:a="http://schemas.openxmlformats.org/drawingml/2006/main">
            <a:r>
              <a:t>          "q_report_rel_diff": 0.0006054207856134396,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0.992905592981324,</a:t>
            </a:r>
          </a:p>
          <a:p xmlns:a="http://schemas.openxmlformats.org/drawingml/2006/main">
            <a:r>
              <a:t>            "q": 3.8440380061647947,</a:t>
            </a:r>
          </a:p>
          <a:p xmlns:a="http://schemas.openxmlformats.org/drawingml/2006/main">
            <a:r>
              <a:t>            "shear": 2.50986092748749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0.9749453872617928,</a:t>
            </a:r>
          </a:p>
          <a:p xmlns:a="http://schemas.openxmlformats.org/drawingml/2006/main">
            <a:r>
              <a:t>            "q": 6.932874465556883,</a:t>
            </a:r>
          </a:p>
          <a:p xmlns:a="http://schemas.openxmlformats.org/drawingml/2006/main">
            <a:r>
              <a:t>            "shear": 2.9633158670719184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0.9704761344948325,</a:t>
            </a:r>
          </a:p>
          <a:p xmlns:a="http://schemas.openxmlformats.org/drawingml/2006/main">
            <a:r>
              <a:t>            "q": 7.150757000769731,</a:t>
            </a:r>
          </a:p>
          <a:p xmlns:a="http://schemas.openxmlformats.org/drawingml/2006/main">
            <a:r>
              <a:t>            "shear": 2.989054965742522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0.9995510992907586,</a:t>
            </a:r>
          </a:p>
          <a:p xmlns:a="http://schemas.openxmlformats.org/drawingml/2006/main">
            <a:r>
              <a:t>          "final_amplitude_next": 0.9995510992907586,</a:t>
            </a:r>
          </a:p>
          <a:p xmlns:a="http://schemas.openxmlformats.org/drawingml/2006/main">
            <a:r>
              <a:t>          "final_bootstrap_change_rel": 0.00008077125146569832,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"/pscratch/sd/j/joeschm/cheaseBS_runs/20260925/20260925_01-00-15-129038_omne_1.100/iteration_01/artifacts/EQDSK_COCOS_02_POS_SOURCE_SIGNS.OUT",</a:t>
            </a:r>
          </a:p>
          <a:p xmlns:a="http://schemas.openxmlformats.org/drawingml/2006/main">
            <a:r>
              <a:t>          "final_ip_a": 744969.5852,</a:t>
            </a:r>
          </a:p>
          <a:p xmlns:a="http://schemas.openxmlformats.org/drawingml/2006/main">
            <a:r>
              <a:t>          "final_ip_error_a": 579.0851999999722,</a:t>
            </a:r>
          </a:p>
          <a:p xmlns:a="http://schemas.openxmlformats.org/drawingml/2006/main">
            <a:r>
              <a:t>          "final_ip_error_rel": 0.000777932012834624,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0.0001635944876249361,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10.175305713872676,</a:t>
            </a:r>
          </a:p>
          <a:p xmlns:a="http://schemas.openxmlformats.org/drawingml/2006/main">
            <a:r>
              <a:t>          "q_report_rel_diff": 0.0009018510761464534,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1.0091144128479326,</a:t>
            </a:r>
          </a:p>
          <a:p xmlns:a="http://schemas.openxmlformats.org/drawingml/2006/main">
            <a:r>
              <a:t>            "q": 3.839314874647937,</a:t>
            </a:r>
          </a:p>
          <a:p xmlns:a="http://schemas.openxmlformats.org/drawingml/2006/main">
            <a:r>
              <a:t>            "shear": 2.5035727132092096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1.0080058825891443,</a:t>
            </a:r>
          </a:p>
          <a:p xmlns:a="http://schemas.openxmlformats.org/drawingml/2006/main">
            <a:r>
              <a:t>            "q": 6.9273033720978425,</a:t>
            </a:r>
          </a:p>
          <a:p xmlns:a="http://schemas.openxmlformats.org/drawingml/2006/main">
            <a:r>
              <a:t>            "shear": 2.9779830155914477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1.0034396669312213,</a:t>
            </a:r>
          </a:p>
          <a:p xmlns:a="http://schemas.openxmlformats.org/drawingml/2006/main">
            <a:r>
              <a:t>            "q": 7.14611777426191,</a:t>
            </a:r>
          </a:p>
          <a:p xmlns:a="http://schemas.openxmlformats.org/drawingml/2006/main">
            <a:r>
              <a:t>            "shear": 3.004007781633247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0.9991771248429882,</a:t>
            </a:r>
          </a:p>
          <a:p xmlns:a="http://schemas.openxmlformats.org/drawingml/2006/main">
            <a:r>
              <a:t>          "final_amplitude_next": 0.9991771248429882,</a:t>
            </a:r>
          </a:p>
          <a:p xmlns:a="http://schemas.openxmlformats.org/drawingml/2006/main">
            <a:r>
              <a:t>          "final_bootstrap_change_rel": 0.00015482172882039474,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"/pscratch/sd/j/joeschm/cheaseBS_runs/20260925/20260925_01-02-33-129038_omne_1.200/iteration_01/artifacts/EQDSK_COCOS_02_POS_SOURCE_SIGNS.OUT",</a:t>
            </a:r>
          </a:p>
          <a:p xmlns:a="http://schemas.openxmlformats.org/drawingml/2006/main">
            <a:r>
              <a:t>          "final_ip_a": 745339.5603,</a:t>
            </a:r>
          </a:p>
          <a:p xmlns:a="http://schemas.openxmlformats.org/drawingml/2006/main">
            <a:r>
              <a:t>          "final_ip_error_a": 949.0603000000119,</a:t>
            </a:r>
          </a:p>
          <a:p xmlns:a="http://schemas.openxmlformats.org/drawingml/2006/main">
            <a:r>
              <a:t>          "final_ip_error_rel": 0.0012749495056694194,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0.00033195200795703677,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10.183903023135032,</a:t>
            </a:r>
          </a:p>
          <a:p xmlns:a="http://schemas.openxmlformats.org/drawingml/2006/main">
            <a:r>
              <a:t>          "q_report_rel_diff": 0.0017475320804266978,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1.0421400885940477,</a:t>
            </a:r>
          </a:p>
          <a:p xmlns:a="http://schemas.openxmlformats.org/drawingml/2006/main">
            <a:r>
              <a:t>            "q": 3.829981330811402,</a:t>
            </a:r>
          </a:p>
          <a:p xmlns:a="http://schemas.openxmlformats.org/drawingml/2006/main">
            <a:r>
              <a:t>            "shear": 2.4900705977368145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1.0769989861755518,</a:t>
            </a:r>
          </a:p>
          <a:p xmlns:a="http://schemas.openxmlformats.org/drawingml/2006/main">
            <a:r>
              <a:t>            "q": 6.916899115855427,</a:t>
            </a:r>
          </a:p>
          <a:p xmlns:a="http://schemas.openxmlformats.org/drawingml/2006/main">
            <a:r>
              <a:t>            "shear": 3.0143441946429705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1.0721291553277443,</a:t>
            </a:r>
          </a:p>
          <a:p xmlns:a="http://schemas.openxmlformats.org/drawingml/2006/main">
            <a:r>
              <a:t>            "q": 7.137942395546715,</a:t>
            </a:r>
          </a:p>
          <a:p xmlns:a="http://schemas.openxmlformats.org/drawingml/2006/main">
            <a:r>
              <a:t>            "shear": 3.03662641757021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"n4w0",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0,</a:t>
            </a:r>
          </a:p>
          <a:p xmlns:a="http://schemas.openxmlformats.org/drawingml/2006/main">
            <a:r>
              <a:t>    "color": "#D55E00",</a:t>
            </a:r>
          </a:p>
          <a:p xmlns:a="http://schemas.openxmlformats.org/drawingml/2006/main">
            <a:r>
              <a:t>    "root": "C:\\Users\\joesc\\git\\cheaseBS_tests\\data\\129015_129038\\pm0.2_ncscal4_warmup0\\129038",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1.000917907307442,</a:t>
            </a:r>
          </a:p>
          <a:p xmlns:a="http://schemas.openxmlformats.org/drawingml/2006/main">
            <a:r>
              <a:t>          "final_amplitude_next": 1.000917907307442,</a:t>
            </a:r>
          </a:p>
          <a:p xmlns:a="http://schemas.openxmlformats.org/drawingml/2006/main">
            <a:r>
              <a:t>          "final_bootstrap_change_rel": 0.00018450591788087052,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"/pscratch/sd/j/joeschm/cheaseBS_runs/20260925/20260925_00-33-10-129038_omt_0.800/iteration_01/artifacts/EQDSK_COCOS_02_POS_SOURCE_SIGNS.OUT",</a:t>
            </a:r>
          </a:p>
          <a:p xmlns:a="http://schemas.openxmlformats.org/drawingml/2006/main">
            <a:r>
              <a:t>          "final_ip_a": 743109.9399,</a:t>
            </a:r>
          </a:p>
          <a:p xmlns:a="http://schemas.openxmlformats.org/drawingml/2006/main">
            <a:r>
              <a:t>          "final_ip_error_a": -1280.5601000000024,</a:t>
            </a:r>
          </a:p>
          <a:p xmlns:a="http://schemas.openxmlformats.org/drawingml/2006/main">
            <a:r>
              <a:t>          "final_ip_error_rel": 0.001720280014320444,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0.00024023985747334933,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10.149118334186289,</a:t>
            </a:r>
          </a:p>
          <a:p xmlns:a="http://schemas.openxmlformats.org/drawingml/2006/main">
            <a:r>
              <a:t>          "q_report_rel_diff": -0.00167409086997157,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0.8853531136735894,</a:t>
            </a:r>
          </a:p>
          <a:p xmlns:a="http://schemas.openxmlformats.org/drawingml/2006/main">
            <a:r>
              <a:t>            "q": 3.8753711547639926,</a:t>
            </a:r>
          </a:p>
          <a:p xmlns:a="http://schemas.openxmlformats.org/drawingml/2006/main">
            <a:r>
              <a:t>            "shear": 2.535839249597958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0.7579258982783433,</a:t>
            </a:r>
          </a:p>
          <a:p xmlns:a="http://schemas.openxmlformats.org/drawingml/2006/main">
            <a:r>
              <a:t>            "q": 6.966190228238317,</a:t>
            </a:r>
          </a:p>
          <a:p xmlns:a="http://schemas.openxmlformats.org/drawingml/2006/main">
            <a:r>
              <a:t>            "shear": 2.884783136767272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0.7493622981717658,</a:t>
            </a:r>
          </a:p>
          <a:p xmlns:a="http://schemas.openxmlformats.org/drawingml/2006/main">
            <a:r>
              <a:t>            "q": 7.179082846718739,</a:t>
            </a:r>
          </a:p>
          <a:p xmlns:a="http://schemas.openxmlformats.org/drawingml/2006/main">
            <a:r>
              <a:t>            "shear": 2.9068893752304508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1.0004338799631967,</a:t>
            </a:r>
          </a:p>
          <a:p xmlns:a="http://schemas.openxmlformats.org/drawingml/2006/main">
            <a:r>
              <a:t>          "final_amplitude_next": 1.0004338799631967,</a:t>
            </a:r>
          </a:p>
          <a:p xmlns:a="http://schemas.openxmlformats.org/drawingml/2006/main">
            <a:r>
              <a:t>          "final_bootstrap_change_rel": 0.0000900701996667853,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"/pscratch/sd/j/joeschm/cheaseBS_runs/20260925/20260925_00-35-25-129038_omt_0.900/iteration_01/artifacts/EQDSK_COCOS_02_POS_SOURCE_SIGNS.OUT",</a:t>
            </a:r>
          </a:p>
          <a:p xmlns:a="http://schemas.openxmlformats.org/drawingml/2006/main">
            <a:r>
              <a:t>          "final_ip_a": 743789.7885,</a:t>
            </a:r>
          </a:p>
          <a:p xmlns:a="http://schemas.openxmlformats.org/drawingml/2006/main">
            <a:r>
              <a:t>          "final_ip_error_a": -600.7114999999758,</a:t>
            </a:r>
          </a:p>
          <a:p xmlns:a="http://schemas.openxmlformats.org/drawingml/2006/main">
            <a:r>
              <a:t>          "final_ip_error_rel": 0.0008069843717779522,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0.00011558405375109683,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10.158236231577831,</a:t>
            </a:r>
          </a:p>
          <a:p xmlns:a="http://schemas.openxmlformats.org/drawingml/2006/main">
            <a:r>
              <a:t>          "q_report_rel_diff": -0.0007772018099529868,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0.9299206937897909,</a:t>
            </a:r>
          </a:p>
          <a:p xmlns:a="http://schemas.openxmlformats.org/drawingml/2006/main">
            <a:r>
              <a:t>            "q": 3.862837231222699,</a:t>
            </a:r>
          </a:p>
          <a:p xmlns:a="http://schemas.openxmlformats.org/drawingml/2006/main">
            <a:r>
              <a:t>            "shear": 2.5249934053528067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0.8452120229976771,</a:t>
            </a:r>
          </a:p>
          <a:p xmlns:a="http://schemas.openxmlformats.org/drawingml/2006/main">
            <a:r>
              <a:t>            "q": 6.953719797626377,</a:t>
            </a:r>
          </a:p>
          <a:p xmlns:a="http://schemas.openxmlformats.org/drawingml/2006/main">
            <a:r>
              <a:t>            "shear": 2.9146052881877993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0.8385836022842871,</a:t>
            </a:r>
          </a:p>
          <a:p xmlns:a="http://schemas.openxmlformats.org/drawingml/2006/main">
            <a:r>
              <a:t>            "q": 7.168547494065991,</a:t>
            </a:r>
          </a:p>
          <a:p xmlns:a="http://schemas.openxmlformats.org/drawingml/2006/main">
            <a:r>
              <a:t>            "shear": 2.93925789017142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1.0001760164979197,</a:t>
            </a:r>
          </a:p>
          <a:p xmlns:a="http://schemas.openxmlformats.org/drawingml/2006/main">
            <a:r>
              <a:t>          "final_amplitude_next": 1.0001760164979197,</a:t>
            </a:r>
          </a:p>
          <a:p xmlns:a="http://schemas.openxmlformats.org/drawingml/2006/main">
            <a:r>
              <a:t>          "final_bootstrap_change_rel": 0.00003946567289764314,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"/pscratch/sd/j/joeschm/cheaseBS_runs/20260925/20260925_00-37-40-129038_omt_0.950/iteration_01/artifacts/EQDSK_COCOS_02_POS_SOURCE_SIGNS.OUT",</a:t>
            </a:r>
          </a:p>
          <a:p xmlns:a="http://schemas.openxmlformats.org/drawingml/2006/main">
            <a:r>
              <a:t>          "final_ip_a": 744158.2516,</a:t>
            </a:r>
          </a:p>
          <a:p xmlns:a="http://schemas.openxmlformats.org/drawingml/2006/main">
            <a:r>
              <a:t>          "final_ip_error_a": -232.24840000004042,</a:t>
            </a:r>
          </a:p>
          <a:p xmlns:a="http://schemas.openxmlformats.org/drawingml/2006/main">
            <a:r>
              <a:t>          "final_ip_error_rel": 0.00031199807090504303,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0.00005512977677806429,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10.163035401352259,</a:t>
            </a:r>
          </a:p>
          <a:p xmlns:a="http://schemas.openxmlformats.org/drawingml/2006/main">
            <a:r>
              <a:t>          "q_report_rel_diff": -0.00030512774692956614,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0.9532462114646296,</a:t>
            </a:r>
          </a:p>
          <a:p xmlns:a="http://schemas.openxmlformats.org/drawingml/2006/main">
            <a:r>
              <a:t>            "q": 3.8552932019099266,</a:t>
            </a:r>
          </a:p>
          <a:p xmlns:a="http://schemas.openxmlformats.org/drawingml/2006/main">
            <a:r>
              <a:t>            "shear": 2.52243477732389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0.8928852267487632,</a:t>
            </a:r>
          </a:p>
          <a:p xmlns:a="http://schemas.openxmlformats.org/drawingml/2006/main">
            <a:r>
              <a:t>            "q": 6.945808247554571,</a:t>
            </a:r>
          </a:p>
          <a:p xmlns:a="http://schemas.openxmlformats.org/drawingml/2006/main">
            <a:r>
              <a:t>            "shear": 2.932342124710509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0.8873178104167115,</a:t>
            </a:r>
          </a:p>
          <a:p xmlns:a="http://schemas.openxmlformats.org/drawingml/2006/main">
            <a:r>
              <a:t>            "q": 7.161725156512538,</a:t>
            </a:r>
          </a:p>
          <a:p xmlns:a="http://schemas.openxmlformats.org/drawingml/2006/main">
            <a:r>
              <a:t>            "shear": 2.9566999394503597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0.9999070523661459,</a:t>
            </a:r>
          </a:p>
          <a:p xmlns:a="http://schemas.openxmlformats.org/drawingml/2006/main">
            <a:r>
              <a:t>          "final_amplitude_next": 0.9999070523661459,</a:t>
            </a:r>
          </a:p>
          <a:p xmlns:a="http://schemas.openxmlformats.org/drawingml/2006/main">
            <a:r>
              <a:t>          "final_bootstrap_change_rel": 0.000013718271103767756,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"/pscratch/sd/j/joeschm/cheaseBS_runs/20260925/20260925_00-39-54-129038_omt_1.000/iteration_01/artifacts/EQDSK_COCOS_02_POS_SOURCE_SIGNS.OUT",</a:t>
            </a:r>
          </a:p>
          <a:p xmlns:a="http://schemas.openxmlformats.org/drawingml/2006/main">
            <a:r>
              <a:t>          "final_ip_a": 744567.8656,</a:t>
            </a:r>
          </a:p>
          <a:p xmlns:a="http://schemas.openxmlformats.org/drawingml/2006/main">
            <a:r>
              <a:t>          "final_ip_error_a": 177.36560000001919,</a:t>
            </a:r>
          </a:p>
          <a:p xmlns:a="http://schemas.openxmlformats.org/drawingml/2006/main">
            <a:r>
              <a:t>          "final_ip_error_rel": 0.0002382695641602347,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0.00008194562862400745,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10.168089218521411,</a:t>
            </a:r>
          </a:p>
          <a:p xmlns:a="http://schemas.openxmlformats.org/drawingml/2006/main">
            <a:r>
              <a:t>          "q_report_rel_diff": 0.00019199490489487221,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0.9769254013941765,</a:t>
            </a:r>
          </a:p>
          <a:p xmlns:a="http://schemas.openxmlformats.org/drawingml/2006/main">
            <a:r>
              <a:t>            "q": 3.8486171404555747,</a:t>
            </a:r>
          </a:p>
          <a:p xmlns:a="http://schemas.openxmlformats.org/drawingml/2006/main">
            <a:r>
              <a:t>            "shear": 2.515871199669268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0.9429291861141715,</a:t>
            </a:r>
          </a:p>
          <a:p xmlns:a="http://schemas.openxmlformats.org/drawingml/2006/main">
            <a:r>
              <a:t>            "q": 6.937929721711046,</a:t>
            </a:r>
          </a:p>
          <a:p xmlns:a="http://schemas.openxmlformats.org/drawingml/2006/main">
            <a:r>
              <a:t>            "shear": 2.9491836891375343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0.9385297813330875,</a:t>
            </a:r>
          </a:p>
          <a:p xmlns:a="http://schemas.openxmlformats.org/drawingml/2006/main">
            <a:r>
              <a:t>            "q": 7.154899772442518,</a:t>
            </a:r>
          </a:p>
          <a:p xmlns:a="http://schemas.openxmlformats.org/drawingml/2006/main">
            <a:r>
              <a:t>            "shear": 2.974553964383828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0.9996265586788553,</a:t>
            </a:r>
          </a:p>
          <a:p xmlns:a="http://schemas.openxmlformats.org/drawingml/2006/main">
            <a:r>
              <a:t>          "final_amplitude_next": 0.9996265586788553,</a:t>
            </a:r>
          </a:p>
          <a:p xmlns:a="http://schemas.openxmlformats.org/drawingml/2006/main">
            <a:r>
              <a:t>          "final_bootstrap_change_rel": 0.00006553413826248604,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"/pscratch/sd/j/joeschm/cheaseBS_runs/20260925/20260925_00-42-10-129038_omt_1.050/iteration_01/artifacts/EQDSK_COCOS_02_POS_SOURCE_SIGNS.OUT",</a:t>
            </a:r>
          </a:p>
          <a:p xmlns:a="http://schemas.openxmlformats.org/drawingml/2006/main">
            <a:r>
              <a:t>          "final_ip_a": 744884.1485,</a:t>
            </a:r>
          </a:p>
          <a:p xmlns:a="http://schemas.openxmlformats.org/drawingml/2006/main">
            <a:r>
              <a:t>          "final_ip_error_a": 493.64850000001024,</a:t>
            </a:r>
          </a:p>
          <a:p xmlns:a="http://schemas.openxmlformats.org/drawingml/2006/main">
            <a:r>
              <a:t>          "final_ip_error_rel": 0.000663157979581967,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0.0001307140940269293,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10.17290063117401,</a:t>
            </a:r>
          </a:p>
          <a:p xmlns:a="http://schemas.openxmlformats.org/drawingml/2006/main">
            <a:r>
              <a:t>          "q_report_rel_diff": 0.0006652732481402578,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1.0011588858763474,</a:t>
            </a:r>
          </a:p>
          <a:p xmlns:a="http://schemas.openxmlformats.org/drawingml/2006/main">
            <a:r>
              <a:t>            "q": 3.8418335160702126,</a:t>
            </a:r>
          </a:p>
          <a:p xmlns:a="http://schemas.openxmlformats.org/drawingml/2006/main">
            <a:r>
              <a:t>            "shear": 2.5088368132059014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0.9957558096271781,</a:t>
            </a:r>
          </a:p>
          <a:p xmlns:a="http://schemas.openxmlformats.org/drawingml/2006/main">
            <a:r>
              <a:t>            "q": 6.92941143006946,</a:t>
            </a:r>
          </a:p>
          <a:p xmlns:a="http://schemas.openxmlformats.org/drawingml/2006/main">
            <a:r>
              <a:t>            "shear": 2.9669800709844023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0.9926108212558421,</a:t>
            </a:r>
          </a:p>
          <a:p xmlns:a="http://schemas.openxmlformats.org/drawingml/2006/main">
            <a:r>
              <a:t>            "q": 7.147484741920474,</a:t>
            </a:r>
          </a:p>
          <a:p xmlns:a="http://schemas.openxmlformats.org/drawingml/2006/main">
            <a:r>
              <a:t>            "shear": 2.993388205556142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0.9993341065299117,</a:t>
            </a:r>
          </a:p>
          <a:p xmlns:a="http://schemas.openxmlformats.org/drawingml/2006/main">
            <a:r>
              <a:t>          "final_amplitude_next": 0.9993341065299117,</a:t>
            </a:r>
          </a:p>
          <a:p xmlns:a="http://schemas.openxmlformats.org/drawingml/2006/main">
            <a:r>
              <a:t>          "final_bootstrap_change_rel": 0.00012813185692205355,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"/pscratch/sd/j/joeschm/cheaseBS_runs/20260925/20260925_00-44-27-129038_omt_1.100/iteration_01/artifacts/EQDSK_COCOS_02_POS_SOURCE_SIGNS.OUT",</a:t>
            </a:r>
          </a:p>
          <a:p xmlns:a="http://schemas.openxmlformats.org/drawingml/2006/main">
            <a:r>
              <a:t>          "final_ip_a": 745180.7888,</a:t>
            </a:r>
          </a:p>
          <a:p xmlns:a="http://schemas.openxmlformats.org/drawingml/2006/main">
            <a:r>
              <a:t>          "final_ip_error_a": 790.2887999999803,</a:t>
            </a:r>
          </a:p>
          <a:p xmlns:a="http://schemas.openxmlformats.org/drawingml/2006/main">
            <a:r>
              <a:t>          "final_ip_error_rel": 0.0010616589008053976,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0.00024204051590003594,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10.178972503852256,</a:t>
            </a:r>
          </a:p>
          <a:p xmlns:a="http://schemas.openxmlformats.org/drawingml/2006/main">
            <a:r>
              <a:t>          "q_report_rel_diff": 0.0012625377209776621,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1.0259017036923448,</a:t>
            </a:r>
          </a:p>
          <a:p xmlns:a="http://schemas.openxmlformats.org/drawingml/2006/main">
            <a:r>
              <a:t>            "q": 3.83501711839731,</a:t>
            </a:r>
          </a:p>
          <a:p xmlns:a="http://schemas.openxmlformats.org/drawingml/2006/main">
            <a:r>
              <a:t>            "shear": 2.501201284894011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1.0512145809396602,</a:t>
            </a:r>
          </a:p>
          <a:p xmlns:a="http://schemas.openxmlformats.org/drawingml/2006/main">
            <a:r>
              <a:t>            "q": 6.920264698963716,</a:t>
            </a:r>
          </a:p>
          <a:p xmlns:a="http://schemas.openxmlformats.org/drawingml/2006/main">
            <a:r>
              <a:t>            "shear": 2.985958989734429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1.0493830588298434,</a:t>
            </a:r>
          </a:p>
          <a:p xmlns:a="http://schemas.openxmlformats.org/drawingml/2006/main">
            <a:r>
              <a:t>            "q": 7.139503145769244,</a:t>
            </a:r>
          </a:p>
          <a:p xmlns:a="http://schemas.openxmlformats.org/drawingml/2006/main">
            <a:r>
              <a:t>            "shear": 3.0133599732577276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0.9987114353385254,</a:t>
            </a:r>
          </a:p>
          <a:p xmlns:a="http://schemas.openxmlformats.org/drawingml/2006/main">
            <a:r>
              <a:t>          "final_amplitude_next": 0.9987114353385254,</a:t>
            </a:r>
          </a:p>
          <a:p xmlns:a="http://schemas.openxmlformats.org/drawingml/2006/main">
            <a:r>
              <a:t>          "final_bootstrap_change_rel": 0.00024089247847780884,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"/pscratch/sd/j/joeschm/cheaseBS_runs/20260925/20260925_00-46-42-129038_omt_1.200/iteration_01/artifacts/EQDSK_COCOS_02_POS_SOURCE_SIGNS.OUT",</a:t>
            </a:r>
          </a:p>
          <a:p xmlns:a="http://schemas.openxmlformats.org/drawingml/2006/main">
            <a:r>
              <a:t>          "final_ip_a": 745867.0744,</a:t>
            </a:r>
          </a:p>
          <a:p xmlns:a="http://schemas.openxmlformats.org/drawingml/2006/main">
            <a:r>
              <a:t>          "final_ip_error_a": 1476.5744000000414,</a:t>
            </a:r>
          </a:p>
          <a:p xmlns:a="http://schemas.openxmlformats.org/drawingml/2006/main">
            <a:r>
              <a:t>          "final_ip_error_rel": 0.0019836018863755535,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0.0005475877656353865,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10.193937006763733,</a:t>
            </a:r>
          </a:p>
          <a:p xmlns:a="http://schemas.openxmlformats.org/drawingml/2006/main">
            <a:r>
              <a:t>          "q_report_rel_diff": 0.0027345326748109498,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1.0769940621928928,</a:t>
            </a:r>
          </a:p>
          <a:p xmlns:a="http://schemas.openxmlformats.org/drawingml/2006/main">
            <a:r>
              <a:t>            "q": 3.821205035292758,</a:t>
            </a:r>
          </a:p>
          <a:p xmlns:a="http://schemas.openxmlformats.org/drawingml/2006/main">
            <a:r>
              <a:t>            "shear": 2.484208413834255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1.1711565954361558,</a:t>
            </a:r>
          </a:p>
          <a:p xmlns:a="http://schemas.openxmlformats.org/drawingml/2006/main">
            <a:r>
              <a:t>            "q": 6.903893542761382,</a:t>
            </a:r>
          </a:p>
          <a:p xmlns:a="http://schemas.openxmlformats.org/drawingml/2006/main">
            <a:r>
              <a:t>            "shear": 3.0081710221798876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1.172249455103575,</a:t>
            </a:r>
          </a:p>
          <a:p xmlns:a="http://schemas.openxmlformats.org/drawingml/2006/main">
            <a:r>
              <a:t>            "q": 7.124711604681371,</a:t>
            </a:r>
          </a:p>
          <a:p xmlns:a="http://schemas.openxmlformats.org/drawingml/2006/main">
            <a:r>
              <a:t>            "shear": 3.049049451815173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1.000567799202837,</a:t>
            </a:r>
          </a:p>
          <a:p xmlns:a="http://schemas.openxmlformats.org/drawingml/2006/main">
            <a:r>
              <a:t>          "final_amplitude_next": 1.000567799202837,</a:t>
            </a:r>
          </a:p>
          <a:p xmlns:a="http://schemas.openxmlformats.org/drawingml/2006/main">
            <a:r>
              <a:t>          "final_bootstrap_change_rel": 0.00012243683469279545,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"/pscratch/sd/j/joeschm/cheaseBS_runs/20260925/20260925_00-48-56-129038_omne_0.800/iteration_01/artifacts/EQDSK_COCOS_02_POS_SOURCE_SIGNS.OUT",</a:t>
            </a:r>
          </a:p>
          <a:p xmlns:a="http://schemas.openxmlformats.org/drawingml/2006/main">
            <a:r>
              <a:t>          "final_ip_a": 743638.5835,</a:t>
            </a:r>
          </a:p>
          <a:p xmlns:a="http://schemas.openxmlformats.org/drawingml/2006/main">
            <a:r>
              <a:t>          "final_ip_error_a": -751.9165000000503,</a:t>
            </a:r>
          </a:p>
          <a:p xmlns:a="http://schemas.openxmlformats.org/drawingml/2006/main">
            <a:r>
              <a:t>          "final_ip_error_rel": 0.0010101102848572763,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0.0001734998135319631,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10.153832729706432,</a:t>
            </a:r>
          </a:p>
          <a:p xmlns:a="http://schemas.openxmlformats.org/drawingml/2006/main">
            <a:r>
              <a:t>          "q_report_rel_diff": -0.0012103556923264683,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0.9151850601484277,</a:t>
            </a:r>
          </a:p>
          <a:p xmlns:a="http://schemas.openxmlformats.org/drawingml/2006/main">
            <a:r>
              <a:t>            "q": 3.867339466435398,</a:t>
            </a:r>
          </a:p>
          <a:p xmlns:a="http://schemas.openxmlformats.org/drawingml/2006/main">
            <a:r>
              <a:t>            "shear": 2.5340656179299827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0.8249469276755969,</a:t>
            </a:r>
          </a:p>
          <a:p xmlns:a="http://schemas.openxmlformats.org/drawingml/2006/main">
            <a:r>
              <a:t>            "q": 6.9565030326746164,</a:t>
            </a:r>
          </a:p>
          <a:p xmlns:a="http://schemas.openxmlformats.org/drawingml/2006/main">
            <a:r>
              <a:t>            "shear": 2.896377254382734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0.8206954097254814,</a:t>
            </a:r>
          </a:p>
          <a:p xmlns:a="http://schemas.openxmlformats.org/drawingml/2006/main">
            <a:r>
              <a:t>            "q": 7.170048042977965,</a:t>
            </a:r>
          </a:p>
          <a:p xmlns:a="http://schemas.openxmlformats.org/drawingml/2006/main">
            <a:r>
              <a:t>            "shear": 2.9206029557901316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1.0002457150411161,</a:t>
            </a:r>
          </a:p>
          <a:p xmlns:a="http://schemas.openxmlformats.org/drawingml/2006/main">
            <a:r>
              <a:t>          "final_amplitude_next": 1.0002457150411161,</a:t>
            </a:r>
          </a:p>
          <a:p xmlns:a="http://schemas.openxmlformats.org/drawingml/2006/main">
            <a:r>
              <a:t>          "final_bootstrap_change_rel": 0.00005570233733240484,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"/pscratch/sd/j/joeschm/cheaseBS_runs/20260925/20260925_00-51-11-129038_omne_0.900/iteration_01/artifacts/EQDSK_COCOS_02_POS_SOURCE_SIGNS.OUT",</a:t>
            </a:r>
          </a:p>
          <a:p xmlns:a="http://schemas.openxmlformats.org/drawingml/2006/main">
            <a:r>
              <a:t>          "final_ip_a": 744076.8806,</a:t>
            </a:r>
          </a:p>
          <a:p xmlns:a="http://schemas.openxmlformats.org/drawingml/2006/main">
            <a:r>
              <a:t>          "final_ip_error_a": -313.61939999996684,</a:t>
            </a:r>
          </a:p>
          <a:p xmlns:a="http://schemas.openxmlformats.org/drawingml/2006/main">
            <a:r>
              <a:t>          "final_ip_error_rel": 0.0004213103203224206,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0.00008352957314780075,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10.160732544840451,</a:t>
            </a:r>
          </a:p>
          <a:p xmlns:a="http://schemas.openxmlformats.org/drawingml/2006/main">
            <a:r>
              <a:t>          "q_report_rel_diff": -0.0005316500166524718,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0.9454611257267745,</a:t>
            </a:r>
          </a:p>
          <a:p xmlns:a="http://schemas.openxmlformats.org/drawingml/2006/main">
            <a:r>
              <a:t>            "q": 3.8587231722807953,</a:t>
            </a:r>
          </a:p>
          <a:p xmlns:a="http://schemas.openxmlformats.org/drawingml/2006/main">
            <a:r>
              <a:t>            "shear": 2.5237025100234876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0.8817351289094545,</a:t>
            </a:r>
          </a:p>
          <a:p xmlns:a="http://schemas.openxmlformats.org/drawingml/2006/main">
            <a:r>
              <a:t>            "q": 6.9482477340012565,</a:t>
            </a:r>
          </a:p>
          <a:p xmlns:a="http://schemas.openxmlformats.org/drawingml/2006/main">
            <a:r>
              <a:t>            "shear": 2.920966222463809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0.8774447762237775,</a:t>
            </a:r>
          </a:p>
          <a:p xmlns:a="http://schemas.openxmlformats.org/drawingml/2006/main">
            <a:r>
              <a:t>            "q": 7.163428547203329,</a:t>
            </a:r>
          </a:p>
          <a:p xmlns:a="http://schemas.openxmlformats.org/drawingml/2006/main">
            <a:r>
              <a:t>            "shear": 2.94684046842478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1.0000784977404638,</a:t>
            </a:r>
          </a:p>
          <a:p xmlns:a="http://schemas.openxmlformats.org/drawingml/2006/main">
            <a:r>
              <a:t>          "final_amplitude_next": 1.0000784977404638,</a:t>
            </a:r>
          </a:p>
          <a:p xmlns:a="http://schemas.openxmlformats.org/drawingml/2006/main">
            <a:r>
              <a:t>          "final_bootstrap_change_rel": 0.00002144613567870554,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"/pscratch/sd/j/joeschm/cheaseBS_runs/20260925/20260925_00-53-26-129038_omne_0.950/iteration_01/artifacts/EQDSK_COCOS_02_POS_SOURCE_SIGNS.OUT",</a:t>
            </a:r>
          </a:p>
          <a:p xmlns:a="http://schemas.openxmlformats.org/drawingml/2006/main">
            <a:r>
              <a:t>          "final_ip_a": 744311.6194,</a:t>
            </a:r>
          </a:p>
          <a:p xmlns:a="http://schemas.openxmlformats.org/drawingml/2006/main">
            <a:r>
              <a:t>          "final_ip_error_a": -78.88060000003316,</a:t>
            </a:r>
          </a:p>
          <a:p xmlns:a="http://schemas.openxmlformats.org/drawingml/2006/main">
            <a:r>
              <a:t>          "final_ip_error_rel": 0.00010596669355671943,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0.00005221274795277009,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10.164339999172562,</a:t>
            </a:r>
          </a:p>
          <a:p xmlns:a="http://schemas.openxmlformats.org/drawingml/2006/main">
            <a:r>
              <a:t>          "q_report_rel_diff": -0.000176799968878562,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0.961174457573683,</a:t>
            </a:r>
          </a:p>
          <a:p xmlns:a="http://schemas.openxmlformats.org/drawingml/2006/main">
            <a:r>
              <a:t>            "q": 3.853214366633138,</a:t>
            </a:r>
          </a:p>
          <a:p xmlns:a="http://schemas.openxmlformats.org/drawingml/2006/main">
            <a:r>
              <a:t>            "shear": 2.5216519351660405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0.9119596561206404,</a:t>
            </a:r>
          </a:p>
          <a:p xmlns:a="http://schemas.openxmlformats.org/drawingml/2006/main">
            <a:r>
              <a:t>            "q": 6.942898977942777,</a:t>
            </a:r>
          </a:p>
          <a:p xmlns:a="http://schemas.openxmlformats.org/drawingml/2006/main">
            <a:r>
              <a:t>            "shear": 2.9356716501372495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0.9076114178267235,</a:t>
            </a:r>
          </a:p>
          <a:p xmlns:a="http://schemas.openxmlformats.org/drawingml/2006/main">
            <a:r>
              <a:t>            "q": 7.1589988382392615,</a:t>
            </a:r>
          </a:p>
          <a:p xmlns:a="http://schemas.openxmlformats.org/drawingml/2006/main">
            <a:r>
              <a:t>            "shear": 2.960669033308561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0.9999070523661459,</a:t>
            </a:r>
          </a:p>
          <a:p xmlns:a="http://schemas.openxmlformats.org/drawingml/2006/main">
            <a:r>
              <a:t>          "final_amplitude_next": 0.9999070523661459,</a:t>
            </a:r>
          </a:p>
          <a:p xmlns:a="http://schemas.openxmlformats.org/drawingml/2006/main">
            <a:r>
              <a:t>          "final_bootstrap_change_rel": 0.000013718271103767756,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"/pscratch/sd/j/joeschm/cheaseBS_runs/20260925/20260925_00-55-44-129038_omne_1.000/iteration_01/artifacts/EQDSK_COCOS_02_POS_SOURCE_SIGNS.OUT",</a:t>
            </a:r>
          </a:p>
          <a:p xmlns:a="http://schemas.openxmlformats.org/drawingml/2006/main">
            <a:r>
              <a:t>          "final_ip_a": 744567.8656,</a:t>
            </a:r>
          </a:p>
          <a:p xmlns:a="http://schemas.openxmlformats.org/drawingml/2006/main">
            <a:r>
              <a:t>          "final_ip_error_a": 177.36560000001919,</a:t>
            </a:r>
          </a:p>
          <a:p xmlns:a="http://schemas.openxmlformats.org/drawingml/2006/main">
            <a:r>
              <a:t>          "final_ip_error_rel": 0.0002382695641602347,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0.00008194562862400745,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10.168089218521411,</a:t>
            </a:r>
          </a:p>
          <a:p xmlns:a="http://schemas.openxmlformats.org/drawingml/2006/main">
            <a:r>
              <a:t>          "q_report_rel_diff": 0.00019199490489487221,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0.9769254013941765,</a:t>
            </a:r>
          </a:p>
          <a:p xmlns:a="http://schemas.openxmlformats.org/drawingml/2006/main">
            <a:r>
              <a:t>            "q": 3.8486171404555747,</a:t>
            </a:r>
          </a:p>
          <a:p xmlns:a="http://schemas.openxmlformats.org/drawingml/2006/main">
            <a:r>
              <a:t>            "shear": 2.515871199669268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0.9429291861141715,</a:t>
            </a:r>
          </a:p>
          <a:p xmlns:a="http://schemas.openxmlformats.org/drawingml/2006/main">
            <a:r>
              <a:t>            "q": 6.937929721711046,</a:t>
            </a:r>
          </a:p>
          <a:p xmlns:a="http://schemas.openxmlformats.org/drawingml/2006/main">
            <a:r>
              <a:t>            "shear": 2.9491836891375343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0.9385297813330875,</a:t>
            </a:r>
          </a:p>
          <a:p xmlns:a="http://schemas.openxmlformats.org/drawingml/2006/main">
            <a:r>
              <a:t>            "q": 7.154899772442518,</a:t>
            </a:r>
          </a:p>
          <a:p xmlns:a="http://schemas.openxmlformats.org/drawingml/2006/main">
            <a:r>
              <a:t>            "shear": 2.974553964383828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0.9997312835943759,</a:t>
            </a:r>
          </a:p>
          <a:p xmlns:a="http://schemas.openxmlformats.org/drawingml/2006/main">
            <a:r>
              <a:t>          "final_amplitude_next": 0.9997312835943759,</a:t>
            </a:r>
          </a:p>
          <a:p xmlns:a="http://schemas.openxmlformats.org/drawingml/2006/main">
            <a:r>
              <a:t>          "final_bootstrap_change_rel": 0.000049600474312469285,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"/pscratch/sd/j/joeschm/cheaseBS_runs/20260925/20260925_00-57-58-129038_omne_1.050/iteration_01/artifacts/EQDSK_COCOS_02_POS_SOURCE_SIGNS.OUT",</a:t>
            </a:r>
          </a:p>
          <a:p xmlns:a="http://schemas.openxmlformats.org/drawingml/2006/main">
            <a:r>
              <a:t>          "final_ip_a": 744950.7647,</a:t>
            </a:r>
          </a:p>
          <a:p xmlns:a="http://schemas.openxmlformats.org/drawingml/2006/main">
            <a:r>
              <a:t>          "final_ip_error_a": 560.2647000000579,</a:t>
            </a:r>
          </a:p>
          <a:p xmlns:a="http://schemas.openxmlformats.org/drawingml/2006/main">
            <a:r>
              <a:t>          "final_ip_error_rel": 0.0007526489120966186,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0.0003195066031101015,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10.172292162817913,</a:t>
            </a:r>
          </a:p>
          <a:p xmlns:a="http://schemas.openxmlformats.org/drawingml/2006/main">
            <a:r>
              <a:t>          "q_report_rel_diff": 0.0006054207856134396,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0.992905592981324,</a:t>
            </a:r>
          </a:p>
          <a:p xmlns:a="http://schemas.openxmlformats.org/drawingml/2006/main">
            <a:r>
              <a:t>            "q": 3.8440380061647947,</a:t>
            </a:r>
          </a:p>
          <a:p xmlns:a="http://schemas.openxmlformats.org/drawingml/2006/main">
            <a:r>
              <a:t>            "shear": 2.50986092748749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0.9749453872617928,</a:t>
            </a:r>
          </a:p>
          <a:p xmlns:a="http://schemas.openxmlformats.org/drawingml/2006/main">
            <a:r>
              <a:t>            "q": 6.932874465556883,</a:t>
            </a:r>
          </a:p>
          <a:p xmlns:a="http://schemas.openxmlformats.org/drawingml/2006/main">
            <a:r>
              <a:t>            "shear": 2.9633158670719184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0.9704761344948325,</a:t>
            </a:r>
          </a:p>
          <a:p xmlns:a="http://schemas.openxmlformats.org/drawingml/2006/main">
            <a:r>
              <a:t>            "q": 7.150757000769731,</a:t>
            </a:r>
          </a:p>
          <a:p xmlns:a="http://schemas.openxmlformats.org/drawingml/2006/main">
            <a:r>
              <a:t>            "shear": 2.989054965742522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0.9995510992907586,</a:t>
            </a:r>
          </a:p>
          <a:p xmlns:a="http://schemas.openxmlformats.org/drawingml/2006/main">
            <a:r>
              <a:t>          "final_amplitude_next": 0.9995510992907586,</a:t>
            </a:r>
          </a:p>
          <a:p xmlns:a="http://schemas.openxmlformats.org/drawingml/2006/main">
            <a:r>
              <a:t>          "final_bootstrap_change_rel": 0.00008077125146569832,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"/pscratch/sd/j/joeschm/cheaseBS_runs/20260925/20260925_01-00-15-129038_omne_1.100/iteration_01/artifacts/EQDSK_COCOS_02_POS_SOURCE_SIGNS.OUT",</a:t>
            </a:r>
          </a:p>
          <a:p xmlns:a="http://schemas.openxmlformats.org/drawingml/2006/main">
            <a:r>
              <a:t>          "final_ip_a": 744969.5852,</a:t>
            </a:r>
          </a:p>
          <a:p xmlns:a="http://schemas.openxmlformats.org/drawingml/2006/main">
            <a:r>
              <a:t>          "final_ip_error_a": 579.0851999999722,</a:t>
            </a:r>
          </a:p>
          <a:p xmlns:a="http://schemas.openxmlformats.org/drawingml/2006/main">
            <a:r>
              <a:t>          "final_ip_error_rel": 0.000777932012834624,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0.0001635944876249361,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10.175305713872676,</a:t>
            </a:r>
          </a:p>
          <a:p xmlns:a="http://schemas.openxmlformats.org/drawingml/2006/main">
            <a:r>
              <a:t>          "q_report_rel_diff": 0.0009018510761464534,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1.0091144128479326,</a:t>
            </a:r>
          </a:p>
          <a:p xmlns:a="http://schemas.openxmlformats.org/drawingml/2006/main">
            <a:r>
              <a:t>            "q": 3.839314874647937,</a:t>
            </a:r>
          </a:p>
          <a:p xmlns:a="http://schemas.openxmlformats.org/drawingml/2006/main">
            <a:r>
              <a:t>            "shear": 2.5035727132092096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1.0080058825891443,</a:t>
            </a:r>
          </a:p>
          <a:p xmlns:a="http://schemas.openxmlformats.org/drawingml/2006/main">
            <a:r>
              <a:t>            "q": 6.9273033720978425,</a:t>
            </a:r>
          </a:p>
          <a:p xmlns:a="http://schemas.openxmlformats.org/drawingml/2006/main">
            <a:r>
              <a:t>            "shear": 2.9779830155914477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1.0034396669312213,</a:t>
            </a:r>
          </a:p>
          <a:p xmlns:a="http://schemas.openxmlformats.org/drawingml/2006/main">
            <a:r>
              <a:t>            "q": 7.14611777426191,</a:t>
            </a:r>
          </a:p>
          <a:p xmlns:a="http://schemas.openxmlformats.org/drawingml/2006/main">
            <a:r>
              <a:t>            "shear": 3.004007781633247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"C:\\Users\\joesc\\git\\cheaseBS_tests\\data\\129015_129038\\pm0.2_ncscal4_warmup0\\129038\\omne_1.200",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0.9991771248429882,</a:t>
            </a:r>
          </a:p>
          <a:p xmlns:a="http://schemas.openxmlformats.org/drawingml/2006/main">
            <a:r>
              <a:t>          "final_amplitude_next": 0.9991771248429882,</a:t>
            </a:r>
          </a:p>
          <a:p xmlns:a="http://schemas.openxmlformats.org/drawingml/2006/main">
            <a:r>
              <a:t>          "final_bootstrap_change_rel": 0.00015482172882039474,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"/pscratch/sd/j/joeschm/cheaseBS_runs/20260925/20260925_01-02-33-129038_omne_1.200/iteration_01/artifacts/EQDSK_COCOS_02_POS_SOURCE_SIGNS.OUT",</a:t>
            </a:r>
          </a:p>
          <a:p xmlns:a="http://schemas.openxmlformats.org/drawingml/2006/main">
            <a:r>
              <a:t>          "final_ip_a": 745339.5603,</a:t>
            </a:r>
          </a:p>
          <a:p xmlns:a="http://schemas.openxmlformats.org/drawingml/2006/main">
            <a:r>
              <a:t>          "final_ip_error_a": 949.0603000000119,</a:t>
            </a:r>
          </a:p>
          <a:p xmlns:a="http://schemas.openxmlformats.org/drawingml/2006/main">
            <a:r>
              <a:t>          "final_ip_error_rel": 0.0012749495056694194,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0.00033195200795703677,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10.183903023135032,</a:t>
            </a:r>
          </a:p>
          <a:p xmlns:a="http://schemas.openxmlformats.org/drawingml/2006/main">
            <a:r>
              <a:t>          "q_report_rel_diff": 0.0017475320804266978,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1.0421400885940477,</a:t>
            </a:r>
          </a:p>
          <a:p xmlns:a="http://schemas.openxmlformats.org/drawingml/2006/main">
            <a:r>
              <a:t>            "q": 3.829981330811402,</a:t>
            </a:r>
          </a:p>
          <a:p xmlns:a="http://schemas.openxmlformats.org/drawingml/2006/main">
            <a:r>
              <a:t>            "shear": 2.4900705977368145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1.0769989861755518,</a:t>
            </a:r>
          </a:p>
          <a:p xmlns:a="http://schemas.openxmlformats.org/drawingml/2006/main">
            <a:r>
              <a:t>            "q": 6.916899115855427,</a:t>
            </a:r>
          </a:p>
          <a:p xmlns:a="http://schemas.openxmlformats.org/drawingml/2006/main">
            <a:r>
              <a:t>            "shear": 3.0143441946429705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1.0721291553277443,</a:t>
            </a:r>
          </a:p>
          <a:p xmlns:a="http://schemas.openxmlformats.org/drawingml/2006/main">
            <a:r>
              <a:t>            "q": 7.137942395546715,</a:t>
            </a:r>
          </a:p>
          <a:p xmlns:a="http://schemas.openxmlformats.org/drawingml/2006/main">
            <a:r>
              <a:t>            "shear": 3.03662641757021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"apply_omX_n4w0"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0.00015099311551625944,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"/pscratch/sd/j/joeschm/cheaseBS_runs/20260925/20260925_01-22-43-129038_omt_0.800/iteration_01/artifacts/EQDSK_COCOS_02_POS_SOURCE_SIGNS.OUT",</a:t>
            </a:r>
          </a:p>
          <a:p xmlns:a="http://schemas.openxmlformats.org/drawingml/2006/main">
            <a:r>
              <a:t>          "final_ip_a": 743084.3124,</a:t>
            </a:r>
          </a:p>
          <a:p xmlns:a="http://schemas.openxmlformats.org/drawingml/2006/main">
            <a:r>
              <a:t>          "final_ip_error_a": -1306.1875999999465,</a:t>
            </a:r>
          </a:p>
          <a:p xmlns:a="http://schemas.openxmlformats.org/drawingml/2006/main">
            <a:r>
              <a:t>          "final_ip_error_rel": 0.0017547075090291273,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0.00020720643350300564,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10.149509640863332,</a:t>
            </a:r>
          </a:p>
          <a:p xmlns:a="http://schemas.openxmlformats.org/drawingml/2006/main">
            <a:r>
              <a:t>          "q_report_rel_diff": -0.0016355996847035772,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0.8853150381181784,</a:t>
            </a:r>
          </a:p>
          <a:p xmlns:a="http://schemas.openxmlformats.org/drawingml/2006/main">
            <a:r>
              <a:t>            "q": 3.875548220161486,</a:t>
            </a:r>
          </a:p>
          <a:p xmlns:a="http://schemas.openxmlformats.org/drawingml/2006/main">
            <a:r>
              <a:t>            "shear": 2.5358293792465876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0.7578970264487961,</a:t>
            </a:r>
          </a:p>
          <a:p xmlns:a="http://schemas.openxmlformats.org/drawingml/2006/main">
            <a:r>
              <a:t>            "q": 6.966474410733746,</a:t>
            </a:r>
          </a:p>
          <a:p xmlns:a="http://schemas.openxmlformats.org/drawingml/2006/main">
            <a:r>
              <a:t>            "shear": 2.884750712130313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0.7493340488211859,</a:t>
            </a:r>
          </a:p>
          <a:p xmlns:a="http://schemas.openxmlformats.org/drawingml/2006/main">
            <a:r>
              <a:t>            "q": 7.179373382160104,</a:t>
            </a:r>
          </a:p>
          <a:p xmlns:a="http://schemas.openxmlformats.org/drawingml/2006/main">
            <a:r>
              <a:t>            "shear": 2.9068592054040954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0.00007427153625429571,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"/pscratch/sd/j/joeschm/cheaseBS_runs/20260925/20260925_01-24-43-129038_omt_0.900/iteration_01/artifacts/EQDSK_COCOS_02_POS_SOURCE_SIGNS.OUT",</a:t>
            </a:r>
          </a:p>
          <a:p xmlns:a="http://schemas.openxmlformats.org/drawingml/2006/main">
            <a:r>
              <a:t>          "final_ip_a": 743778.158,</a:t>
            </a:r>
          </a:p>
          <a:p xmlns:a="http://schemas.openxmlformats.org/drawingml/2006/main">
            <a:r>
              <a:t>          "final_ip_error_a": -612.341999999946,</a:t>
            </a:r>
          </a:p>
          <a:p xmlns:a="http://schemas.openxmlformats.org/drawingml/2006/main">
            <a:r>
              <a:t>          "final_ip_error_rel": 0.0008226085636503233,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0.0000998637230344793,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10.158417566846376,</a:t>
            </a:r>
          </a:p>
          <a:p xmlns:a="http://schemas.openxmlformats.org/drawingml/2006/main">
            <a:r>
              <a:t>          "q_report_rel_diff": -0.0007593646253950286,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0.929902075834136,</a:t>
            </a:r>
          </a:p>
          <a:p xmlns:a="http://schemas.openxmlformats.org/drawingml/2006/main">
            <a:r>
              <a:t>            "q": 3.862919719274696,</a:t>
            </a:r>
          </a:p>
          <a:p xmlns:a="http://schemas.openxmlformats.org/drawingml/2006/main">
            <a:r>
              <a:t>            "shear": 2.524988913634558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0.8451973920451777,</a:t>
            </a:r>
          </a:p>
          <a:p xmlns:a="http://schemas.openxmlformats.org/drawingml/2006/main">
            <a:r>
              <a:t>            "q": 6.953852453858323,</a:t>
            </a:r>
          </a:p>
          <a:p xmlns:a="http://schemas.openxmlformats.org/drawingml/2006/main">
            <a:r>
              <a:t>            "shear": 2.914587281555667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0.8385692857122049,</a:t>
            </a:r>
          </a:p>
          <a:p xmlns:a="http://schemas.openxmlformats.org/drawingml/2006/main">
            <a:r>
              <a:t>            "q": 7.1686829633743665,</a:t>
            </a:r>
          </a:p>
          <a:p xmlns:a="http://schemas.openxmlformats.org/drawingml/2006/main">
            <a:r>
              <a:t>            "shear": 2.9392413572757663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0.0000330865350728119,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"/pscratch/sd/j/joeschm/cheaseBS_runs/20260925/20260925_01-26-42-129038_omt_0.950/iteration_01/artifacts/EQDSK_COCOS_02_POS_SOURCE_SIGNS.OUT",</a:t>
            </a:r>
          </a:p>
          <a:p xmlns:a="http://schemas.openxmlformats.org/drawingml/2006/main">
            <a:r>
              <a:t>          "final_ip_a": 744153.7205,</a:t>
            </a:r>
          </a:p>
          <a:p xmlns:a="http://schemas.openxmlformats.org/drawingml/2006/main">
            <a:r>
              <a:t>          "final_ip_error_a": -236.77949999994598,</a:t>
            </a:r>
          </a:p>
          <a:p xmlns:a="http://schemas.openxmlformats.org/drawingml/2006/main">
            <a:r>
              <a:t>          "final_ip_error_rel": 0.0003180850642236111,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0.00004911579326628171,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10.163107909633958,</a:t>
            </a:r>
          </a:p>
          <a:p xmlns:a="http://schemas.openxmlformats.org/drawingml/2006/main">
            <a:r>
              <a:t>          "q_report_rel_diff": -0.00029799541347331067,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0.9532385370008206,</a:t>
            </a:r>
          </a:p>
          <a:p xmlns:a="http://schemas.openxmlformats.org/drawingml/2006/main">
            <a:r>
              <a:t>            "q": 3.855326456312984,</a:t>
            </a:r>
          </a:p>
          <a:p xmlns:a="http://schemas.openxmlformats.org/drawingml/2006/main">
            <a:r>
              <a:t>            "shear": 2.5224330242845125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0.8928791670035315,</a:t>
            </a:r>
          </a:p>
          <a:p xmlns:a="http://schemas.openxmlformats.org/drawingml/2006/main">
            <a:r>
              <a:t>            "q": 6.945861744841345,</a:t>
            </a:r>
          </a:p>
          <a:p xmlns:a="http://schemas.openxmlformats.org/drawingml/2006/main">
            <a:r>
              <a:t>            "shear": 2.9323338440061475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0.887311892801114,</a:t>
            </a:r>
          </a:p>
          <a:p xmlns:a="http://schemas.openxmlformats.org/drawingml/2006/main">
            <a:r>
              <a:t>            "q": 7.161779729208286,</a:t>
            </a:r>
          </a:p>
          <a:p xmlns:a="http://schemas.openxmlformats.org/drawingml/2006/main">
            <a:r>
              <a:t>            "shear": 2.9566924209665535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"/pscratch/sd/j/joeschm/cheaseBS_runs/20260925/20260925_01-28-41-129038_omt_1.000/iteration_01/artifacts/EQDSK_COCOS_02_POS_SOURCE_SIGNS.OUT",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0.00005200453477970174,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"/pscratch/sd/j/joeschm/cheaseBS_runs/20260925/20260925_01-30-40-129038_omt_1.050/iteration_01/artifacts/EQDSK_COCOS_02_POS_SOURCE_SIGNS.OUT",</a:t>
            </a:r>
          </a:p>
          <a:p xmlns:a="http://schemas.openxmlformats.org/drawingml/2006/main">
            <a:r>
              <a:t>          "final_ip_a": 744892.1155,</a:t>
            </a:r>
          </a:p>
          <a:p xmlns:a="http://schemas.openxmlformats.org/drawingml/2006/main">
            <a:r>
              <a:t>          "final_ip_error_a": 501.6154999999562,</a:t>
            </a:r>
          </a:p>
          <a:p xmlns:a="http://schemas.openxmlformats.org/drawingml/2006/main">
            <a:r>
              <a:t>          "final_ip_error_rel": 0.0006738606954279457,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0.00011983425971301405,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10.172763311120493,</a:t>
            </a:r>
          </a:p>
          <a:p xmlns:a="http://schemas.openxmlformats.org/drawingml/2006/main">
            <a:r>
              <a:t>          "q_report_rel_diff": 0.0006517656544011049,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1.001175237703973,</a:t>
            </a:r>
          </a:p>
          <a:p xmlns:a="http://schemas.openxmlformats.org/drawingml/2006/main">
            <a:r>
              <a:t>            "q": 3.841763791507585,</a:t>
            </a:r>
          </a:p>
          <a:p xmlns:a="http://schemas.openxmlformats.org/drawingml/2006/main">
            <a:r>
              <a:t>            "shear": 2.5088389653214063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0.9957661622753082,</a:t>
            </a:r>
          </a:p>
          <a:p xmlns:a="http://schemas.openxmlformats.org/drawingml/2006/main">
            <a:r>
              <a:t>            "q": 6.9292985977172945,</a:t>
            </a:r>
          </a:p>
          <a:p xmlns:a="http://schemas.openxmlformats.org/drawingml/2006/main">
            <a:r>
              <a:t>            "shear": 2.967006287579397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0.9926204679371349,</a:t>
            </a:r>
          </a:p>
          <a:p xmlns:a="http://schemas.openxmlformats.org/drawingml/2006/main">
            <a:r>
              <a:t>            "q": 7.147370166880607,</a:t>
            </a:r>
          </a:p>
          <a:p xmlns:a="http://schemas.openxmlformats.org/drawingml/2006/main">
            <a:r>
              <a:t>            "shear": 2.9934110442642705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0.00010379073549378122,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"/pscratch/sd/j/joeschm/cheaseBS_runs/20260925/20260925_01-32-40-129038_omt_1.100/iteration_01/artifacts/EQDSK_COCOS_02_POS_SOURCE_SIGNS.OUT",</a:t>
            </a:r>
          </a:p>
          <a:p xmlns:a="http://schemas.openxmlformats.org/drawingml/2006/main">
            <a:r>
              <a:t>          "final_ip_a": 745198.8291,</a:t>
            </a:r>
          </a:p>
          <a:p xmlns:a="http://schemas.openxmlformats.org/drawingml/2006/main">
            <a:r>
              <a:t>          "final_ip_error_a": 808.3290999999736,</a:t>
            </a:r>
          </a:p>
          <a:p xmlns:a="http://schemas.openxmlformats.org/drawingml/2006/main">
            <a:r>
              <a:t>          "final_ip_error_rel": 0.001085893895744201,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0.0002187554324625535,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10.17876349174846,</a:t>
            </a:r>
          </a:p>
          <a:p xmlns:a="http://schemas.openxmlformats.org/drawingml/2006/main">
            <a:r>
              <a:t>          "q_report_rel_diff": 0.0012419780830199819,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1.0259320781581749,</a:t>
            </a:r>
          </a:p>
          <a:p xmlns:a="http://schemas.openxmlformats.org/drawingml/2006/main">
            <a:r>
              <a:t>            "q": 3.8348934457308927,</a:t>
            </a:r>
          </a:p>
          <a:p xmlns:a="http://schemas.openxmlformats.org/drawingml/2006/main">
            <a:r>
              <a:t>            "shear": 2.501206882686271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1.0512379931495865,</a:t>
            </a:r>
          </a:p>
          <a:p xmlns:a="http://schemas.openxmlformats.org/drawingml/2006/main">
            <a:r>
              <a:t>            "q": 6.920072916784674,</a:t>
            </a:r>
          </a:p>
          <a:p xmlns:a="http://schemas.openxmlformats.org/drawingml/2006/main">
            <a:r>
              <a:t>            "shear": 2.9860417785036315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1.0494057090964906,</a:t>
            </a:r>
          </a:p>
          <a:p xmlns:a="http://schemas.openxmlformats.org/drawingml/2006/main">
            <a:r>
              <a:t>            "q": 7.139310909644113,</a:t>
            </a:r>
          </a:p>
          <a:p xmlns:a="http://schemas.openxmlformats.org/drawingml/2006/main">
            <a:r>
              <a:t>            "shear": 3.0134264258164993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0.0002543496436448488,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"/pscratch/sd/j/joeschm/cheaseBS_runs/20260925/20260925_01-34-41-129038_omt_1.200/iteration_49/artifacts/EQDSK_COCOS_02_POS_SOURCE_SIGNS.OUT",</a:t>
            </a:r>
          </a:p>
          <a:p xmlns:a="http://schemas.openxmlformats.org/drawingml/2006/main">
            <a:r>
              <a:t>          "final_ip_a": 737727.9826,</a:t>
            </a:r>
          </a:p>
          <a:p xmlns:a="http://schemas.openxmlformats.org/drawingml/2006/main">
            <a:r>
              <a:t>          "final_ip_error_a": -6662.517400000012,</a:t>
            </a:r>
          </a:p>
          <a:p xmlns:a="http://schemas.openxmlformats.org/drawingml/2006/main">
            <a:r>
              <a:t>          "final_ip_error_rel": 0.00895029880150272,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0.001343599990363311,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10.319993495232936,</a:t>
            </a:r>
          </a:p>
          <a:p xmlns:a="http://schemas.openxmlformats.org/drawingml/2006/main">
            <a:r>
              <a:t>          "q_report_rel_diff": 0.015134177088144692,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1.0598843201617696,</a:t>
            </a:r>
          </a:p>
          <a:p xmlns:a="http://schemas.openxmlformats.org/drawingml/2006/main">
            <a:r>
              <a:t>            "q": 3.916531305877893,</a:t>
            </a:r>
          </a:p>
          <a:p xmlns:a="http://schemas.openxmlformats.org/drawingml/2006/main">
            <a:r>
              <a:t>            "shear": 2.526840551571235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1.1348578155824782,</a:t>
            </a:r>
          </a:p>
          <a:p xmlns:a="http://schemas.openxmlformats.org/drawingml/2006/main">
            <a:r>
              <a:t>            "q": 7.139790030161809,</a:t>
            </a:r>
          </a:p>
          <a:p xmlns:a="http://schemas.openxmlformats.org/drawingml/2006/main">
            <a:r>
              <a:t>            "shear": 3.070356039908899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1.136978413062762,</a:t>
            </a:r>
          </a:p>
          <a:p xmlns:a="http://schemas.openxmlformats.org/drawingml/2006/main">
            <a:r>
              <a:t>            "q": 7.385891964496753,</a:t>
            </a:r>
          </a:p>
          <a:p xmlns:a="http://schemas.openxmlformats.org/drawingml/2006/main">
            <a:r>
              <a:t>            "shear": 3.3839139450374516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0.0001014714359944273,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"/pscratch/sd/j/joeschm/cheaseBS_runs/20260925/20260925_02-10-18-129038_omne_0.800/iteration_01/artifacts/EQDSK_COCOS_02_POS_SOURCE_SIGNS.OUT",</a:t>
            </a:r>
          </a:p>
          <a:p xmlns:a="http://schemas.openxmlformats.org/drawingml/2006/main">
            <a:r>
              <a:t>          "final_ip_a": 743623.2145,</a:t>
            </a:r>
          </a:p>
          <a:p xmlns:a="http://schemas.openxmlformats.org/drawingml/2006/main">
            <a:r>
              <a:t>          "final_ip_error_a": -767.2854999999981,</a:t>
            </a:r>
          </a:p>
          <a:p xmlns:a="http://schemas.openxmlformats.org/drawingml/2006/main">
            <a:r>
              <a:t>          "final_ip_error_rel": 0.0010307567063255081,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0.00015092777207082782,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10.154072395915467,</a:t>
            </a:r>
          </a:p>
          <a:p xmlns:a="http://schemas.openxmlformats.org/drawingml/2006/main">
            <a:r>
              <a:t>          "q_report_rel_diff": -0.0011867807394936865,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0.9151609184863906,</a:t>
            </a:r>
          </a:p>
          <a:p xmlns:a="http://schemas.openxmlformats.org/drawingml/2006/main">
            <a:r>
              <a:t>            "q": 3.867448131273624,</a:t>
            </a:r>
          </a:p>
          <a:p xmlns:a="http://schemas.openxmlformats.org/drawingml/2006/main">
            <a:r>
              <a:t>            "shear": 2.5340598760414332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0.8249278537049402,</a:t>
            </a:r>
          </a:p>
          <a:p xmlns:a="http://schemas.openxmlformats.org/drawingml/2006/main">
            <a:r>
              <a:t>            "q": 6.9566781245334335,</a:t>
            </a:r>
          </a:p>
          <a:p xmlns:a="http://schemas.openxmlformats.org/drawingml/2006/main">
            <a:r>
              <a:t>            "shear": 2.8963564788944782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0.8206766637372024,</a:t>
            </a:r>
          </a:p>
          <a:p xmlns:a="http://schemas.openxmlformats.org/drawingml/2006/main">
            <a:r>
              <a:t>            "q": 7.170227011009008,</a:t>
            </a:r>
          </a:p>
          <a:p xmlns:a="http://schemas.openxmlformats.org/drawingml/2006/main">
            <a:r>
              <a:t>            "shear": 2.920583463201143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0.00004670118954635928,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"/pscratch/sd/j/joeschm/cheaseBS_runs/20260925/20260925_02-12-18-129038_omne_0.900/iteration_01/artifacts/EQDSK_COCOS_02_POS_SOURCE_SIGNS.OUT",</a:t>
            </a:r>
          </a:p>
          <a:p xmlns:a="http://schemas.openxmlformats.org/drawingml/2006/main">
            <a:r>
              <a:t>          "final_ip_a": 744070.5163,</a:t>
            </a:r>
          </a:p>
          <a:p xmlns:a="http://schemas.openxmlformats.org/drawingml/2006/main">
            <a:r>
              <a:t>          "final_ip_error_a": -319.9836999999825,</a:t>
            </a:r>
          </a:p>
          <a:p xmlns:a="http://schemas.openxmlformats.org/drawingml/2006/main">
            <a:r>
              <a:t>          "final_ip_error_rel": 0.0004298599995566608,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0.00007413826632652634,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10.160834464392485,</a:t>
            </a:r>
          </a:p>
          <a:p xmlns:a="http://schemas.openxmlformats.org/drawingml/2006/main">
            <a:r>
              <a:t>          "q_report_rel_diff": -0.0005216246207420434,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0.9454504628693313,</a:t>
            </a:r>
          </a:p>
          <a:p xmlns:a="http://schemas.openxmlformats.org/drawingml/2006/main">
            <a:r>
              <a:t>            "q": 3.8587697431219694,</a:t>
            </a:r>
          </a:p>
          <a:p xmlns:a="http://schemas.openxmlformats.org/drawingml/2006/main">
            <a:r>
              <a:t>            "shear": 2.523700037791871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0.8817266547496961,</a:t>
            </a:r>
          </a:p>
          <a:p xmlns:a="http://schemas.openxmlformats.org/drawingml/2006/main">
            <a:r>
              <a:t>            "q": 6.948322820285139,</a:t>
            </a:r>
          </a:p>
          <a:p xmlns:a="http://schemas.openxmlformats.org/drawingml/2006/main">
            <a:r>
              <a:t>            "shear": 2.920955694854207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0.8774364788601053,</a:t>
            </a:r>
          </a:p>
          <a:p xmlns:a="http://schemas.openxmlformats.org/drawingml/2006/main">
            <a:r>
              <a:t>            "q": 7.163505207323344,</a:t>
            </a:r>
          </a:p>
          <a:p xmlns:a="http://schemas.openxmlformats.org/drawingml/2006/main">
            <a:r>
              <a:t>            "shear": 2.946830773336482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0.000018608881230900218,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"/pscratch/sd/j/joeschm/cheaseBS_runs/20260925/20260925_02-14-17-129038_omne_0.950/iteration_01/artifacts/EQDSK_COCOS_02_POS_SOURCE_SIGNS.OUT",</a:t>
            </a:r>
          </a:p>
          <a:p xmlns:a="http://schemas.openxmlformats.org/drawingml/2006/main">
            <a:r>
              <a:t>          "final_ip_a": 744309.6641,</a:t>
            </a:r>
          </a:p>
          <a:p xmlns:a="http://schemas.openxmlformats.org/drawingml/2006/main">
            <a:r>
              <a:t>          "final_ip_error_a": -80.83589999994729,</a:t>
            </a:r>
          </a:p>
          <a:p xmlns:a="http://schemas.openxmlformats.org/drawingml/2006/main">
            <a:r>
              <a:t>          "final_ip_error_rel": 0.0001085934062833248,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0.00005019560301356443,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10.164372182678244,</a:t>
            </a:r>
          </a:p>
          <a:p xmlns:a="http://schemas.openxmlformats.org/drawingml/2006/main">
            <a:r>
              <a:t>          "q_report_rel_diff": -0.0001736342133408195,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0.9611710184083646,</a:t>
            </a:r>
          </a:p>
          <a:p xmlns:a="http://schemas.openxmlformats.org/drawingml/2006/main">
            <a:r>
              <a:t>            "q": 3.8532291829983207,</a:t>
            </a:r>
          </a:p>
          <a:p xmlns:a="http://schemas.openxmlformats.org/drawingml/2006/main">
            <a:r>
              <a:t>            "shear": 2.521651180334343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0.9119569436388638,</a:t>
            </a:r>
          </a:p>
          <a:p xmlns:a="http://schemas.openxmlformats.org/drawingml/2006/main">
            <a:r>
              <a:t>            "q": 6.942922858971453,</a:t>
            </a:r>
          </a:p>
          <a:p xmlns:a="http://schemas.openxmlformats.org/drawingml/2006/main">
            <a:r>
              <a:t>            "shear": 2.9356678793926223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0.9076087708435067,</a:t>
            </a:r>
          </a:p>
          <a:p xmlns:a="http://schemas.openxmlformats.org/drawingml/2006/main">
            <a:r>
              <a:t>            "q": 7.1590231948497,</a:t>
            </a:r>
          </a:p>
          <a:p xmlns:a="http://schemas.openxmlformats.org/drawingml/2006/main">
            <a:r>
              <a:t>            "shear": 2.9606655999006373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"/pscratch/sd/j/joeschm/cheaseBS_runs/20260925/20260925_02-16-15-129038_omne_1.000/iteration_01/artifacts/EQDSK_COCOS_02_POS_SOURCE_SIGNS.OUT",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0.000039889161630926874,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"/pscratch/sd/j/joeschm/cheaseBS_runs/20260925/20260925_02-18-14-129038_omne_1.050/iteration_01/artifacts/EQDSK_COCOS_02_POS_SOURCE_SIGNS.OUT",</a:t>
            </a:r>
          </a:p>
          <a:p xmlns:a="http://schemas.openxmlformats.org/drawingml/2006/main">
            <a:r>
              <a:t>          "final_ip_a": 744955.1319,</a:t>
            </a:r>
          </a:p>
          <a:p xmlns:a="http://schemas.openxmlformats.org/drawingml/2006/main">
            <a:r>
              <a:t>          "final_ip_error_a": 564.6319000000367,</a:t>
            </a:r>
          </a:p>
          <a:p xmlns:a="http://schemas.openxmlformats.org/drawingml/2006/main">
            <a:r>
              <a:t>          "final_ip_error_rel": 0.0007585157252813365,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0.0003157057475728859,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10.17218251493514,</a:t>
            </a:r>
          </a:p>
          <a:p xmlns:a="http://schemas.openxmlformats.org/drawingml/2006/main">
            <a:r>
              <a:t>          "q_report_rel_diff": 0.000594635186446154,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0.992917491870422,</a:t>
            </a:r>
          </a:p>
          <a:p xmlns:a="http://schemas.openxmlformats.org/drawingml/2006/main">
            <a:r>
              <a:t>            "q": 3.843987092202216,</a:t>
            </a:r>
          </a:p>
          <a:p xmlns:a="http://schemas.openxmlformats.org/drawingml/2006/main">
            <a:r>
              <a:t>            "shear": 2.509862903269166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0.9749539013727361,</a:t>
            </a:r>
          </a:p>
          <a:p xmlns:a="http://schemas.openxmlformats.org/drawingml/2006/main">
            <a:r>
              <a:t>            "q": 6.932792172612783,</a:t>
            </a:r>
          </a:p>
          <a:p xmlns:a="http://schemas.openxmlformats.org/drawingml/2006/main">
            <a:r>
              <a:t>            "shear": 2.9633337634549126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0.9704842638664745,</a:t>
            </a:r>
          </a:p>
          <a:p xmlns:a="http://schemas.openxmlformats.org/drawingml/2006/main">
            <a:r>
              <a:t>            "q": 7.150673353278527,</a:t>
            </a:r>
          </a:p>
          <a:p xmlns:a="http://schemas.openxmlformats.org/drawingml/2006/main">
            <a:r>
              <a:t>            "shear": 2.989070242189004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0.0000646128760043729,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"/pscratch/sd/j/joeschm/cheaseBS_runs/20260925/20260925_02-20-12-129038_omne_1.100/iteration_01/artifacts/EQDSK_COCOS_02_POS_SOURCE_SIGNS.OUT",</a:t>
            </a:r>
          </a:p>
          <a:p xmlns:a="http://schemas.openxmlformats.org/drawingml/2006/main">
            <a:r>
              <a:t>          "final_ip_a": 744979.4255,</a:t>
            </a:r>
          </a:p>
          <a:p xmlns:a="http://schemas.openxmlformats.org/drawingml/2006/main">
            <a:r>
              <a:t>          "final_ip_error_a": 588.9255000000121,</a:t>
            </a:r>
          </a:p>
          <a:p xmlns:a="http://schemas.openxmlformats.org/drawingml/2006/main">
            <a:r>
              <a:t>          "final_ip_error_rel": 0.000791151284171429,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0.00014940144028973562,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10.175147128595178,</a:t>
            </a:r>
          </a:p>
          <a:p xmlns:a="http://schemas.openxmlformats.org/drawingml/2006/main">
            <a:r>
              <a:t>          "q_report_rel_diff": 0.0008862517121307743,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1.0091341590274734,</a:t>
            </a:r>
          </a:p>
          <a:p xmlns:a="http://schemas.openxmlformats.org/drawingml/2006/main">
            <a:r>
              <a:t>            "q": 3.8392312899340464,</a:t>
            </a:r>
          </a:p>
          <a:p xmlns:a="http://schemas.openxmlformats.org/drawingml/2006/main">
            <a:r>
              <a:t>            "shear": 2.503575283823473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1.0080180820936822,</a:t>
            </a:r>
          </a:p>
          <a:p xmlns:a="http://schemas.openxmlformats.org/drawingml/2006/main">
            <a:r>
              <a:t>            "q": 6.927170293097403,</a:t>
            </a:r>
          </a:p>
          <a:p xmlns:a="http://schemas.openxmlformats.org/drawingml/2006/main">
            <a:r>
              <a:t>            "shear": 2.978025041730847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1.0034509774684457,</a:t>
            </a:r>
          </a:p>
          <a:p xmlns:a="http://schemas.openxmlformats.org/drawingml/2006/main">
            <a:r>
              <a:t>            "q": 7.145983318846005,</a:t>
            </a:r>
          </a:p>
          <a:p xmlns:a="http://schemas.openxmlformats.org/drawingml/2006/main">
            <a:r>
              <a:t>            "shear": 3.0040422270611638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0.00012557964451718846,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"/pscratch/sd/j/joeschm/cheaseBS_runs/20260925/20260925_02-22-11-129038_omne_1.200/iteration_01/artifacts/EQDSK_COCOS_02_POS_SOURCE_SIGNS.OUT",</a:t>
            </a:r>
          </a:p>
          <a:p xmlns:a="http://schemas.openxmlformats.org/drawingml/2006/main">
            <a:r>
              <a:t>          "final_ip_a": 745349.1535,</a:t>
            </a:r>
          </a:p>
          <a:p xmlns:a="http://schemas.openxmlformats.org/drawingml/2006/main">
            <a:r>
              <a:t>          "final_ip_error_a": 958.6535000000149,</a:t>
            </a:r>
          </a:p>
          <a:p xmlns:a="http://schemas.openxmlformats.org/drawingml/2006/main">
            <a:r>
              <a:t>          "final_ip_error_rel": 0.001287836827579093,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0.0003146770610478834,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10.183877234305156,</a:t>
            </a:r>
          </a:p>
          <a:p xmlns:a="http://schemas.openxmlformats.org/drawingml/2006/main">
            <a:r>
              <a:t>          "q_report_rel_diff": 0.0017449953421421957,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1.042173724957832,</a:t>
            </a:r>
          </a:p>
          <a:p xmlns:a="http://schemas.openxmlformats.org/drawingml/2006/main">
            <a:r>
              <a:t>            "q": 3.8298238116221146,</a:t>
            </a:r>
          </a:p>
          <a:p xmlns:a="http://schemas.openxmlformats.org/drawingml/2006/main">
            <a:r>
              <a:t>            "shear": 2.490063600198595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1.076996629159912,</a:t>
            </a:r>
          </a:p>
          <a:p xmlns:a="http://schemas.openxmlformats.org/drawingml/2006/main">
            <a:r>
              <a:t>            "q": 6.9167122067058875,</a:t>
            </a:r>
          </a:p>
          <a:p xmlns:a="http://schemas.openxmlformats.org/drawingml/2006/main">
            <a:r>
              <a:t>            "shear": 3.0148666507828565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1.072123024048251,</a:t>
            </a:r>
          </a:p>
          <a:p xmlns:a="http://schemas.openxmlformats.org/drawingml/2006/main">
            <a:r>
              <a:t>            "q": 7.137777122089634,</a:t>
            </a:r>
          </a:p>
          <a:p xmlns:a="http://schemas.openxmlformats.org/drawingml/2006/main">
            <a:r>
              <a:t>            "shear": 3.0368519771532814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"n4w1",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1,</a:t>
            </a:r>
          </a:p>
          <a:p xmlns:a="http://schemas.openxmlformats.org/drawingml/2006/main">
            <a:r>
              <a:t>    "color": "#CC79A7",</a:t>
            </a:r>
          </a:p>
          <a:p xmlns:a="http://schemas.openxmlformats.org/drawingml/2006/main">
            <a:r>
              <a:t>    "root": "C:\\Users\\joesc\\git\\cheaseBS_tests\\data\\129015_129038\\pm0.2_ncscal4_warmup1\\129038",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0.00015099311551625944,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"/pscratch/sd/j/joeschm/cheaseBS_runs/20260925/20260925_01-22-43-129038_omt_0.800/iteration_01/artifacts/EQDSK_COCOS_02_POS_SOURCE_SIGNS.OUT",</a:t>
            </a:r>
          </a:p>
          <a:p xmlns:a="http://schemas.openxmlformats.org/drawingml/2006/main">
            <a:r>
              <a:t>          "final_ip_a": 743084.3124,</a:t>
            </a:r>
          </a:p>
          <a:p xmlns:a="http://schemas.openxmlformats.org/drawingml/2006/main">
            <a:r>
              <a:t>          "final_ip_error_a": -1306.1875999999465,</a:t>
            </a:r>
          </a:p>
          <a:p xmlns:a="http://schemas.openxmlformats.org/drawingml/2006/main">
            <a:r>
              <a:t>          "final_ip_error_rel": 0.0017547075090291273,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0.00020720643350300564,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10.149509640863332,</a:t>
            </a:r>
          </a:p>
          <a:p xmlns:a="http://schemas.openxmlformats.org/drawingml/2006/main">
            <a:r>
              <a:t>          "q_report_rel_diff": -0.0016355996847035772,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0.8853150381181784,</a:t>
            </a:r>
          </a:p>
          <a:p xmlns:a="http://schemas.openxmlformats.org/drawingml/2006/main">
            <a:r>
              <a:t>            "q": 3.875548220161486,</a:t>
            </a:r>
          </a:p>
          <a:p xmlns:a="http://schemas.openxmlformats.org/drawingml/2006/main">
            <a:r>
              <a:t>            "shear": 2.5358293792465876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0.7578970264487961,</a:t>
            </a:r>
          </a:p>
          <a:p xmlns:a="http://schemas.openxmlformats.org/drawingml/2006/main">
            <a:r>
              <a:t>            "q": 6.966474410733746,</a:t>
            </a:r>
          </a:p>
          <a:p xmlns:a="http://schemas.openxmlformats.org/drawingml/2006/main">
            <a:r>
              <a:t>            "shear": 2.884750712130313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0.7493340488211859,</a:t>
            </a:r>
          </a:p>
          <a:p xmlns:a="http://schemas.openxmlformats.org/drawingml/2006/main">
            <a:r>
              <a:t>            "q": 7.179373382160104,</a:t>
            </a:r>
          </a:p>
          <a:p xmlns:a="http://schemas.openxmlformats.org/drawingml/2006/main">
            <a:r>
              <a:t>            "shear": 2.9068592054040954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0.00007427153625429571,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"/pscratch/sd/j/joeschm/cheaseBS_runs/20260925/20260925_01-24-43-129038_omt_0.900/iteration_01/artifacts/EQDSK_COCOS_02_POS_SOURCE_SIGNS.OUT",</a:t>
            </a:r>
          </a:p>
          <a:p xmlns:a="http://schemas.openxmlformats.org/drawingml/2006/main">
            <a:r>
              <a:t>          "final_ip_a": 743778.158,</a:t>
            </a:r>
          </a:p>
          <a:p xmlns:a="http://schemas.openxmlformats.org/drawingml/2006/main">
            <a:r>
              <a:t>          "final_ip_error_a": -612.341999999946,</a:t>
            </a:r>
          </a:p>
          <a:p xmlns:a="http://schemas.openxmlformats.org/drawingml/2006/main">
            <a:r>
              <a:t>          "final_ip_error_rel": 0.0008226085636503233,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0.0000998637230344793,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10.158417566846376,</a:t>
            </a:r>
          </a:p>
          <a:p xmlns:a="http://schemas.openxmlformats.org/drawingml/2006/main">
            <a:r>
              <a:t>          "q_report_rel_diff": -0.0007593646253950286,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0.929902075834136,</a:t>
            </a:r>
          </a:p>
          <a:p xmlns:a="http://schemas.openxmlformats.org/drawingml/2006/main">
            <a:r>
              <a:t>            "q": 3.862919719274696,</a:t>
            </a:r>
          </a:p>
          <a:p xmlns:a="http://schemas.openxmlformats.org/drawingml/2006/main">
            <a:r>
              <a:t>            "shear": 2.524988913634558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0.8451973920451777,</a:t>
            </a:r>
          </a:p>
          <a:p xmlns:a="http://schemas.openxmlformats.org/drawingml/2006/main">
            <a:r>
              <a:t>            "q": 6.953852453858323,</a:t>
            </a:r>
          </a:p>
          <a:p xmlns:a="http://schemas.openxmlformats.org/drawingml/2006/main">
            <a:r>
              <a:t>            "shear": 2.914587281555667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0.8385692857122049,</a:t>
            </a:r>
          </a:p>
          <a:p xmlns:a="http://schemas.openxmlformats.org/drawingml/2006/main">
            <a:r>
              <a:t>            "q": 7.1686829633743665,</a:t>
            </a:r>
          </a:p>
          <a:p xmlns:a="http://schemas.openxmlformats.org/drawingml/2006/main">
            <a:r>
              <a:t>            "shear": 2.9392413572757663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0.0000330865350728119,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"/pscratch/sd/j/joeschm/cheaseBS_runs/20260925/20260925_01-26-42-129038_omt_0.950/iteration_01/artifacts/EQDSK_COCOS_02_POS_SOURCE_SIGNS.OUT",</a:t>
            </a:r>
          </a:p>
          <a:p xmlns:a="http://schemas.openxmlformats.org/drawingml/2006/main">
            <a:r>
              <a:t>          "final_ip_a": 744153.7205,</a:t>
            </a:r>
          </a:p>
          <a:p xmlns:a="http://schemas.openxmlformats.org/drawingml/2006/main">
            <a:r>
              <a:t>          "final_ip_error_a": -236.77949999994598,</a:t>
            </a:r>
          </a:p>
          <a:p xmlns:a="http://schemas.openxmlformats.org/drawingml/2006/main">
            <a:r>
              <a:t>          "final_ip_error_rel": 0.0003180850642236111,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0.00004911579326628171,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10.163107909633958,</a:t>
            </a:r>
          </a:p>
          <a:p xmlns:a="http://schemas.openxmlformats.org/drawingml/2006/main">
            <a:r>
              <a:t>          "q_report_rel_diff": -0.00029799541347331067,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0.9532385370008206,</a:t>
            </a:r>
          </a:p>
          <a:p xmlns:a="http://schemas.openxmlformats.org/drawingml/2006/main">
            <a:r>
              <a:t>            "q": 3.855326456312984,</a:t>
            </a:r>
          </a:p>
          <a:p xmlns:a="http://schemas.openxmlformats.org/drawingml/2006/main">
            <a:r>
              <a:t>            "shear": 2.5224330242845125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0.8928791670035315,</a:t>
            </a:r>
          </a:p>
          <a:p xmlns:a="http://schemas.openxmlformats.org/drawingml/2006/main">
            <a:r>
              <a:t>            "q": 6.945861744841345,</a:t>
            </a:r>
          </a:p>
          <a:p xmlns:a="http://schemas.openxmlformats.org/drawingml/2006/main">
            <a:r>
              <a:t>            "shear": 2.9323338440061475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0.887311892801114,</a:t>
            </a:r>
          </a:p>
          <a:p xmlns:a="http://schemas.openxmlformats.org/drawingml/2006/main">
            <a:r>
              <a:t>            "q": 7.161779729208286,</a:t>
            </a:r>
          </a:p>
          <a:p xmlns:a="http://schemas.openxmlformats.org/drawingml/2006/main">
            <a:r>
              <a:t>            "shear": 2.9566924209665535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"/pscratch/sd/j/joeschm/cheaseBS_runs/20260925/20260925_01-28-41-129038_omt_1.000/iteration_01/artifacts/EQDSK_COCOS_02_POS_SOURCE_SIGNS.OUT",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0.00005200453477970174,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"/pscratch/sd/j/joeschm/cheaseBS_runs/20260925/20260925_01-30-40-129038_omt_1.050/iteration_01/artifacts/EQDSK_COCOS_02_POS_SOURCE_SIGNS.OUT",</a:t>
            </a:r>
          </a:p>
          <a:p xmlns:a="http://schemas.openxmlformats.org/drawingml/2006/main">
            <a:r>
              <a:t>          "final_ip_a": 744892.1155,</a:t>
            </a:r>
          </a:p>
          <a:p xmlns:a="http://schemas.openxmlformats.org/drawingml/2006/main">
            <a:r>
              <a:t>          "final_ip_error_a": 501.6154999999562,</a:t>
            </a:r>
          </a:p>
          <a:p xmlns:a="http://schemas.openxmlformats.org/drawingml/2006/main">
            <a:r>
              <a:t>          "final_ip_error_rel": 0.0006738606954279457,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0.00011983425971301405,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10.172763311120493,</a:t>
            </a:r>
          </a:p>
          <a:p xmlns:a="http://schemas.openxmlformats.org/drawingml/2006/main">
            <a:r>
              <a:t>          "q_report_rel_diff": 0.0006517656544011049,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1.001175237703973,</a:t>
            </a:r>
          </a:p>
          <a:p xmlns:a="http://schemas.openxmlformats.org/drawingml/2006/main">
            <a:r>
              <a:t>            "q": 3.841763791507585,</a:t>
            </a:r>
          </a:p>
          <a:p xmlns:a="http://schemas.openxmlformats.org/drawingml/2006/main">
            <a:r>
              <a:t>            "shear": 2.5088389653214063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0.9957661622753082,</a:t>
            </a:r>
          </a:p>
          <a:p xmlns:a="http://schemas.openxmlformats.org/drawingml/2006/main">
            <a:r>
              <a:t>            "q": 6.9292985977172945,</a:t>
            </a:r>
          </a:p>
          <a:p xmlns:a="http://schemas.openxmlformats.org/drawingml/2006/main">
            <a:r>
              <a:t>            "shear": 2.967006287579397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0.9926204679371349,</a:t>
            </a:r>
          </a:p>
          <a:p xmlns:a="http://schemas.openxmlformats.org/drawingml/2006/main">
            <a:r>
              <a:t>            "q": 7.147370166880607,</a:t>
            </a:r>
          </a:p>
          <a:p xmlns:a="http://schemas.openxmlformats.org/drawingml/2006/main">
            <a:r>
              <a:t>            "shear": 2.9934110442642705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0.00010379073549378122,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"/pscratch/sd/j/joeschm/cheaseBS_runs/20260925/20260925_01-32-40-129038_omt_1.100/iteration_01/artifacts/EQDSK_COCOS_02_POS_SOURCE_SIGNS.OUT",</a:t>
            </a:r>
          </a:p>
          <a:p xmlns:a="http://schemas.openxmlformats.org/drawingml/2006/main">
            <a:r>
              <a:t>          "final_ip_a": 745198.8291,</a:t>
            </a:r>
          </a:p>
          <a:p xmlns:a="http://schemas.openxmlformats.org/drawingml/2006/main">
            <a:r>
              <a:t>          "final_ip_error_a": 808.3290999999736,</a:t>
            </a:r>
          </a:p>
          <a:p xmlns:a="http://schemas.openxmlformats.org/drawingml/2006/main">
            <a:r>
              <a:t>          "final_ip_error_rel": 0.001085893895744201,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0.0002187554324625535,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10.17876349174846,</a:t>
            </a:r>
          </a:p>
          <a:p xmlns:a="http://schemas.openxmlformats.org/drawingml/2006/main">
            <a:r>
              <a:t>          "q_report_rel_diff": 0.0012419780830199819,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1.0259320781581749,</a:t>
            </a:r>
          </a:p>
          <a:p xmlns:a="http://schemas.openxmlformats.org/drawingml/2006/main">
            <a:r>
              <a:t>            "q": 3.8348934457308927,</a:t>
            </a:r>
          </a:p>
          <a:p xmlns:a="http://schemas.openxmlformats.org/drawingml/2006/main">
            <a:r>
              <a:t>            "shear": 2.501206882686271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1.0512379931495865,</a:t>
            </a:r>
          </a:p>
          <a:p xmlns:a="http://schemas.openxmlformats.org/drawingml/2006/main">
            <a:r>
              <a:t>            "q": 6.920072916784674,</a:t>
            </a:r>
          </a:p>
          <a:p xmlns:a="http://schemas.openxmlformats.org/drawingml/2006/main">
            <a:r>
              <a:t>            "shear": 2.9860417785036315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1.0494057090964906,</a:t>
            </a:r>
          </a:p>
          <a:p xmlns:a="http://schemas.openxmlformats.org/drawingml/2006/main">
            <a:r>
              <a:t>            "q": 7.139310909644113,</a:t>
            </a:r>
          </a:p>
          <a:p xmlns:a="http://schemas.openxmlformats.org/drawingml/2006/main">
            <a:r>
              <a:t>            "shear": 3.0134264258164993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0.0002543496436448488,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"/pscratch/sd/j/joeschm/cheaseBS_runs/20260925/20260925_01-34-41-129038_omt_1.200/iteration_49/artifacts/EQDSK_COCOS_02_POS_SOURCE_SIGNS.OUT",</a:t>
            </a:r>
          </a:p>
          <a:p xmlns:a="http://schemas.openxmlformats.org/drawingml/2006/main">
            <a:r>
              <a:t>          "final_ip_a": 737727.9826,</a:t>
            </a:r>
          </a:p>
          <a:p xmlns:a="http://schemas.openxmlformats.org/drawingml/2006/main">
            <a:r>
              <a:t>          "final_ip_error_a": -6662.517400000012,</a:t>
            </a:r>
          </a:p>
          <a:p xmlns:a="http://schemas.openxmlformats.org/drawingml/2006/main">
            <a:r>
              <a:t>          "final_ip_error_rel": 0.00895029880150272,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0.001343599990363311,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10.319993495232936,</a:t>
            </a:r>
          </a:p>
          <a:p xmlns:a="http://schemas.openxmlformats.org/drawingml/2006/main">
            <a:r>
              <a:t>          "q_report_rel_diff": 0.015134177088144692,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1.0598843201617696,</a:t>
            </a:r>
          </a:p>
          <a:p xmlns:a="http://schemas.openxmlformats.org/drawingml/2006/main">
            <a:r>
              <a:t>            "q": 3.916531305877893,</a:t>
            </a:r>
          </a:p>
          <a:p xmlns:a="http://schemas.openxmlformats.org/drawingml/2006/main">
            <a:r>
              <a:t>            "shear": 2.526840551571235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1.1348578155824782,</a:t>
            </a:r>
          </a:p>
          <a:p xmlns:a="http://schemas.openxmlformats.org/drawingml/2006/main">
            <a:r>
              <a:t>            "q": 7.139790030161809,</a:t>
            </a:r>
          </a:p>
          <a:p xmlns:a="http://schemas.openxmlformats.org/drawingml/2006/main">
            <a:r>
              <a:t>            "shear": 3.070356039908899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1.136978413062762,</a:t>
            </a:r>
          </a:p>
          <a:p xmlns:a="http://schemas.openxmlformats.org/drawingml/2006/main">
            <a:r>
              <a:t>            "q": 7.385891964496753,</a:t>
            </a:r>
          </a:p>
          <a:p xmlns:a="http://schemas.openxmlformats.org/drawingml/2006/main">
            <a:r>
              <a:t>            "shear": 3.3839139450374516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0.0001014714359944273,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"/pscratch/sd/j/joeschm/cheaseBS_runs/20260925/20260925_02-10-18-129038_omne_0.800/iteration_01/artifacts/EQDSK_COCOS_02_POS_SOURCE_SIGNS.OUT",</a:t>
            </a:r>
          </a:p>
          <a:p xmlns:a="http://schemas.openxmlformats.org/drawingml/2006/main">
            <a:r>
              <a:t>          "final_ip_a": 743623.2145,</a:t>
            </a:r>
          </a:p>
          <a:p xmlns:a="http://schemas.openxmlformats.org/drawingml/2006/main">
            <a:r>
              <a:t>          "final_ip_error_a": -767.2854999999981,</a:t>
            </a:r>
          </a:p>
          <a:p xmlns:a="http://schemas.openxmlformats.org/drawingml/2006/main">
            <a:r>
              <a:t>          "final_ip_error_rel": 0.0010307567063255081,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0.00015092777207082782,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10.154072395915467,</a:t>
            </a:r>
          </a:p>
          <a:p xmlns:a="http://schemas.openxmlformats.org/drawingml/2006/main">
            <a:r>
              <a:t>          "q_report_rel_diff": -0.0011867807394936865,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0.9151609184863906,</a:t>
            </a:r>
          </a:p>
          <a:p xmlns:a="http://schemas.openxmlformats.org/drawingml/2006/main">
            <a:r>
              <a:t>            "q": 3.867448131273624,</a:t>
            </a:r>
          </a:p>
          <a:p xmlns:a="http://schemas.openxmlformats.org/drawingml/2006/main">
            <a:r>
              <a:t>            "shear": 2.5340598760414332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0.8249278537049402,</a:t>
            </a:r>
          </a:p>
          <a:p xmlns:a="http://schemas.openxmlformats.org/drawingml/2006/main">
            <a:r>
              <a:t>            "q": 6.9566781245334335,</a:t>
            </a:r>
          </a:p>
          <a:p xmlns:a="http://schemas.openxmlformats.org/drawingml/2006/main">
            <a:r>
              <a:t>            "shear": 2.8963564788944782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0.8206766637372024,</a:t>
            </a:r>
          </a:p>
          <a:p xmlns:a="http://schemas.openxmlformats.org/drawingml/2006/main">
            <a:r>
              <a:t>            "q": 7.170227011009008,</a:t>
            </a:r>
          </a:p>
          <a:p xmlns:a="http://schemas.openxmlformats.org/drawingml/2006/main">
            <a:r>
              <a:t>            "shear": 2.920583463201143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0.00004670118954635928,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"/pscratch/sd/j/joeschm/cheaseBS_runs/20260925/20260925_02-12-18-129038_omne_0.900/iteration_01/artifacts/EQDSK_COCOS_02_POS_SOURCE_SIGNS.OUT",</a:t>
            </a:r>
          </a:p>
          <a:p xmlns:a="http://schemas.openxmlformats.org/drawingml/2006/main">
            <a:r>
              <a:t>          "final_ip_a": 744070.5163,</a:t>
            </a:r>
          </a:p>
          <a:p xmlns:a="http://schemas.openxmlformats.org/drawingml/2006/main">
            <a:r>
              <a:t>          "final_ip_error_a": -319.9836999999825,</a:t>
            </a:r>
          </a:p>
          <a:p xmlns:a="http://schemas.openxmlformats.org/drawingml/2006/main">
            <a:r>
              <a:t>          "final_ip_error_rel": 0.0004298599995566608,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0.00007413826632652634,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10.160834464392485,</a:t>
            </a:r>
          </a:p>
          <a:p xmlns:a="http://schemas.openxmlformats.org/drawingml/2006/main">
            <a:r>
              <a:t>          "q_report_rel_diff": -0.0005216246207420434,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0.9454504628693313,</a:t>
            </a:r>
          </a:p>
          <a:p xmlns:a="http://schemas.openxmlformats.org/drawingml/2006/main">
            <a:r>
              <a:t>            "q": 3.8587697431219694,</a:t>
            </a:r>
          </a:p>
          <a:p xmlns:a="http://schemas.openxmlformats.org/drawingml/2006/main">
            <a:r>
              <a:t>            "shear": 2.523700037791871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0.8817266547496961,</a:t>
            </a:r>
          </a:p>
          <a:p xmlns:a="http://schemas.openxmlformats.org/drawingml/2006/main">
            <a:r>
              <a:t>            "q": 6.948322820285139,</a:t>
            </a:r>
          </a:p>
          <a:p xmlns:a="http://schemas.openxmlformats.org/drawingml/2006/main">
            <a:r>
              <a:t>            "shear": 2.920955694854207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0.8774364788601053,</a:t>
            </a:r>
          </a:p>
          <a:p xmlns:a="http://schemas.openxmlformats.org/drawingml/2006/main">
            <a:r>
              <a:t>            "q": 7.163505207323344,</a:t>
            </a:r>
          </a:p>
          <a:p xmlns:a="http://schemas.openxmlformats.org/drawingml/2006/main">
            <a:r>
              <a:t>            "shear": 2.946830773336482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0.000018608881230900218,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"/pscratch/sd/j/joeschm/cheaseBS_runs/20260925/20260925_02-14-17-129038_omne_0.950/iteration_01/artifacts/EQDSK_COCOS_02_POS_SOURCE_SIGNS.OUT",</a:t>
            </a:r>
          </a:p>
          <a:p xmlns:a="http://schemas.openxmlformats.org/drawingml/2006/main">
            <a:r>
              <a:t>          "final_ip_a": 744309.6641,</a:t>
            </a:r>
          </a:p>
          <a:p xmlns:a="http://schemas.openxmlformats.org/drawingml/2006/main">
            <a:r>
              <a:t>          "final_ip_error_a": -80.83589999994729,</a:t>
            </a:r>
          </a:p>
          <a:p xmlns:a="http://schemas.openxmlformats.org/drawingml/2006/main">
            <a:r>
              <a:t>          "final_ip_error_rel": 0.0001085934062833248,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0.00005019560301356443,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10.164372182678244,</a:t>
            </a:r>
          </a:p>
          <a:p xmlns:a="http://schemas.openxmlformats.org/drawingml/2006/main">
            <a:r>
              <a:t>          "q_report_rel_diff": -0.0001736342133408195,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0.9611710184083646,</a:t>
            </a:r>
          </a:p>
          <a:p xmlns:a="http://schemas.openxmlformats.org/drawingml/2006/main">
            <a:r>
              <a:t>            "q": 3.8532291829983207,</a:t>
            </a:r>
          </a:p>
          <a:p xmlns:a="http://schemas.openxmlformats.org/drawingml/2006/main">
            <a:r>
              <a:t>            "shear": 2.521651180334343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0.9119569436388638,</a:t>
            </a:r>
          </a:p>
          <a:p xmlns:a="http://schemas.openxmlformats.org/drawingml/2006/main">
            <a:r>
              <a:t>            "q": 6.942922858971453,</a:t>
            </a:r>
          </a:p>
          <a:p xmlns:a="http://schemas.openxmlformats.org/drawingml/2006/main">
            <a:r>
              <a:t>            "shear": 2.9356678793926223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0.9076087708435067,</a:t>
            </a:r>
          </a:p>
          <a:p xmlns:a="http://schemas.openxmlformats.org/drawingml/2006/main">
            <a:r>
              <a:t>            "q": 7.1590231948497,</a:t>
            </a:r>
          </a:p>
          <a:p xmlns:a="http://schemas.openxmlformats.org/drawingml/2006/main">
            <a:r>
              <a:t>            "shear": 2.9606655999006373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"/pscratch/sd/j/joeschm/cheaseBS_runs/20260925/20260925_02-16-15-129038_omne_1.000/iteration_01/artifacts/EQDSK_COCOS_02_POS_SOURCE_SIGNS.OUT",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0.000039889161630926874,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"/pscratch/sd/j/joeschm/cheaseBS_runs/20260925/20260925_02-18-14-129038_omne_1.050/iteration_01/artifacts/EQDSK_COCOS_02_POS_SOURCE_SIGNS.OUT",</a:t>
            </a:r>
          </a:p>
          <a:p xmlns:a="http://schemas.openxmlformats.org/drawingml/2006/main">
            <a:r>
              <a:t>          "final_ip_a": 744955.1319,</a:t>
            </a:r>
          </a:p>
          <a:p xmlns:a="http://schemas.openxmlformats.org/drawingml/2006/main">
            <a:r>
              <a:t>          "final_ip_error_a": 564.6319000000367,</a:t>
            </a:r>
          </a:p>
          <a:p xmlns:a="http://schemas.openxmlformats.org/drawingml/2006/main">
            <a:r>
              <a:t>          "final_ip_error_rel": 0.0007585157252813365,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0.0003157057475728859,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10.17218251493514,</a:t>
            </a:r>
          </a:p>
          <a:p xmlns:a="http://schemas.openxmlformats.org/drawingml/2006/main">
            <a:r>
              <a:t>          "q_report_rel_diff": 0.000594635186446154,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0.992917491870422,</a:t>
            </a:r>
          </a:p>
          <a:p xmlns:a="http://schemas.openxmlformats.org/drawingml/2006/main">
            <a:r>
              <a:t>            "q": 3.843987092202216,</a:t>
            </a:r>
          </a:p>
          <a:p xmlns:a="http://schemas.openxmlformats.org/drawingml/2006/main">
            <a:r>
              <a:t>            "shear": 2.509862903269166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0.9749539013727361,</a:t>
            </a:r>
          </a:p>
          <a:p xmlns:a="http://schemas.openxmlformats.org/drawingml/2006/main">
            <a:r>
              <a:t>            "q": 6.932792172612783,</a:t>
            </a:r>
          </a:p>
          <a:p xmlns:a="http://schemas.openxmlformats.org/drawingml/2006/main">
            <a:r>
              <a:t>            "shear": 2.9633337634549126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0.9704842638664745,</a:t>
            </a:r>
          </a:p>
          <a:p xmlns:a="http://schemas.openxmlformats.org/drawingml/2006/main">
            <a:r>
              <a:t>            "q": 7.150673353278527,</a:t>
            </a:r>
          </a:p>
          <a:p xmlns:a="http://schemas.openxmlformats.org/drawingml/2006/main">
            <a:r>
              <a:t>            "shear": 2.989070242189004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0.0000646128760043729,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"/pscratch/sd/j/joeschm/cheaseBS_runs/20260925/20260925_02-20-12-129038_omne_1.100/iteration_01/artifacts/EQDSK_COCOS_02_POS_SOURCE_SIGNS.OUT",</a:t>
            </a:r>
          </a:p>
          <a:p xmlns:a="http://schemas.openxmlformats.org/drawingml/2006/main">
            <a:r>
              <a:t>          "final_ip_a": 744979.4255,</a:t>
            </a:r>
          </a:p>
          <a:p xmlns:a="http://schemas.openxmlformats.org/drawingml/2006/main">
            <a:r>
              <a:t>          "final_ip_error_a": 588.9255000000121,</a:t>
            </a:r>
          </a:p>
          <a:p xmlns:a="http://schemas.openxmlformats.org/drawingml/2006/main">
            <a:r>
              <a:t>          "final_ip_error_rel": 0.000791151284171429,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0.00014940144028973562,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10.175147128595178,</a:t>
            </a:r>
          </a:p>
          <a:p xmlns:a="http://schemas.openxmlformats.org/drawingml/2006/main">
            <a:r>
              <a:t>          "q_report_rel_diff": 0.0008862517121307743,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1.0091341590274734,</a:t>
            </a:r>
          </a:p>
          <a:p xmlns:a="http://schemas.openxmlformats.org/drawingml/2006/main">
            <a:r>
              <a:t>            "q": 3.8392312899340464,</a:t>
            </a:r>
          </a:p>
          <a:p xmlns:a="http://schemas.openxmlformats.org/drawingml/2006/main">
            <a:r>
              <a:t>            "shear": 2.503575283823473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1.0080180820936822,</a:t>
            </a:r>
          </a:p>
          <a:p xmlns:a="http://schemas.openxmlformats.org/drawingml/2006/main">
            <a:r>
              <a:t>            "q": 6.927170293097403,</a:t>
            </a:r>
          </a:p>
          <a:p xmlns:a="http://schemas.openxmlformats.org/drawingml/2006/main">
            <a:r>
              <a:t>            "shear": 2.978025041730847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1.0034509774684457,</a:t>
            </a:r>
          </a:p>
          <a:p xmlns:a="http://schemas.openxmlformats.org/drawingml/2006/main">
            <a:r>
              <a:t>            "q": 7.145983318846005,</a:t>
            </a:r>
          </a:p>
          <a:p xmlns:a="http://schemas.openxmlformats.org/drawingml/2006/main">
            <a:r>
              <a:t>            "shear": 3.0040422270611638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"C:\\Users\\joesc\\git\\cheaseBS_tests\\data\\129015_129038\\pm0.2_ncscal4_warmup1\\129038\\omne_1.200",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0.00012557964451718846,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"/pscratch/sd/j/joeschm/cheaseBS_runs/20260925/20260925_02-22-11-129038_omne_1.200/iteration_01/artifacts/EQDSK_COCOS_02_POS_SOURCE_SIGNS.OUT",</a:t>
            </a:r>
          </a:p>
          <a:p xmlns:a="http://schemas.openxmlformats.org/drawingml/2006/main">
            <a:r>
              <a:t>          "final_ip_a": 745349.1535,</a:t>
            </a:r>
          </a:p>
          <a:p xmlns:a="http://schemas.openxmlformats.org/drawingml/2006/main">
            <a:r>
              <a:t>          "final_ip_error_a": 958.6535000000149,</a:t>
            </a:r>
          </a:p>
          <a:p xmlns:a="http://schemas.openxmlformats.org/drawingml/2006/main">
            <a:r>
              <a:t>          "final_ip_error_rel": 0.001287836827579093,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0.0003146770610478834,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10.183877234305156,</a:t>
            </a:r>
          </a:p>
          <a:p xmlns:a="http://schemas.openxmlformats.org/drawingml/2006/main">
            <a:r>
              <a:t>          "q_report_rel_diff": 0.0017449953421421957,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1.042173724957832,</a:t>
            </a:r>
          </a:p>
          <a:p xmlns:a="http://schemas.openxmlformats.org/drawingml/2006/main">
            <a:r>
              <a:t>            "q": 3.8298238116221146,</a:t>
            </a:r>
          </a:p>
          <a:p xmlns:a="http://schemas.openxmlformats.org/drawingml/2006/main">
            <a:r>
              <a:t>            "shear": 2.490063600198595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1.076996629159912,</a:t>
            </a:r>
          </a:p>
          <a:p xmlns:a="http://schemas.openxmlformats.org/drawingml/2006/main">
            <a:r>
              <a:t>            "q": 6.9167122067058875,</a:t>
            </a:r>
          </a:p>
          <a:p xmlns:a="http://schemas.openxmlformats.org/drawingml/2006/main">
            <a:r>
              <a:t>            "shear": 3.0148666507828565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1.072123024048251,</a:t>
            </a:r>
          </a:p>
          <a:p xmlns:a="http://schemas.openxmlformats.org/drawingml/2006/main">
            <a:r>
              <a:t>            "q": 7.137777122089634,</a:t>
            </a:r>
          </a:p>
          <a:p xmlns:a="http://schemas.openxmlformats.org/drawingml/2006/main">
            <a:r>
              <a:t>            "shear": 3.0368519771532814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"Transformations and error traces",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0.00015099311551625944,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"/pscratch/sd/j/joeschm/cheaseBS_runs/20260925/20260925_01-21-30-129038_omt_0.800/iteration_01/artifacts/EQDSK_COCOS_02_POS_SOURCE_SIGNS.OUT",</a:t>
            </a:r>
          </a:p>
          <a:p xmlns:a="http://schemas.openxmlformats.org/drawingml/2006/main">
            <a:r>
              <a:t>          "final_ip_a": 743084.3124,</a:t>
            </a:r>
          </a:p>
          <a:p xmlns:a="http://schemas.openxmlformats.org/drawingml/2006/main">
            <a:r>
              <a:t>          "final_ip_error_a": -1306.1875999999465,</a:t>
            </a:r>
          </a:p>
          <a:p xmlns:a="http://schemas.openxmlformats.org/drawingml/2006/main">
            <a:r>
              <a:t>          "final_ip_error_rel": 0.0017547075090291273,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0.00020720643350300564,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10.149509640863332,</a:t>
            </a:r>
          </a:p>
          <a:p xmlns:a="http://schemas.openxmlformats.org/drawingml/2006/main">
            <a:r>
              <a:t>          "q_report_rel_diff": -0.0016355996847035772,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0.8853150381181784,</a:t>
            </a:r>
          </a:p>
          <a:p xmlns:a="http://schemas.openxmlformats.org/drawingml/2006/main">
            <a:r>
              <a:t>            "q": 3.875548220161486,</a:t>
            </a:r>
          </a:p>
          <a:p xmlns:a="http://schemas.openxmlformats.org/drawingml/2006/main">
            <a:r>
              <a:t>            "shear": 2.5358293792465876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0.7578970264487961,</a:t>
            </a:r>
          </a:p>
          <a:p xmlns:a="http://schemas.openxmlformats.org/drawingml/2006/main">
            <a:r>
              <a:t>            "q": 6.966474410733746,</a:t>
            </a:r>
          </a:p>
          <a:p xmlns:a="http://schemas.openxmlformats.org/drawingml/2006/main">
            <a:r>
              <a:t>            "shear": 2.884750712130313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0.7493340488211859,</a:t>
            </a:r>
          </a:p>
          <a:p xmlns:a="http://schemas.openxmlformats.org/drawingml/2006/main">
            <a:r>
              <a:t>            "q": 7.179373382160104,</a:t>
            </a:r>
          </a:p>
          <a:p xmlns:a="http://schemas.openxmlformats.org/drawingml/2006/main">
            <a:r>
              <a:t>            "shear": 2.9068592054040954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0.00007427153625429571,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"/pscratch/sd/j/joeschm/cheaseBS_runs/20260925/20260925_01-23-42-129038_omt_0.900/iteration_01/artifacts/EQDSK_COCOS_02_POS_SOURCE_SIGNS.OUT",</a:t>
            </a:r>
          </a:p>
          <a:p xmlns:a="http://schemas.openxmlformats.org/drawingml/2006/main">
            <a:r>
              <a:t>          "final_ip_a": 743778.158,</a:t>
            </a:r>
          </a:p>
          <a:p xmlns:a="http://schemas.openxmlformats.org/drawingml/2006/main">
            <a:r>
              <a:t>          "final_ip_error_a": -612.341999999946,</a:t>
            </a:r>
          </a:p>
          <a:p xmlns:a="http://schemas.openxmlformats.org/drawingml/2006/main">
            <a:r>
              <a:t>          "final_ip_error_rel": 0.0008226085636503233,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0.0000998637230344793,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10.158417566846376,</a:t>
            </a:r>
          </a:p>
          <a:p xmlns:a="http://schemas.openxmlformats.org/drawingml/2006/main">
            <a:r>
              <a:t>          "q_report_rel_diff": -0.0007593646253950286,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0.929902075834136,</a:t>
            </a:r>
          </a:p>
          <a:p xmlns:a="http://schemas.openxmlformats.org/drawingml/2006/main">
            <a:r>
              <a:t>            "q": 3.862919719274696,</a:t>
            </a:r>
          </a:p>
          <a:p xmlns:a="http://schemas.openxmlformats.org/drawingml/2006/main">
            <a:r>
              <a:t>            "shear": 2.524988913634558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0.8451973920451777,</a:t>
            </a:r>
          </a:p>
          <a:p xmlns:a="http://schemas.openxmlformats.org/drawingml/2006/main">
            <a:r>
              <a:t>            "q": 6.953852453858323,</a:t>
            </a:r>
          </a:p>
          <a:p xmlns:a="http://schemas.openxmlformats.org/drawingml/2006/main">
            <a:r>
              <a:t>            "shear": 2.914587281555667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0.8385692857122049,</a:t>
            </a:r>
          </a:p>
          <a:p xmlns:a="http://schemas.openxmlformats.org/drawingml/2006/main">
            <a:r>
              <a:t>            "q": 7.1686829633743665,</a:t>
            </a:r>
          </a:p>
          <a:p xmlns:a="http://schemas.openxmlformats.org/drawingml/2006/main">
            <a:r>
              <a:t>            "shear": 2.9392413572757663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0.0000330865350728119,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"/pscratch/sd/j/joeschm/cheaseBS_runs/20260925/20260925_01-25-51-129038_omt_0.950/iteration_01/artifacts/EQDSK_COCOS_02_POS_SOURCE_SIGNS.OUT",</a:t>
            </a:r>
          </a:p>
          <a:p xmlns:a="http://schemas.openxmlformats.org/drawingml/2006/main">
            <a:r>
              <a:t>          "final_ip_a": 744153.7205,</a:t>
            </a:r>
          </a:p>
          <a:p xmlns:a="http://schemas.openxmlformats.org/drawingml/2006/main">
            <a:r>
              <a:t>          "final_ip_error_a": -236.77949999994598,</a:t>
            </a:r>
          </a:p>
          <a:p xmlns:a="http://schemas.openxmlformats.org/drawingml/2006/main">
            <a:r>
              <a:t>          "final_ip_error_rel": 0.0003180850642236111,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0.00004911579326628171,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10.163107909633958,</a:t>
            </a:r>
          </a:p>
          <a:p xmlns:a="http://schemas.openxmlformats.org/drawingml/2006/main">
            <a:r>
              <a:t>          "q_report_rel_diff": -0.00029799541347331067,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0.9532385370008206,</a:t>
            </a:r>
          </a:p>
          <a:p xmlns:a="http://schemas.openxmlformats.org/drawingml/2006/main">
            <a:r>
              <a:t>            "q": 3.855326456312984,</a:t>
            </a:r>
          </a:p>
          <a:p xmlns:a="http://schemas.openxmlformats.org/drawingml/2006/main">
            <a:r>
              <a:t>            "shear": 2.5224330242845125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0.8928791670035315,</a:t>
            </a:r>
          </a:p>
          <a:p xmlns:a="http://schemas.openxmlformats.org/drawingml/2006/main">
            <a:r>
              <a:t>            "q": 6.945861744841345,</a:t>
            </a:r>
          </a:p>
          <a:p xmlns:a="http://schemas.openxmlformats.org/drawingml/2006/main">
            <a:r>
              <a:t>            "shear": 2.9323338440061475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0.887311892801114,</a:t>
            </a:r>
          </a:p>
          <a:p xmlns:a="http://schemas.openxmlformats.org/drawingml/2006/main">
            <a:r>
              <a:t>            "q": 7.161779729208286,</a:t>
            </a:r>
          </a:p>
          <a:p xmlns:a="http://schemas.openxmlformats.org/drawingml/2006/main">
            <a:r>
              <a:t>            "shear": 2.9566924209665535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"/pscratch/sd/j/joeschm/cheaseBS_runs/20260925/20260925_01-27-59-129038_omt_1.000/iteration_01/artifacts/EQDSK_COCOS_02_POS_SOURCE_SIGNS.OUT",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0.00005200453477970174,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"/pscratch/sd/j/joeschm/cheaseBS_runs/20260925/20260925_01-30-08-129038_omt_1.050/iteration_01/artifacts/EQDSK_COCOS_02_POS_SOURCE_SIGNS.OUT",</a:t>
            </a:r>
          </a:p>
          <a:p xmlns:a="http://schemas.openxmlformats.org/drawingml/2006/main">
            <a:r>
              <a:t>          "final_ip_a": 744892.1155,</a:t>
            </a:r>
          </a:p>
          <a:p xmlns:a="http://schemas.openxmlformats.org/drawingml/2006/main">
            <a:r>
              <a:t>          "final_ip_error_a": 501.6154999999562,</a:t>
            </a:r>
          </a:p>
          <a:p xmlns:a="http://schemas.openxmlformats.org/drawingml/2006/main">
            <a:r>
              <a:t>          "final_ip_error_rel": 0.0006738606954279457,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0.00011983425971301405,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10.172763311120493,</a:t>
            </a:r>
          </a:p>
          <a:p xmlns:a="http://schemas.openxmlformats.org/drawingml/2006/main">
            <a:r>
              <a:t>          "q_report_rel_diff": 0.0006517656544011049,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1.001175237703973,</a:t>
            </a:r>
          </a:p>
          <a:p xmlns:a="http://schemas.openxmlformats.org/drawingml/2006/main">
            <a:r>
              <a:t>            "q": 3.841763791507585,</a:t>
            </a:r>
          </a:p>
          <a:p xmlns:a="http://schemas.openxmlformats.org/drawingml/2006/main">
            <a:r>
              <a:t>            "shear": 2.5088389653214063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0.9957661622753082,</a:t>
            </a:r>
          </a:p>
          <a:p xmlns:a="http://schemas.openxmlformats.org/drawingml/2006/main">
            <a:r>
              <a:t>            "q": 6.9292985977172945,</a:t>
            </a:r>
          </a:p>
          <a:p xmlns:a="http://schemas.openxmlformats.org/drawingml/2006/main">
            <a:r>
              <a:t>            "shear": 2.967006287579397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0.9926204679371349,</a:t>
            </a:r>
          </a:p>
          <a:p xmlns:a="http://schemas.openxmlformats.org/drawingml/2006/main">
            <a:r>
              <a:t>            "q": 7.147370166880607,</a:t>
            </a:r>
          </a:p>
          <a:p xmlns:a="http://schemas.openxmlformats.org/drawingml/2006/main">
            <a:r>
              <a:t>            "shear": 2.9934110442642705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0.00010379073549378122,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"/pscratch/sd/j/joeschm/cheaseBS_runs/20260925/20260925_01-32-21-129038_omt_1.100/iteration_01/artifacts/EQDSK_COCOS_02_POS_SOURCE_SIGNS.OUT",</a:t>
            </a:r>
          </a:p>
          <a:p xmlns:a="http://schemas.openxmlformats.org/drawingml/2006/main">
            <a:r>
              <a:t>          "final_ip_a": 745198.8291,</a:t>
            </a:r>
          </a:p>
          <a:p xmlns:a="http://schemas.openxmlformats.org/drawingml/2006/main">
            <a:r>
              <a:t>          "final_ip_error_a": 808.3290999999736,</a:t>
            </a:r>
          </a:p>
          <a:p xmlns:a="http://schemas.openxmlformats.org/drawingml/2006/main">
            <a:r>
              <a:t>          "final_ip_error_rel": 0.001085893895744201,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0.0002187554324625535,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10.17876349174846,</a:t>
            </a:r>
          </a:p>
          <a:p xmlns:a="http://schemas.openxmlformats.org/drawingml/2006/main">
            <a:r>
              <a:t>          "q_report_rel_diff": 0.0012419780830199819,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1.0259320781581749,</a:t>
            </a:r>
          </a:p>
          <a:p xmlns:a="http://schemas.openxmlformats.org/drawingml/2006/main">
            <a:r>
              <a:t>            "q": 3.8348934457308927,</a:t>
            </a:r>
          </a:p>
          <a:p xmlns:a="http://schemas.openxmlformats.org/drawingml/2006/main">
            <a:r>
              <a:t>            "shear": 2.501206882686271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1.0512379931495865,</a:t>
            </a:r>
          </a:p>
          <a:p xmlns:a="http://schemas.openxmlformats.org/drawingml/2006/main">
            <a:r>
              <a:t>            "q": 6.920072916784674,</a:t>
            </a:r>
          </a:p>
          <a:p xmlns:a="http://schemas.openxmlformats.org/drawingml/2006/main">
            <a:r>
              <a:t>            "shear": 2.9860417785036315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1.0494057090964906,</a:t>
            </a:r>
          </a:p>
          <a:p xmlns:a="http://schemas.openxmlformats.org/drawingml/2006/main">
            <a:r>
              <a:t>            "q": 7.139310909644113,</a:t>
            </a:r>
          </a:p>
          <a:p xmlns:a="http://schemas.openxmlformats.org/drawingml/2006/main">
            <a:r>
              <a:t>            "shear": 3.0134264258164993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0.0002543496436448488,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"/pscratch/sd/j/joeschm/cheaseBS_runs/20260925/20260925_01-34-44-129038_omt_1.200/iteration_49/artifacts/EQDSK_COCOS_02_POS_SOURCE_SIGNS.OUT",</a:t>
            </a:r>
          </a:p>
          <a:p xmlns:a="http://schemas.openxmlformats.org/drawingml/2006/main">
            <a:r>
              <a:t>          "final_ip_a": 737727.9826,</a:t>
            </a:r>
          </a:p>
          <a:p xmlns:a="http://schemas.openxmlformats.org/drawingml/2006/main">
            <a:r>
              <a:t>          "final_ip_error_a": -6662.517400000012,</a:t>
            </a:r>
          </a:p>
          <a:p xmlns:a="http://schemas.openxmlformats.org/drawingml/2006/main">
            <a:r>
              <a:t>          "final_ip_error_rel": 0.00895029880150272,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0.001343599990363311,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10.319993495232936,</a:t>
            </a:r>
          </a:p>
          <a:p xmlns:a="http://schemas.openxmlformats.org/drawingml/2006/main">
            <a:r>
              <a:t>          "q_report_rel_diff": 0.015134177088144692,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1.0598843201617696,</a:t>
            </a:r>
          </a:p>
          <a:p xmlns:a="http://schemas.openxmlformats.org/drawingml/2006/main">
            <a:r>
              <a:t>            "q": 3.916531305877893,</a:t>
            </a:r>
          </a:p>
          <a:p xmlns:a="http://schemas.openxmlformats.org/drawingml/2006/main">
            <a:r>
              <a:t>            "shear": 2.526840551571235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1.1348578155824782,</a:t>
            </a:r>
          </a:p>
          <a:p xmlns:a="http://schemas.openxmlformats.org/drawingml/2006/main">
            <a:r>
              <a:t>            "q": 7.139790030161809,</a:t>
            </a:r>
          </a:p>
          <a:p xmlns:a="http://schemas.openxmlformats.org/drawingml/2006/main">
            <a:r>
              <a:t>            "shear": 3.070356039908899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1.136978413062762,</a:t>
            </a:r>
          </a:p>
          <a:p xmlns:a="http://schemas.openxmlformats.org/drawingml/2006/main">
            <a:r>
              <a:t>            "q": 7.385891964496753,</a:t>
            </a:r>
          </a:p>
          <a:p xmlns:a="http://schemas.openxmlformats.org/drawingml/2006/main">
            <a:r>
              <a:t>            "shear": 3.3839139450374516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0.0001014714359944273,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"/pscratch/sd/j/joeschm/cheaseBS_runs/20260925/20260925_02-08-19-129038_omne_0.800/iteration_01/artifacts/EQDSK_COCOS_02_POS_SOURCE_SIGNS.OUT",</a:t>
            </a:r>
          </a:p>
          <a:p xmlns:a="http://schemas.openxmlformats.org/drawingml/2006/main">
            <a:r>
              <a:t>          "final_ip_a": 743623.2145,</a:t>
            </a:r>
          </a:p>
          <a:p xmlns:a="http://schemas.openxmlformats.org/drawingml/2006/main">
            <a:r>
              <a:t>          "final_ip_error_a": -767.2854999999981,</a:t>
            </a:r>
          </a:p>
          <a:p xmlns:a="http://schemas.openxmlformats.org/drawingml/2006/main">
            <a:r>
              <a:t>          "final_ip_error_rel": 0.0010307567063255081,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0.00015092777207082782,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10.154072395915467,</a:t>
            </a:r>
          </a:p>
          <a:p xmlns:a="http://schemas.openxmlformats.org/drawingml/2006/main">
            <a:r>
              <a:t>          "q_report_rel_diff": -0.0011867807394936865,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0.9151609184863906,</a:t>
            </a:r>
          </a:p>
          <a:p xmlns:a="http://schemas.openxmlformats.org/drawingml/2006/main">
            <a:r>
              <a:t>            "q": 3.867448131273624,</a:t>
            </a:r>
          </a:p>
          <a:p xmlns:a="http://schemas.openxmlformats.org/drawingml/2006/main">
            <a:r>
              <a:t>            "shear": 2.5340598760414332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0.8249278537049402,</a:t>
            </a:r>
          </a:p>
          <a:p xmlns:a="http://schemas.openxmlformats.org/drawingml/2006/main">
            <a:r>
              <a:t>            "q": 6.9566781245334335,</a:t>
            </a:r>
          </a:p>
          <a:p xmlns:a="http://schemas.openxmlformats.org/drawingml/2006/main">
            <a:r>
              <a:t>            "shear": 2.8963564788944782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0.8206766637372024,</a:t>
            </a:r>
          </a:p>
          <a:p xmlns:a="http://schemas.openxmlformats.org/drawingml/2006/main">
            <a:r>
              <a:t>            "q": 7.170227011009008,</a:t>
            </a:r>
          </a:p>
          <a:p xmlns:a="http://schemas.openxmlformats.org/drawingml/2006/main">
            <a:r>
              <a:t>            "shear": 2.920583463201143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0.00004670118954635928,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"/pscratch/sd/j/joeschm/cheaseBS_runs/20260925/20260925_02-10-12-129038_omne_0.900/iteration_01/artifacts/EQDSK_COCOS_02_POS_SOURCE_SIGNS.OUT",</a:t>
            </a:r>
          </a:p>
          <a:p xmlns:a="http://schemas.openxmlformats.org/drawingml/2006/main">
            <a:r>
              <a:t>          "final_ip_a": 744070.5163,</a:t>
            </a:r>
          </a:p>
          <a:p xmlns:a="http://schemas.openxmlformats.org/drawingml/2006/main">
            <a:r>
              <a:t>          "final_ip_error_a": -319.9836999999825,</a:t>
            </a:r>
          </a:p>
          <a:p xmlns:a="http://schemas.openxmlformats.org/drawingml/2006/main">
            <a:r>
              <a:t>          "final_ip_error_rel": 0.0004298599995566608,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0.00007413826632652634,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10.160834464392485,</a:t>
            </a:r>
          </a:p>
          <a:p xmlns:a="http://schemas.openxmlformats.org/drawingml/2006/main">
            <a:r>
              <a:t>          "q_report_rel_diff": -0.0005216246207420434,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0.9454504628693313,</a:t>
            </a:r>
          </a:p>
          <a:p xmlns:a="http://schemas.openxmlformats.org/drawingml/2006/main">
            <a:r>
              <a:t>            "q": 3.8587697431219694,</a:t>
            </a:r>
          </a:p>
          <a:p xmlns:a="http://schemas.openxmlformats.org/drawingml/2006/main">
            <a:r>
              <a:t>            "shear": 2.523700037791871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0.8817266547496961,</a:t>
            </a:r>
          </a:p>
          <a:p xmlns:a="http://schemas.openxmlformats.org/drawingml/2006/main">
            <a:r>
              <a:t>            "q": 6.948322820285139,</a:t>
            </a:r>
          </a:p>
          <a:p xmlns:a="http://schemas.openxmlformats.org/drawingml/2006/main">
            <a:r>
              <a:t>            "shear": 2.920955694854207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0.8774364788601053,</a:t>
            </a:r>
          </a:p>
          <a:p xmlns:a="http://schemas.openxmlformats.org/drawingml/2006/main">
            <a:r>
              <a:t>            "q": 7.163505207323344,</a:t>
            </a:r>
          </a:p>
          <a:p xmlns:a="http://schemas.openxmlformats.org/drawingml/2006/main">
            <a:r>
              <a:t>            "shear": 2.946830773336482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0.000018608881230900218,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"/pscratch/sd/j/joeschm/cheaseBS_runs/20260925/20260925_02-12-04-129038_omne_0.950/iteration_01/artifacts/EQDSK_COCOS_02_POS_SOURCE_SIGNS.OUT",</a:t>
            </a:r>
          </a:p>
          <a:p xmlns:a="http://schemas.openxmlformats.org/drawingml/2006/main">
            <a:r>
              <a:t>          "final_ip_a": 744309.6641,</a:t>
            </a:r>
          </a:p>
          <a:p xmlns:a="http://schemas.openxmlformats.org/drawingml/2006/main">
            <a:r>
              <a:t>          "final_ip_error_a": -80.83589999994729,</a:t>
            </a:r>
          </a:p>
          <a:p xmlns:a="http://schemas.openxmlformats.org/drawingml/2006/main">
            <a:r>
              <a:t>          "final_ip_error_rel": 0.0001085934062833248,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0.00005019560301356443,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10.164372182678244,</a:t>
            </a:r>
          </a:p>
          <a:p xmlns:a="http://schemas.openxmlformats.org/drawingml/2006/main">
            <a:r>
              <a:t>          "q_report_rel_diff": -0.0001736342133408195,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0.9611710184083646,</a:t>
            </a:r>
          </a:p>
          <a:p xmlns:a="http://schemas.openxmlformats.org/drawingml/2006/main">
            <a:r>
              <a:t>            "q": 3.8532291829983207,</a:t>
            </a:r>
          </a:p>
          <a:p xmlns:a="http://schemas.openxmlformats.org/drawingml/2006/main">
            <a:r>
              <a:t>            "shear": 2.521651180334343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0.9119569436388638,</a:t>
            </a:r>
          </a:p>
          <a:p xmlns:a="http://schemas.openxmlformats.org/drawingml/2006/main">
            <a:r>
              <a:t>            "q": 6.942922858971453,</a:t>
            </a:r>
          </a:p>
          <a:p xmlns:a="http://schemas.openxmlformats.org/drawingml/2006/main">
            <a:r>
              <a:t>            "shear": 2.9356678793926223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0.9076087708435067,</a:t>
            </a:r>
          </a:p>
          <a:p xmlns:a="http://schemas.openxmlformats.org/drawingml/2006/main">
            <a:r>
              <a:t>            "q": 7.1590231948497,</a:t>
            </a:r>
          </a:p>
          <a:p xmlns:a="http://schemas.openxmlformats.org/drawingml/2006/main">
            <a:r>
              <a:t>            "shear": 2.9606655999006373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"/pscratch/sd/j/joeschm/cheaseBS_runs/20260925/20260925_02-13-59-129038_omne_1.000/iteration_01/artifacts/EQDSK_COCOS_02_POS_SOURCE_SIGNS.OUT",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0.000039889161630926874,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"/pscratch/sd/j/joeschm/cheaseBS_runs/20260925/20260925_02-15-54-129038_omne_1.050/iteration_01/artifacts/EQDSK_COCOS_02_POS_SOURCE_SIGNS.OUT",</a:t>
            </a:r>
          </a:p>
          <a:p xmlns:a="http://schemas.openxmlformats.org/drawingml/2006/main">
            <a:r>
              <a:t>          "final_ip_a": 744955.1319,</a:t>
            </a:r>
          </a:p>
          <a:p xmlns:a="http://schemas.openxmlformats.org/drawingml/2006/main">
            <a:r>
              <a:t>          "final_ip_error_a": 564.6319000000367,</a:t>
            </a:r>
          </a:p>
          <a:p xmlns:a="http://schemas.openxmlformats.org/drawingml/2006/main">
            <a:r>
              <a:t>          "final_ip_error_rel": 0.0007585157252813365,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0.0003157057475728859,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10.17218251493514,</a:t>
            </a:r>
          </a:p>
          <a:p xmlns:a="http://schemas.openxmlformats.org/drawingml/2006/main">
            <a:r>
              <a:t>          "q_report_rel_diff": 0.000594635186446154,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0.992917491870422,</a:t>
            </a:r>
          </a:p>
          <a:p xmlns:a="http://schemas.openxmlformats.org/drawingml/2006/main">
            <a:r>
              <a:t>            "q": 3.843987092202216,</a:t>
            </a:r>
          </a:p>
          <a:p xmlns:a="http://schemas.openxmlformats.org/drawingml/2006/main">
            <a:r>
              <a:t>            "shear": 2.509862903269166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0.9749539013727361,</a:t>
            </a:r>
          </a:p>
          <a:p xmlns:a="http://schemas.openxmlformats.org/drawingml/2006/main">
            <a:r>
              <a:t>            "q": 6.932792172612783,</a:t>
            </a:r>
          </a:p>
          <a:p xmlns:a="http://schemas.openxmlformats.org/drawingml/2006/main">
            <a:r>
              <a:t>            "shear": 2.9633337634549126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0.9704842638664745,</a:t>
            </a:r>
          </a:p>
          <a:p xmlns:a="http://schemas.openxmlformats.org/drawingml/2006/main">
            <a:r>
              <a:t>            "q": 7.150673353278527,</a:t>
            </a:r>
          </a:p>
          <a:p xmlns:a="http://schemas.openxmlformats.org/drawingml/2006/main">
            <a:r>
              <a:t>            "shear": 2.989070242189004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0.0000646128760043729,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"/pscratch/sd/j/joeschm/cheaseBS_runs/20260925/20260925_02-17-46-129038_omne_1.100/iteration_01/artifacts/EQDSK_COCOS_02_POS_SOURCE_SIGNS.OUT",</a:t>
            </a:r>
          </a:p>
          <a:p xmlns:a="http://schemas.openxmlformats.org/drawingml/2006/main">
            <a:r>
              <a:t>          "final_ip_a": 744979.4255,</a:t>
            </a:r>
          </a:p>
          <a:p xmlns:a="http://schemas.openxmlformats.org/drawingml/2006/main">
            <a:r>
              <a:t>          "final_ip_error_a": 588.9255000000121,</a:t>
            </a:r>
          </a:p>
          <a:p xmlns:a="http://schemas.openxmlformats.org/drawingml/2006/main">
            <a:r>
              <a:t>          "final_ip_error_rel": 0.000791151284171429,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0.00014940144028973562,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10.175147128595178,</a:t>
            </a:r>
          </a:p>
          <a:p xmlns:a="http://schemas.openxmlformats.org/drawingml/2006/main">
            <a:r>
              <a:t>          "q_report_rel_diff": 0.0008862517121307743,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1.0091341590274734,</a:t>
            </a:r>
          </a:p>
          <a:p xmlns:a="http://schemas.openxmlformats.org/drawingml/2006/main">
            <a:r>
              <a:t>            "q": 3.8392312899340464,</a:t>
            </a:r>
          </a:p>
          <a:p xmlns:a="http://schemas.openxmlformats.org/drawingml/2006/main">
            <a:r>
              <a:t>            "shear": 2.503575283823473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1.0080180820936822,</a:t>
            </a:r>
          </a:p>
          <a:p xmlns:a="http://schemas.openxmlformats.org/drawingml/2006/main">
            <a:r>
              <a:t>            "q": 6.927170293097403,</a:t>
            </a:r>
          </a:p>
          <a:p xmlns:a="http://schemas.openxmlformats.org/drawingml/2006/main">
            <a:r>
              <a:t>            "shear": 2.978025041730847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1.0034509774684457,</a:t>
            </a:r>
          </a:p>
          <a:p xmlns:a="http://schemas.openxmlformats.org/drawingml/2006/main">
            <a:r>
              <a:t>            "q": 7.145983318846005,</a:t>
            </a:r>
          </a:p>
          <a:p xmlns:a="http://schemas.openxmlformats.org/drawingml/2006/main">
            <a:r>
              <a:t>            "shear": 3.0040422270611638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0.00012557964451718846,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"/pscratch/sd/j/joeschm/cheaseBS_runs/20260925/20260925_02-19-40-129038_omne_1.200/iteration_01/artifacts/EQDSK_COCOS_02_POS_SOURCE_SIGNS.OUT",</a:t>
            </a:r>
          </a:p>
          <a:p xmlns:a="http://schemas.openxmlformats.org/drawingml/2006/main">
            <a:r>
              <a:t>          "final_ip_a": 745349.1535,</a:t>
            </a:r>
          </a:p>
          <a:p xmlns:a="http://schemas.openxmlformats.org/drawingml/2006/main">
            <a:r>
              <a:t>          "final_ip_error_a": 958.6535000000149,</a:t>
            </a:r>
          </a:p>
          <a:p xmlns:a="http://schemas.openxmlformats.org/drawingml/2006/main">
            <a:r>
              <a:t>          "final_ip_error_rel": 0.001287836827579093,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0.0003146770610478834,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10.183877234305156,</a:t>
            </a:r>
          </a:p>
          <a:p xmlns:a="http://schemas.openxmlformats.org/drawingml/2006/main">
            <a:r>
              <a:t>          "q_report_rel_diff": 0.0017449953421421957,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1.042173724957832,</a:t>
            </a:r>
          </a:p>
          <a:p xmlns:a="http://schemas.openxmlformats.org/drawingml/2006/main">
            <a:r>
              <a:t>            "q": 3.8298238116221146,</a:t>
            </a:r>
          </a:p>
          <a:p xmlns:a="http://schemas.openxmlformats.org/drawingml/2006/main">
            <a:r>
              <a:t>            "shear": 2.490063600198595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1.076996629159912,</a:t>
            </a:r>
          </a:p>
          <a:p xmlns:a="http://schemas.openxmlformats.org/drawingml/2006/main">
            <a:r>
              <a:t>            "q": 6.9167122067058875,</a:t>
            </a:r>
          </a:p>
          <a:p xmlns:a="http://schemas.openxmlformats.org/drawingml/2006/main">
            <a:r>
              <a:t>            "shear": 3.0148666507828565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1.072123024048251,</a:t>
            </a:r>
          </a:p>
          <a:p xmlns:a="http://schemas.openxmlformats.org/drawingml/2006/main">
            <a:r>
              <a:t>            "q": 7.137777122089634,</a:t>
            </a:r>
          </a:p>
          <a:p xmlns:a="http://schemas.openxmlformats.org/drawingml/2006/main">
            <a:r>
              <a:t>            "shear": 3.0368519771532814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"Iteration counts and pressure chains",</a:t>
            </a:r>
          </a:p>
          <a:p xmlns:a="http://schemas.openxmlformats.org/drawingml/2006/main">
            <a:r>
              <a:t>  "variant": {</a:t>
            </a:r>
          </a:p>
          <a:p xmlns:a="http://schemas.openxmlformats.org/drawingml/2006/main">
            <a:r>
              <a:t>    "id": "n4w2",</a:t>
            </a:r>
          </a:p>
          <a:p xmlns:a="http://schemas.openxmlformats.org/drawingml/2006/main">
            <a:r>
              <a:t>    "n": 4,</a:t>
            </a:r>
          </a:p>
          <a:p xmlns:a="http://schemas.openxmlformats.org/drawingml/2006/main">
            <a:r>
              <a:t>    "w": 2,</a:t>
            </a:r>
          </a:p>
          <a:p xmlns:a="http://schemas.openxmlformats.org/drawingml/2006/main">
            <a:r>
              <a:t>    "color": "#8B4513",</a:t>
            </a:r>
          </a:p>
          <a:p xmlns:a="http://schemas.openxmlformats.org/drawingml/2006/main">
            <a:r>
              <a:t>    "root": "C:\\Users\\joesc\\git\\cheaseBS_tests\\data\\129015_129038\\pm0.2_ncscal4_warmup2\\129038",</a:t>
            </a:r>
          </a:p>
          <a:p xmlns:a="http://schemas.openxmlformats.org/drawingml/2006/main">
            <a:r>
              <a:t>    "count": 14,</a:t>
            </a:r>
          </a:p>
          <a:p xmlns:a="http://schemas.openxmlformats.org/drawingml/2006/main">
            <a:r>
              <a:t>    "runs":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"C:\\Users\\joesc\\git\\cheaseBS_tests\\data\\129015_129038\\pm0.2_ncscal4_warmup2\\129038\\omt_0.800",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0.00015099311551625944,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"/pscratch/sd/j/joeschm/cheaseBS_runs/20260925/20260925_01-21-30-129038_omt_0.800/iteration_01/artifacts/EQDSK_COCOS_02_POS_SOURCE_SIGNS.OUT",</a:t>
            </a:r>
          </a:p>
          <a:p xmlns:a="http://schemas.openxmlformats.org/drawingml/2006/main">
            <a:r>
              <a:t>          "final_ip_a": 743084.3124,</a:t>
            </a:r>
          </a:p>
          <a:p xmlns:a="http://schemas.openxmlformats.org/drawingml/2006/main">
            <a:r>
              <a:t>          "final_ip_error_a": -1306.1875999999465,</a:t>
            </a:r>
          </a:p>
          <a:p xmlns:a="http://schemas.openxmlformats.org/drawingml/2006/main">
            <a:r>
              <a:t>          "final_ip_error_rel": 0.0017547075090291273,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0.00020720643350300564,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10.149509640863332,</a:t>
            </a:r>
          </a:p>
          <a:p xmlns:a="http://schemas.openxmlformats.org/drawingml/2006/main">
            <a:r>
              <a:t>          "q_report_rel_diff": -0.0016355996847035772,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0.8853150381181784,</a:t>
            </a:r>
          </a:p>
          <a:p xmlns:a="http://schemas.openxmlformats.org/drawingml/2006/main">
            <a:r>
              <a:t>            "q": 3.875548220161486,</a:t>
            </a:r>
          </a:p>
          <a:p xmlns:a="http://schemas.openxmlformats.org/drawingml/2006/main">
            <a:r>
              <a:t>            "shear": 2.5358293792465876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0.7578970264487961,</a:t>
            </a:r>
          </a:p>
          <a:p xmlns:a="http://schemas.openxmlformats.org/drawingml/2006/main">
            <a:r>
              <a:t>            "q": 6.966474410733746,</a:t>
            </a:r>
          </a:p>
          <a:p xmlns:a="http://schemas.openxmlformats.org/drawingml/2006/main">
            <a:r>
              <a:t>            "shear": 2.884750712130313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0.7493340488211859,</a:t>
            </a:r>
          </a:p>
          <a:p xmlns:a="http://schemas.openxmlformats.org/drawingml/2006/main">
            <a:r>
              <a:t>            "q": 7.179373382160104,</a:t>
            </a:r>
          </a:p>
          <a:p xmlns:a="http://schemas.openxmlformats.org/drawingml/2006/main">
            <a:r>
              <a:t>            "shear": 2.9068592054040954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"C:\\Users\\joesc\\git\\cheaseBS_tests\\data\\129015_129038\\pm0.2_ncscal4_warmup2\\129038\\omt_0.900",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0.00007427153625429571,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"/pscratch/sd/j/joeschm/cheaseBS_runs/20260925/20260925_01-23-42-129038_omt_0.900/iteration_01/artifacts/EQDSK_COCOS_02_POS_SOURCE_SIGNS.OUT",</a:t>
            </a:r>
          </a:p>
          <a:p xmlns:a="http://schemas.openxmlformats.org/drawingml/2006/main">
            <a:r>
              <a:t>          "final_ip_a": 743778.158,</a:t>
            </a:r>
          </a:p>
          <a:p xmlns:a="http://schemas.openxmlformats.org/drawingml/2006/main">
            <a:r>
              <a:t>          "final_ip_error_a": -612.341999999946,</a:t>
            </a:r>
          </a:p>
          <a:p xmlns:a="http://schemas.openxmlformats.org/drawingml/2006/main">
            <a:r>
              <a:t>          "final_ip_error_rel": 0.0008226085636503233,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0.0000998637230344793,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10.158417566846376,</a:t>
            </a:r>
          </a:p>
          <a:p xmlns:a="http://schemas.openxmlformats.org/drawingml/2006/main">
            <a:r>
              <a:t>          "q_report_rel_diff": -0.0007593646253950286,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0.929902075834136,</a:t>
            </a:r>
          </a:p>
          <a:p xmlns:a="http://schemas.openxmlformats.org/drawingml/2006/main">
            <a:r>
              <a:t>            "q": 3.862919719274696,</a:t>
            </a:r>
          </a:p>
          <a:p xmlns:a="http://schemas.openxmlformats.org/drawingml/2006/main">
            <a:r>
              <a:t>            "shear": 2.524988913634558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0.8451973920451777,</a:t>
            </a:r>
          </a:p>
          <a:p xmlns:a="http://schemas.openxmlformats.org/drawingml/2006/main">
            <a:r>
              <a:t>            "q": 6.953852453858323,</a:t>
            </a:r>
          </a:p>
          <a:p xmlns:a="http://schemas.openxmlformats.org/drawingml/2006/main">
            <a:r>
              <a:t>            "shear": 2.914587281555667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0.8385692857122049,</a:t>
            </a:r>
          </a:p>
          <a:p xmlns:a="http://schemas.openxmlformats.org/drawingml/2006/main">
            <a:r>
              <a:t>            "q": 7.1686829633743665,</a:t>
            </a:r>
          </a:p>
          <a:p xmlns:a="http://schemas.openxmlformats.org/drawingml/2006/main">
            <a:r>
              <a:t>            "shear": 2.9392413572757663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"C:\\Users\\joesc\\git\\cheaseBS_tests\\data\\129015_129038\\pm0.2_ncscal4_warmup2\\129038\\omt_0.950",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0.0000330865350728119,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"/pscratch/sd/j/joeschm/cheaseBS_runs/20260925/20260925_01-25-51-129038_omt_0.950/iteration_01/artifacts/EQDSK_COCOS_02_POS_SOURCE_SIGNS.OUT",</a:t>
            </a:r>
          </a:p>
          <a:p xmlns:a="http://schemas.openxmlformats.org/drawingml/2006/main">
            <a:r>
              <a:t>          "final_ip_a": 744153.7205,</a:t>
            </a:r>
          </a:p>
          <a:p xmlns:a="http://schemas.openxmlformats.org/drawingml/2006/main">
            <a:r>
              <a:t>          "final_ip_error_a": -236.77949999994598,</a:t>
            </a:r>
          </a:p>
          <a:p xmlns:a="http://schemas.openxmlformats.org/drawingml/2006/main">
            <a:r>
              <a:t>          "final_ip_error_rel": 0.0003180850642236111,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0.00004911579326628171,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10.163107909633958,</a:t>
            </a:r>
          </a:p>
          <a:p xmlns:a="http://schemas.openxmlformats.org/drawingml/2006/main">
            <a:r>
              <a:t>          "q_report_rel_diff": -0.00029799541347331067,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0.9532385370008206,</a:t>
            </a:r>
          </a:p>
          <a:p xmlns:a="http://schemas.openxmlformats.org/drawingml/2006/main">
            <a:r>
              <a:t>            "q": 3.855326456312984,</a:t>
            </a:r>
          </a:p>
          <a:p xmlns:a="http://schemas.openxmlformats.org/drawingml/2006/main">
            <a:r>
              <a:t>            "shear": 2.5224330242845125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0.8928791670035315,</a:t>
            </a:r>
          </a:p>
          <a:p xmlns:a="http://schemas.openxmlformats.org/drawingml/2006/main">
            <a:r>
              <a:t>            "q": 6.945861744841345,</a:t>
            </a:r>
          </a:p>
          <a:p xmlns:a="http://schemas.openxmlformats.org/drawingml/2006/main">
            <a:r>
              <a:t>            "shear": 2.9323338440061475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0.887311892801114,</a:t>
            </a:r>
          </a:p>
          <a:p xmlns:a="http://schemas.openxmlformats.org/drawingml/2006/main">
            <a:r>
              <a:t>            "q": 7.161779729208286,</a:t>
            </a:r>
          </a:p>
          <a:p xmlns:a="http://schemas.openxmlformats.org/drawingml/2006/main">
            <a:r>
              <a:t>            "shear": 2.9566924209665535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"C:\\Users\\joesc\\git\\cheaseBS_tests\\data\\129015_129038\\pm0.2_ncscal4_warmup2\\129038\\omt_1.000",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"/pscratch/sd/j/joeschm/cheaseBS_runs/20260925/20260925_01-27-59-129038_omt_1.000/iteration_01/artifacts/EQDSK_COCOS_02_POS_SOURCE_SIGNS.OUT",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"C:\\Users\\joesc\\git\\cheaseBS_tests\\data\\129015_129038\\pm0.2_ncscal4_warmup2\\129038\\omt_1.050",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0.00005200453477970174,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"/pscratch/sd/j/joeschm/cheaseBS_runs/20260925/20260925_01-30-08-129038_omt_1.050/iteration_01/artifacts/EQDSK_COCOS_02_POS_SOURCE_SIGNS.OUT",</a:t>
            </a:r>
          </a:p>
          <a:p xmlns:a="http://schemas.openxmlformats.org/drawingml/2006/main">
            <a:r>
              <a:t>          "final_ip_a": 744892.1155,</a:t>
            </a:r>
          </a:p>
          <a:p xmlns:a="http://schemas.openxmlformats.org/drawingml/2006/main">
            <a:r>
              <a:t>          "final_ip_error_a": 501.6154999999562,</a:t>
            </a:r>
          </a:p>
          <a:p xmlns:a="http://schemas.openxmlformats.org/drawingml/2006/main">
            <a:r>
              <a:t>          "final_ip_error_rel": 0.0006738606954279457,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0.00011983425971301405,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10.172763311120493,</a:t>
            </a:r>
          </a:p>
          <a:p xmlns:a="http://schemas.openxmlformats.org/drawingml/2006/main">
            <a:r>
              <a:t>          "q_report_rel_diff": 0.0006517656544011049,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1.001175237703973,</a:t>
            </a:r>
          </a:p>
          <a:p xmlns:a="http://schemas.openxmlformats.org/drawingml/2006/main">
            <a:r>
              <a:t>            "q": 3.841763791507585,</a:t>
            </a:r>
          </a:p>
          <a:p xmlns:a="http://schemas.openxmlformats.org/drawingml/2006/main">
            <a:r>
              <a:t>            "shear": 2.5088389653214063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0.9957661622753082,</a:t>
            </a:r>
          </a:p>
          <a:p xmlns:a="http://schemas.openxmlformats.org/drawingml/2006/main">
            <a:r>
              <a:t>            "q": 6.9292985977172945,</a:t>
            </a:r>
          </a:p>
          <a:p xmlns:a="http://schemas.openxmlformats.org/drawingml/2006/main">
            <a:r>
              <a:t>            "shear": 2.967006287579397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0.9926204679371349,</a:t>
            </a:r>
          </a:p>
          <a:p xmlns:a="http://schemas.openxmlformats.org/drawingml/2006/main">
            <a:r>
              <a:t>            "q": 7.147370166880607,</a:t>
            </a:r>
          </a:p>
          <a:p xmlns:a="http://schemas.openxmlformats.org/drawingml/2006/main">
            <a:r>
              <a:t>            "shear": 2.9934110442642705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"C:\\Users\\joesc\\git\\cheaseBS_tests\\data\\129015_129038\\pm0.2_ncscal4_warmup2\\129038\\omt_1.100",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0.00010379073549378122,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"/pscratch/sd/j/joeschm/cheaseBS_runs/20260925/20260925_01-32-21-129038_omt_1.100/iteration_01/artifacts/EQDSK_COCOS_02_POS_SOURCE_SIGNS.OUT",</a:t>
            </a:r>
          </a:p>
          <a:p xmlns:a="http://schemas.openxmlformats.org/drawingml/2006/main">
            <a:r>
              <a:t>          "final_ip_a": 745198.8291,</a:t>
            </a:r>
          </a:p>
          <a:p xmlns:a="http://schemas.openxmlformats.org/drawingml/2006/main">
            <a:r>
              <a:t>          "final_ip_error_a": 808.3290999999736,</a:t>
            </a:r>
          </a:p>
          <a:p xmlns:a="http://schemas.openxmlformats.org/drawingml/2006/main">
            <a:r>
              <a:t>          "final_ip_error_rel": 0.001085893895744201,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0.0002187554324625535,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10.17876349174846,</a:t>
            </a:r>
          </a:p>
          <a:p xmlns:a="http://schemas.openxmlformats.org/drawingml/2006/main">
            <a:r>
              <a:t>          "q_report_rel_diff": 0.0012419780830199819,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1.0259320781581749,</a:t>
            </a:r>
          </a:p>
          <a:p xmlns:a="http://schemas.openxmlformats.org/drawingml/2006/main">
            <a:r>
              <a:t>            "q": 3.8348934457308927,</a:t>
            </a:r>
          </a:p>
          <a:p xmlns:a="http://schemas.openxmlformats.org/drawingml/2006/main">
            <a:r>
              <a:t>            "shear": 2.501206882686271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1.0512379931495865,</a:t>
            </a:r>
          </a:p>
          <a:p xmlns:a="http://schemas.openxmlformats.org/drawingml/2006/main">
            <a:r>
              <a:t>            "q": 6.920072916784674,</a:t>
            </a:r>
          </a:p>
          <a:p xmlns:a="http://schemas.openxmlformats.org/drawingml/2006/main">
            <a:r>
              <a:t>            "shear": 2.9860417785036315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1.0494057090964906,</a:t>
            </a:r>
          </a:p>
          <a:p xmlns:a="http://schemas.openxmlformats.org/drawingml/2006/main">
            <a:r>
              <a:t>            "q": 7.139310909644113,</a:t>
            </a:r>
          </a:p>
          <a:p xmlns:a="http://schemas.openxmlformats.org/drawingml/2006/main">
            <a:r>
              <a:t>            "shear": 3.0134264258164993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"C:\\Users\\joesc\\git\\cheaseBS_tests\\data\\129015_129038\\pm0.2_ncscal4_warmup2\\129038\\omt_1.200",</a:t>
            </a:r>
          </a:p>
          <a:p xmlns:a="http://schemas.openxmlformats.org/drawingml/2006/main">
            <a:r>
              <a:t>        "axis": "omt",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50,</a:t>
            </a:r>
          </a:p>
          <a:p xmlns:a="http://schemas.openxmlformats.org/drawingml/2006/main">
            <a:r>
              <a:t>        "converged": false,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null,</a:t>
            </a:r>
          </a:p>
          <a:p xmlns:a="http://schemas.openxmlformats.org/drawingml/2006/main">
            <a:r>
              <a:t>          "final_bootstrap_change_rel": 0.0002543496436448488,</a:t>
            </a:r>
          </a:p>
          <a:p xmlns:a="http://schemas.openxmlformats.org/drawingml/2006/main">
            <a:r>
              <a:t>          "final_converged": false,</a:t>
            </a:r>
          </a:p>
          <a:p xmlns:a="http://schemas.openxmlformats.org/drawingml/2006/main">
            <a:r>
              <a:t>          "final_eqdsk_path": "/pscratch/sd/j/joeschm/cheaseBS_runs/20260925/20260925_01-34-44-129038_omt_1.200/iteration_49/artifacts/EQDSK_COCOS_02_POS_SOURCE_SIGNS.OUT",</a:t>
            </a:r>
          </a:p>
          <a:p xmlns:a="http://schemas.openxmlformats.org/drawingml/2006/main">
            <a:r>
              <a:t>          "final_ip_a": 737727.9826,</a:t>
            </a:r>
          </a:p>
          <a:p xmlns:a="http://schemas.openxmlformats.org/drawingml/2006/main">
            <a:r>
              <a:t>          "final_ip_error_a": -6662.517400000012,</a:t>
            </a:r>
          </a:p>
          <a:p xmlns:a="http://schemas.openxmlformats.org/drawingml/2006/main">
            <a:r>
              <a:t>          "final_ip_error_rel": 0.00895029880150272,</a:t>
            </a:r>
          </a:p>
          <a:p xmlns:a="http://schemas.openxmlformats.org/drawingml/2006/main">
            <a:r>
              <a:t>          "final_iteration": 49,</a:t>
            </a:r>
          </a:p>
          <a:p xmlns:a="http://schemas.openxmlformats.org/drawingml/2006/main">
            <a:r>
              <a:t>          "final_q_change_rel": 0.001343599990363311,</a:t>
            </a:r>
          </a:p>
          <a:p xmlns:a="http://schemas.openxmlformats.org/drawingml/2006/main">
            <a:r>
              <a:t>          "iterations": 50,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10.319993495232936,</a:t>
            </a:r>
          </a:p>
          <a:p xmlns:a="http://schemas.openxmlformats.org/drawingml/2006/main">
            <a:r>
              <a:t>          "q_report_rel_diff": 0.015134177088144692,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1.0598843201617696,</a:t>
            </a:r>
          </a:p>
          <a:p xmlns:a="http://schemas.openxmlformats.org/drawingml/2006/main">
            <a:r>
              <a:t>            "q": 3.916531305877893,</a:t>
            </a:r>
          </a:p>
          <a:p xmlns:a="http://schemas.openxmlformats.org/drawingml/2006/main">
            <a:r>
              <a:t>            "shear": 2.526840551571235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1.1348578155824782,</a:t>
            </a:r>
          </a:p>
          <a:p xmlns:a="http://schemas.openxmlformats.org/drawingml/2006/main">
            <a:r>
              <a:t>            "q": 7.139790030161809,</a:t>
            </a:r>
          </a:p>
          <a:p xmlns:a="http://schemas.openxmlformats.org/drawingml/2006/main">
            <a:r>
              <a:t>            "shear": 3.070356039908899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1.136978413062762,</a:t>
            </a:r>
          </a:p>
          <a:p xmlns:a="http://schemas.openxmlformats.org/drawingml/2006/main">
            <a:r>
              <a:t>            "q": 7.385891964496753,</a:t>
            </a:r>
          </a:p>
          <a:p xmlns:a="http://schemas.openxmlformats.org/drawingml/2006/main">
            <a:r>
              <a:t>            "shear": 3.3839139450374516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"C:\\Users\\joesc\\git\\cheaseBS_tests\\data\\129015_129038\\pm0.2_ncscal4_warmup2\\129038\\omne_0.800",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0.8,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0.0001014714359944273,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"/pscratch/sd/j/joeschm/cheaseBS_runs/20260925/20260925_02-08-19-129038_omne_0.800/iteration_01/artifacts/EQDSK_COCOS_02_POS_SOURCE_SIGNS.OUT",</a:t>
            </a:r>
          </a:p>
          <a:p xmlns:a="http://schemas.openxmlformats.org/drawingml/2006/main">
            <a:r>
              <a:t>          "final_ip_a": 743623.2145,</a:t>
            </a:r>
          </a:p>
          <a:p xmlns:a="http://schemas.openxmlformats.org/drawingml/2006/main">
            <a:r>
              <a:t>          "final_ip_error_a": -767.2854999999981,</a:t>
            </a:r>
          </a:p>
          <a:p xmlns:a="http://schemas.openxmlformats.org/drawingml/2006/main">
            <a:r>
              <a:t>          "final_ip_error_rel": 0.0010307567063255081,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0.00015092777207082782,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10.154072395915467,</a:t>
            </a:r>
          </a:p>
          <a:p xmlns:a="http://schemas.openxmlformats.org/drawingml/2006/main">
            <a:r>
              <a:t>          "q_report_rel_diff": -0.0011867807394936865,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0.9151609184863906,</a:t>
            </a:r>
          </a:p>
          <a:p xmlns:a="http://schemas.openxmlformats.org/drawingml/2006/main">
            <a:r>
              <a:t>            "q": 3.867448131273624,</a:t>
            </a:r>
          </a:p>
          <a:p xmlns:a="http://schemas.openxmlformats.org/drawingml/2006/main">
            <a:r>
              <a:t>            "shear": 2.5340598760414332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0.8249278537049402,</a:t>
            </a:r>
          </a:p>
          <a:p xmlns:a="http://schemas.openxmlformats.org/drawingml/2006/main">
            <a:r>
              <a:t>            "q": 6.9566781245334335,</a:t>
            </a:r>
          </a:p>
          <a:p xmlns:a="http://schemas.openxmlformats.org/drawingml/2006/main">
            <a:r>
              <a:t>            "shear": 2.8963564788944782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0.8206766637372024,</a:t>
            </a:r>
          </a:p>
          <a:p xmlns:a="http://schemas.openxmlformats.org/drawingml/2006/main">
            <a:r>
              <a:t>            "q": 7.170227011009008,</a:t>
            </a:r>
          </a:p>
          <a:p xmlns:a="http://schemas.openxmlformats.org/drawingml/2006/main">
            <a:r>
              <a:t>            "shear": 2.920583463201143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"C:\\Users\\joesc\\git\\cheaseBS_tests\\data\\129015_129038\\pm0.2_ncscal4_warmup2\\129038\\omne_0.900",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0.00004670118954635928,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"/pscratch/sd/j/joeschm/cheaseBS_runs/20260925/20260925_02-10-12-129038_omne_0.900/iteration_01/artifacts/EQDSK_COCOS_02_POS_SOURCE_SIGNS.OUT",</a:t>
            </a:r>
          </a:p>
          <a:p xmlns:a="http://schemas.openxmlformats.org/drawingml/2006/main">
            <a:r>
              <a:t>          "final_ip_a": 744070.5163,</a:t>
            </a:r>
          </a:p>
          <a:p xmlns:a="http://schemas.openxmlformats.org/drawingml/2006/main">
            <a:r>
              <a:t>          "final_ip_error_a": -319.9836999999825,</a:t>
            </a:r>
          </a:p>
          <a:p xmlns:a="http://schemas.openxmlformats.org/drawingml/2006/main">
            <a:r>
              <a:t>          "final_ip_error_rel": 0.0004298599995566608,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0.00007413826632652634,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10.160834464392485,</a:t>
            </a:r>
          </a:p>
          <a:p xmlns:a="http://schemas.openxmlformats.org/drawingml/2006/main">
            <a:r>
              <a:t>          "q_report_rel_diff": -0.0005216246207420434,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0.9454504628693313,</a:t>
            </a:r>
          </a:p>
          <a:p xmlns:a="http://schemas.openxmlformats.org/drawingml/2006/main">
            <a:r>
              <a:t>            "q": 3.8587697431219694,</a:t>
            </a:r>
          </a:p>
          <a:p xmlns:a="http://schemas.openxmlformats.org/drawingml/2006/main">
            <a:r>
              <a:t>            "shear": 2.523700037791871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0.8817266547496961,</a:t>
            </a:r>
          </a:p>
          <a:p xmlns:a="http://schemas.openxmlformats.org/drawingml/2006/main">
            <a:r>
              <a:t>            "q": 6.948322820285139,</a:t>
            </a:r>
          </a:p>
          <a:p xmlns:a="http://schemas.openxmlformats.org/drawingml/2006/main">
            <a:r>
              <a:t>            "shear": 2.920955694854207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0.8774364788601053,</a:t>
            </a:r>
          </a:p>
          <a:p xmlns:a="http://schemas.openxmlformats.org/drawingml/2006/main">
            <a:r>
              <a:t>            "q": 7.163505207323344,</a:t>
            </a:r>
          </a:p>
          <a:p xmlns:a="http://schemas.openxmlformats.org/drawingml/2006/main">
            <a:r>
              <a:t>            "shear": 2.946830773336482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"C:\\Users\\joesc\\git\\cheaseBS_tests\\data\\129015_129038\\pm0.2_ncscal4_warmup2\\129038\\omne_0.950",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0.95,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0.000018608881230900218,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"/pscratch/sd/j/joeschm/cheaseBS_runs/20260925/20260925_02-12-04-129038_omne_0.950/iteration_01/artifacts/EQDSK_COCOS_02_POS_SOURCE_SIGNS.OUT",</a:t>
            </a:r>
          </a:p>
          <a:p xmlns:a="http://schemas.openxmlformats.org/drawingml/2006/main">
            <a:r>
              <a:t>          "final_ip_a": 744309.6641,</a:t>
            </a:r>
          </a:p>
          <a:p xmlns:a="http://schemas.openxmlformats.org/drawingml/2006/main">
            <a:r>
              <a:t>          "final_ip_error_a": -80.83589999994729,</a:t>
            </a:r>
          </a:p>
          <a:p xmlns:a="http://schemas.openxmlformats.org/drawingml/2006/main">
            <a:r>
              <a:t>          "final_ip_error_rel": 0.0001085934062833248,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0.00005019560301356443,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10.164372182678244,</a:t>
            </a:r>
          </a:p>
          <a:p xmlns:a="http://schemas.openxmlformats.org/drawingml/2006/main">
            <a:r>
              <a:t>          "q_report_rel_diff": -0.0001736342133408195,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0.9611710184083646,</a:t>
            </a:r>
          </a:p>
          <a:p xmlns:a="http://schemas.openxmlformats.org/drawingml/2006/main">
            <a:r>
              <a:t>            "q": 3.8532291829983207,</a:t>
            </a:r>
          </a:p>
          <a:p xmlns:a="http://schemas.openxmlformats.org/drawingml/2006/main">
            <a:r>
              <a:t>            "shear": 2.521651180334343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0.9119569436388638,</a:t>
            </a:r>
          </a:p>
          <a:p xmlns:a="http://schemas.openxmlformats.org/drawingml/2006/main">
            <a:r>
              <a:t>            "q": 6.942922858971453,</a:t>
            </a:r>
          </a:p>
          <a:p xmlns:a="http://schemas.openxmlformats.org/drawingml/2006/main">
            <a:r>
              <a:t>            "shear": 2.9356678793926223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0.9076087708435067,</a:t>
            </a:r>
          </a:p>
          <a:p xmlns:a="http://schemas.openxmlformats.org/drawingml/2006/main">
            <a:r>
              <a:t>            "q": 7.1590231948497,</a:t>
            </a:r>
          </a:p>
          <a:p xmlns:a="http://schemas.openxmlformats.org/drawingml/2006/main">
            <a:r>
              <a:t>            "shear": 2.9606655999006373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"C:\\Users\\joesc\\git\\cheaseBS_tests\\data\\129015_129038\\pm0.2_ncscal4_warmup2\\129038\\omne_1.000",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0.000010397710028062614,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"/pscratch/sd/j/joeschm/cheaseBS_runs/20260925/20260925_02-13-59-129038_omne_1.000/iteration_01/artifacts/EQDSK_COCOS_02_POS_SOURCE_SIGNS.OUT",</a:t>
            </a:r>
          </a:p>
          <a:p xmlns:a="http://schemas.openxmlformats.org/drawingml/2006/main">
            <a:r>
              <a:t>          "final_ip_a": 744570.0134,</a:t>
            </a:r>
          </a:p>
          <a:p xmlns:a="http://schemas.openxmlformats.org/drawingml/2006/main">
            <a:r>
              <a:t>          "final_ip_error_a": 179.5134000000544,</a:t>
            </a:r>
          </a:p>
          <a:p xmlns:a="http://schemas.openxmlformats.org/drawingml/2006/main">
            <a:r>
              <a:t>          "final_ip_error_rel": 0.00024115487771546573,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0.0000814917402072462,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10.168051620545034,</a:t>
            </a:r>
          </a:p>
          <a:p xmlns:a="http://schemas.openxmlformats.org/drawingml/2006/main">
            <a:r>
              <a:t>          "q_report_rel_diff": 0.00018829655074116336,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0.9769295047086245,</a:t>
            </a:r>
          </a:p>
          <a:p xmlns:a="http://schemas.openxmlformats.org/drawingml/2006/main">
            <a:r>
              <a:t>            "q": 3.8485996390481256,</a:t>
            </a:r>
          </a:p>
          <a:p xmlns:a="http://schemas.openxmlformats.org/drawingml/2006/main">
            <a:r>
              <a:t>            "shear": 2.5158720337791234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0.9429323492180318,</a:t>
            </a:r>
          </a:p>
          <a:p xmlns:a="http://schemas.openxmlformats.org/drawingml/2006/main">
            <a:r>
              <a:t>            "q": 6.937901535348791,</a:t>
            </a:r>
          </a:p>
          <a:p xmlns:a="http://schemas.openxmlformats.org/drawingml/2006/main">
            <a:r>
              <a:t>            "shear": 2.9491888724799837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0.938532849333702,</a:t>
            </a:r>
          </a:p>
          <a:p xmlns:a="http://schemas.openxmlformats.org/drawingml/2006/main">
            <a:r>
              <a:t>            "q": 7.154871068503587,</a:t>
            </a:r>
          </a:p>
          <a:p xmlns:a="http://schemas.openxmlformats.org/drawingml/2006/main">
            <a:r>
              <a:t>            "shear": 2.9745585852472907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"C:\\Users\\joesc\\git\\cheaseBS_tests\\data\\129015_129038\\pm0.2_ncscal4_warmup2\\129038\\omne_1.050",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1.05,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0.000039889161630926874,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"/pscratch/sd/j/joeschm/cheaseBS_runs/20260925/20260925_02-15-54-129038_omne_1.050/iteration_01/artifacts/EQDSK_COCOS_02_POS_SOURCE_SIGNS.OUT",</a:t>
            </a:r>
          </a:p>
          <a:p xmlns:a="http://schemas.openxmlformats.org/drawingml/2006/main">
            <a:r>
              <a:t>          "final_ip_a": 744955.1319,</a:t>
            </a:r>
          </a:p>
          <a:p xmlns:a="http://schemas.openxmlformats.org/drawingml/2006/main">
            <a:r>
              <a:t>          "final_ip_error_a": 564.6319000000367,</a:t>
            </a:r>
          </a:p>
          <a:p xmlns:a="http://schemas.openxmlformats.org/drawingml/2006/main">
            <a:r>
              <a:t>          "final_ip_error_rel": 0.0007585157252813365,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0.0003157057475728859,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10.17218251493514,</a:t>
            </a:r>
          </a:p>
          <a:p xmlns:a="http://schemas.openxmlformats.org/drawingml/2006/main">
            <a:r>
              <a:t>          "q_report_rel_diff": 0.000594635186446154,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0.992917491870422,</a:t>
            </a:r>
          </a:p>
          <a:p xmlns:a="http://schemas.openxmlformats.org/drawingml/2006/main">
            <a:r>
              <a:t>            "q": 3.843987092202216,</a:t>
            </a:r>
          </a:p>
          <a:p xmlns:a="http://schemas.openxmlformats.org/drawingml/2006/main">
            <a:r>
              <a:t>            "shear": 2.509862903269166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0.9749539013727361,</a:t>
            </a:r>
          </a:p>
          <a:p xmlns:a="http://schemas.openxmlformats.org/drawingml/2006/main">
            <a:r>
              <a:t>            "q": 6.932792172612783,</a:t>
            </a:r>
          </a:p>
          <a:p xmlns:a="http://schemas.openxmlformats.org/drawingml/2006/main">
            <a:r>
              <a:t>            "shear": 2.9633337634549126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0.9704842638664745,</a:t>
            </a:r>
          </a:p>
          <a:p xmlns:a="http://schemas.openxmlformats.org/drawingml/2006/main">
            <a:r>
              <a:t>            "q": 7.150673353278527,</a:t>
            </a:r>
          </a:p>
          <a:p xmlns:a="http://schemas.openxmlformats.org/drawingml/2006/main">
            <a:r>
              <a:t>            "shear": 2.989070242189004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"C:\\Users\\joesc\\git\\cheaseBS_tests\\data\\129015_129038\\pm0.2_ncscal4_warmup2\\129038\\omne_1.100",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1.1,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0.0000646128760043729,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"/pscratch/sd/j/joeschm/cheaseBS_runs/20260925/20260925_02-17-46-129038_omne_1.100/iteration_01/artifacts/EQDSK_COCOS_02_POS_SOURCE_SIGNS.OUT",</a:t>
            </a:r>
          </a:p>
          <a:p xmlns:a="http://schemas.openxmlformats.org/drawingml/2006/main">
            <a:r>
              <a:t>          "final_ip_a": 744979.4255,</a:t>
            </a:r>
          </a:p>
          <a:p xmlns:a="http://schemas.openxmlformats.org/drawingml/2006/main">
            <a:r>
              <a:t>          "final_ip_error_a": 588.9255000000121,</a:t>
            </a:r>
          </a:p>
          <a:p xmlns:a="http://schemas.openxmlformats.org/drawingml/2006/main">
            <a:r>
              <a:t>          "final_ip_error_rel": 0.000791151284171429,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0.00014940144028973562,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10.175147128595178,</a:t>
            </a:r>
          </a:p>
          <a:p xmlns:a="http://schemas.openxmlformats.org/drawingml/2006/main">
            <a:r>
              <a:t>          "q_report_rel_diff": 0.0008862517121307743,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1.0091341590274734,</a:t>
            </a:r>
          </a:p>
          <a:p xmlns:a="http://schemas.openxmlformats.org/drawingml/2006/main">
            <a:r>
              <a:t>            "q": 3.8392312899340464,</a:t>
            </a:r>
          </a:p>
          <a:p xmlns:a="http://schemas.openxmlformats.org/drawingml/2006/main">
            <a:r>
              <a:t>            "shear": 2.503575283823473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1.0080180820936822,</a:t>
            </a:r>
          </a:p>
          <a:p xmlns:a="http://schemas.openxmlformats.org/drawingml/2006/main">
            <a:r>
              <a:t>            "q": 6.927170293097403,</a:t>
            </a:r>
          </a:p>
          <a:p xmlns:a="http://schemas.openxmlformats.org/drawingml/2006/main">
            <a:r>
              <a:t>            "shear": 2.978025041730847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1.0034509774684457,</a:t>
            </a:r>
          </a:p>
          <a:p xmlns:a="http://schemas.openxmlformats.org/drawingml/2006/main">
            <a:r>
              <a:t>            "q": 7.145983318846005,</a:t>
            </a:r>
          </a:p>
          <a:p xmlns:a="http://schemas.openxmlformats.org/drawingml/2006/main">
            <a:r>
              <a:t>            "shear": 3.0040422270611638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"C:\\Users\\joesc\\git\\cheaseBS_tests\\data\\129015_129038\\pm0.2_ncscal4_warmup2\\129038\\omne_1.200",</a:t>
            </a:r>
          </a:p>
          <a:p xmlns:a="http://schemas.openxmlformats.org/drawingml/2006/main">
            <a:r>
              <a:t>        "axis": "omne",</a:t>
            </a:r>
          </a:p>
          <a:p xmlns:a="http://schemas.openxmlformats.org/drawingml/2006/main">
            <a:r>
              <a:t>        "scale": 1.2,</a:t>
            </a:r>
          </a:p>
          <a:p xmlns:a="http://schemas.openxmlformats.org/drawingml/2006/main">
            <a:r>
              <a:t>        "iterations": 2,</a:t>
            </a:r>
          </a:p>
          <a:p xmlns:a="http://schemas.openxmlformats.org/drawingml/2006/main">
            <a:r>
              <a:t>        "converged": true,</a:t>
            </a:r>
          </a:p>
          <a:p xmlns:a="http://schemas.openxmlformats.org/drawingml/2006/main">
            <a:r>
              <a:t>        "summary": {</a:t>
            </a:r>
          </a:p>
          <a:p xmlns:a="http://schemas.openxmlformats.org/drawingml/2006/main">
            <a:r>
              <a:t>          "bootstrap_strategy": "bootstrap computed diagnostically from each solved equilibrium and lagged into the next iteration",</a:t>
            </a:r>
          </a:p>
          <a:p xmlns:a="http://schemas.openxmlformats.org/drawingml/2006/main">
            <a:r>
              <a:t>          "coordinate": "rhop",</a:t>
            </a:r>
          </a:p>
          <a:p xmlns:a="http://schemas.openxmlformats.org/drawingml/2006/main">
            <a:r>
              <a:t>          "current_representation": "target current decomposed on j_parallel footing and replayed as total I*",</a:t>
            </a:r>
          </a:p>
          <a:p xmlns:a="http://schemas.openxmlformats.org/drawingml/2006/main">
            <a:r>
              <a:t>          "final_amplitude_in": 1,</a:t>
            </a:r>
          </a:p>
          <a:p xmlns:a="http://schemas.openxmlformats.org/drawingml/2006/main">
            <a:r>
              <a:t>          "final_amplitude_next": 1,</a:t>
            </a:r>
          </a:p>
          <a:p xmlns:a="http://schemas.openxmlformats.org/drawingml/2006/main">
            <a:r>
              <a:t>          "final_bootstrap_change_rel": 0.00012557964451718846,</a:t>
            </a:r>
          </a:p>
          <a:p xmlns:a="http://schemas.openxmlformats.org/drawingml/2006/main">
            <a:r>
              <a:t>          "final_converged": true,</a:t>
            </a:r>
          </a:p>
          <a:p xmlns:a="http://schemas.openxmlformats.org/drawingml/2006/main">
            <a:r>
              <a:t>          "final_eqdsk_path": "/pscratch/sd/j/joeschm/cheaseBS_runs/20260925/20260925_02-19-40-129038_omne_1.200/iteration_01/artifacts/EQDSK_COCOS_02_POS_SOURCE_SIGNS.OUT",</a:t>
            </a:r>
          </a:p>
          <a:p xmlns:a="http://schemas.openxmlformats.org/drawingml/2006/main">
            <a:r>
              <a:t>          "final_ip_a": 745349.1535,</a:t>
            </a:r>
          </a:p>
          <a:p xmlns:a="http://schemas.openxmlformats.org/drawingml/2006/main">
            <a:r>
              <a:t>          "final_ip_error_a": 958.6535000000149,</a:t>
            </a:r>
          </a:p>
          <a:p xmlns:a="http://schemas.openxmlformats.org/drawingml/2006/main">
            <a:r>
              <a:t>          "final_ip_error_rel": 0.001287836827579093,</a:t>
            </a:r>
          </a:p>
          <a:p xmlns:a="http://schemas.openxmlformats.org/drawingml/2006/main">
            <a:r>
              <a:t>          "final_iteration": 1,</a:t>
            </a:r>
          </a:p>
          <a:p xmlns:a="http://schemas.openxmlformats.org/drawingml/2006/main">
            <a:r>
              <a:t>          "final_q_change_rel": 0.0003146770610478834,</a:t>
            </a:r>
          </a:p>
          <a:p xmlns:a="http://schemas.openxmlformats.org/drawingml/2006/main">
            <a:r>
              <a:t>          "iterations": 2,</a:t>
            </a:r>
          </a:p>
          <a:p xmlns:a="http://schemas.openxmlformats.org/drawingml/2006/main">
            <a:r>
              <a:t>          "pressure_strategy": "p_total = p_thermal(new) + p_fast(original floored)",</a:t>
            </a:r>
          </a:p>
          <a:p xmlns:a="http://schemas.openxmlformats.org/drawingml/2006/main">
            <a:r>
              <a:t>          "q_final_at_report_rhop": 10.183877234305156,</a:t>
            </a:r>
          </a:p>
          <a:p xmlns:a="http://schemas.openxmlformats.org/drawingml/2006/main">
            <a:r>
              <a:t>          "q_report_rel_diff": 0.0017449953421421957,</a:t>
            </a:r>
          </a:p>
          <a:p xmlns:a="http://schemas.openxmlformats.org/drawingml/2006/main">
            <a:r>
              <a:t>          "q_report_rhop": 0.985,</a:t>
            </a:r>
          </a:p>
          <a:p xmlns:a="http://schemas.openxmlformats.org/drawingml/2006/main">
            <a:r>
              <a:t>          "q_target_at_report_rhop": 10.166137371943536,</a:t>
            </a:r>
          </a:p>
          <a:p xmlns:a="http://schemas.openxmlformats.org/drawingml/2006/main">
            <a:r>
              <a:t>          "replay_representation": "istar",</a:t>
            </a:r>
          </a:p>
          <a:p xmlns:a="http://schemas.openxmlformats.org/drawingml/2006/main">
            <a:r>
              <a:t>          "source_bt_t": -0.487488985,</a:t>
            </a:r>
          </a:p>
          <a:p xmlns:a="http://schemas.openxmlformats.org/drawingml/2006/main">
            <a:r>
              <a:t>          "source_ip_a": 744390.5,</a:t>
            </a:r>
          </a:p>
          <a:p xmlns:a="http://schemas.openxmlformats.org/drawingml/2006/main">
            <a:r>
              <a:t>          "target_bt_t": -0.487488985,</a:t>
            </a:r>
          </a:p>
          <a:p xmlns:a="http://schemas.openxmlformats.org/drawingml/2006/main">
            <a:r>
              <a:t>          "target_ip_a": 744390.5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"chain":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0.6737,</a:t>
            </a:r>
          </a:p>
          <a:p xmlns:a="http://schemas.openxmlformats.org/drawingml/2006/main">
            <a:r>
              <a:t>            "point": "n_top",</a:t>
            </a:r>
          </a:p>
          <a:p xmlns:a="http://schemas.openxmlformats.org/drawingml/2006/main">
            <a:r>
              <a:t>            "pressure_ratio": 1.042173724957832,</a:t>
            </a:r>
          </a:p>
          <a:p xmlns:a="http://schemas.openxmlformats.org/drawingml/2006/main">
            <a:r>
              <a:t>            "q": 3.8298238116221146,</a:t>
            </a:r>
          </a:p>
          <a:p xmlns:a="http://schemas.openxmlformats.org/drawingml/2006/main">
            <a:r>
              <a:t>            "shear": 2.490063600198595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0.8447,</a:t>
            </a:r>
          </a:p>
          <a:p xmlns:a="http://schemas.openxmlformats.org/drawingml/2006/main">
            <a:r>
              <a:t>            "point": "T_top",</a:t>
            </a:r>
          </a:p>
          <a:p xmlns:a="http://schemas.openxmlformats.org/drawingml/2006/main">
            <a:r>
              <a:t>            "pressure_ratio": 1.076996629159912,</a:t>
            </a:r>
          </a:p>
          <a:p xmlns:a="http://schemas.openxmlformats.org/drawingml/2006/main">
            <a:r>
              <a:t>            "q": 6.9167122067058875,</a:t>
            </a:r>
          </a:p>
          <a:p xmlns:a="http://schemas.openxmlformats.org/drawingml/2006/main">
            <a:r>
              <a:t>            "shear": 3.0148666507828565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"rho": 0.8535,</a:t>
            </a:r>
          </a:p>
          <a:p xmlns:a="http://schemas.openxmlformats.org/drawingml/2006/main">
            <a:r>
              <a:t>            "point": "steep",</a:t>
            </a:r>
          </a:p>
          <a:p xmlns:a="http://schemas.openxmlformats.org/drawingml/2006/main">
            <a:r>
              <a:t>            "pressure_ratio": 1.072123024048251,</a:t>
            </a:r>
          </a:p>
          <a:p xmlns:a="http://schemas.openxmlformats.org/drawingml/2006/main">
            <a:r>
              <a:t>            "q": 7.137777122089634,</a:t>
            </a:r>
          </a:p>
          <a:p xmlns:a="http://schemas.openxmlformats.org/drawingml/2006/main">
            <a:r>
              <a:t>            "shear": 3.0368519771532814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"missing": [],</a:t>
            </a:r>
          </a:p>
          <a:p xmlns:a="http://schemas.openxmlformats.org/drawingml/2006/main">
            <a:r>
              <a:t>    "settings": {</a:t>
            </a:r>
          </a:p>
          <a:p xmlns:a="http://schemas.openxmlformats.org/drawingml/2006/main">
            <a:r>
              <a:t>      "bootstrap_mix": 0.1,</a:t>
            </a:r>
          </a:p>
          <a:p xmlns:a="http://schemas.openxmlformats.org/drawingml/2006/main">
            <a:r>
              <a:t>      "istar_mix": 0.05,</a:t>
            </a:r>
          </a:p>
          <a:p xmlns:a="http://schemas.openxmlformats.org/drawingml/2006/main">
            <a:r>
              <a:t>      "tol_ip_rel": 0.002,</a:t>
            </a:r>
          </a:p>
          <a:p xmlns:a="http://schemas.openxmlformats.org/drawingml/2006/main">
            <a:r>
              <a:t>      "tol_bs": 0.01,</a:t>
            </a:r>
          </a:p>
          <a:p xmlns:a="http://schemas.openxmlformats.org/drawingml/2006/main">
            <a:r>
              <a:t>      "tol_q": 0.01,</a:t>
            </a:r>
          </a:p>
          <a:p xmlns:a="http://schemas.openxmlformats.org/drawingml/2006/main">
            <a:r>
              <a:t>      "tol_a": 0.0001,</a:t>
            </a:r>
          </a:p>
          <a:p xmlns:a="http://schemas.openxmlformats.org/drawingml/2006/main">
            <a:r>
              <a:t>      "max_iter": 50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"prefix": "apply_omX_n4w2"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"family": "apply_omX",</a:t>
            </a:r>
          </a:p>
          <a:p xmlns:a="http://schemas.openxmlformats.org/drawingml/2006/main">
            <a:r>
              <a:t>  "part": "All variants, with marker-border coding",</a:t>
            </a:r>
          </a:p>
          <a:p xmlns:a="http://schemas.openxmlformats.org/drawingml/2006/main">
            <a:r>
              <a:t>  "variant": null,</a:t>
            </a:r>
          </a:p>
          <a:p xmlns:a="http://schemas.openxmlformats.org/drawingml/2006/main">
            <a:r>
              <a:t>  "chapman":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0.6737,</a:t>
            </a:r>
          </a:p>
          <a:p xmlns:a="http://schemas.openxmlformats.org/drawingml/2006/main">
            <a:r>
              <a:t>      "point": "n_top",</a:t>
            </a:r>
          </a:p>
          <a:p xmlns:a="http://schemas.openxmlformats.org/drawingml/2006/main">
            <a:r>
              <a:t>      "q": 3.8509219203797,</a:t>
            </a:r>
          </a:p>
          <a:p xmlns:a="http://schemas.openxmlformats.org/drawingml/2006/main">
            <a:r>
              <a:t>      "shear": 2.5053082672072464,</a:t>
            </a:r>
          </a:p>
          <a:p xmlns:a="http://schemas.openxmlformats.org/drawingml/2006/main">
            <a:r>
              <a:t>      "fit_pressure_ratio": 1.000163851440893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0.8447,</a:t>
            </a:r>
          </a:p>
          <a:p xmlns:a="http://schemas.openxmlformats.org/drawingml/2006/main">
            <a:r>
              <a:t>      "point": "T_top",</a:t>
            </a:r>
          </a:p>
          <a:p xmlns:a="http://schemas.openxmlformats.org/drawingml/2006/main">
            <a:r>
              <a:t>      "q": 6.938712520655077,</a:t>
            </a:r>
          </a:p>
          <a:p xmlns:a="http://schemas.openxmlformats.org/drawingml/2006/main">
            <a:r>
              <a:t>      "shear": 2.915261309787783,</a:t>
            </a:r>
          </a:p>
          <a:p xmlns:a="http://schemas.openxmlformats.org/drawingml/2006/main">
            <a:r>
              <a:t>      "fit_pressure_ratio": 1.0016566757024463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"rho": 0.8535,</a:t>
            </a:r>
          </a:p>
          <a:p xmlns:a="http://schemas.openxmlformats.org/drawingml/2006/main">
            <a:r>
              <a:t>      "point": "steep",</a:t>
            </a:r>
          </a:p>
          <a:p xmlns:a="http://schemas.openxmlformats.org/drawingml/2006/main">
            <a:r>
              <a:t>      "q": 7.154912635438025,</a:t>
            </a:r>
          </a:p>
          <a:p xmlns:a="http://schemas.openxmlformats.org/drawingml/2006/main">
            <a:r>
              <a:t>      "shear": 2.9400758497029065,</a:t>
            </a:r>
          </a:p>
          <a:p xmlns:a="http://schemas.openxmlformats.org/drawingml/2006/main">
            <a:r>
              <a:t>      "fit_pressure_ratio": 1.0014269047825965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"limitations": "Saved 2026-09-25 campaign. NCSCAL verified from campaign namelists, warmup from each saved config. Missing summaries are unavailable, not classified as solver failures. No new solves. Pressure chains use solved/source total pressure at common reference Chapman radii. Source and fitted-baseline markers are not reconstructed unity controls.",</a:t>
            </a:r>
          </a:p>
          <a:p xmlns:a="http://schemas.openxmlformats.org/drawingml/2006/main">
            <a:r>
              <a:t>  "source": "cheaseBS_tests/data/129015_129038. Counts and convergence flags: convergence_summary.json. Error traces: iteration_log.csv. Transformations: profiles_e/i. Pressure chains: EQDSK, TPED GFileData and shear helpers. Chapman points fitted once per discharge from reference profiles. Unavailable cases omitted from chains and marked N/A in bars."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abfef943a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215df32b6f40c4" /><Relationship Type="http://schemas.openxmlformats.org/officeDocument/2006/relationships/slideLayout" Target="/ppt/slideLayouts/slideLayout1.xml" Id="R3b3b5e4fdca94f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3b5e4fdca9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ae440aa3c483c" /><Relationship Type="http://schemas.openxmlformats.org/officeDocument/2006/relationships/image" Target="/ppt/media/image.png" Id="Ra0b10ff1598c4922" /><Relationship Type="http://schemas.openxmlformats.org/officeDocument/2006/relationships/image" Target="/ppt/media/image2.png" Id="Re293b6fc22aa40fc" /><Relationship Type="http://schemas.openxmlformats.org/officeDocument/2006/relationships/image" Target="/ppt/media/image3.png" Id="Re3038dd678754684" /><Relationship Type="http://schemas.openxmlformats.org/officeDocument/2006/relationships/image" Target="/ppt/media/image4.png" Id="Rb1728b2c111c4685" /><Relationship Type="http://schemas.openxmlformats.org/officeDocument/2006/relationships/notesSlide" Target="/ppt/notesSlides/notesSlide1.xml" Id="R5e999fbd55184b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a753d2ea4234" /><Relationship Type="http://schemas.openxmlformats.org/officeDocument/2006/relationships/image" Target="/ppt/media/image5.png" Id="Rf42ada388df44bfb" /><Relationship Type="http://schemas.openxmlformats.org/officeDocument/2006/relationships/image" Target="/ppt/media/image6.png" Id="R89798b5eaf4f4ac1" /><Relationship Type="http://schemas.openxmlformats.org/officeDocument/2006/relationships/image" Target="/ppt/media/image7.png" Id="R1fb4a36ce8594485" /><Relationship Type="http://schemas.openxmlformats.org/officeDocument/2006/relationships/notesSlide" Target="/ppt/notesSlides/notesSlide2.xml" Id="Red18e8a5005f4c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1b443ce4244c5" /><Relationship Type="http://schemas.openxmlformats.org/officeDocument/2006/relationships/image" Target="/ppt/media/image8.png" Id="R979dd7300b25499c" /><Relationship Type="http://schemas.openxmlformats.org/officeDocument/2006/relationships/image" Target="/ppt/media/image9.png" Id="Ra30f674fe7854801" /><Relationship Type="http://schemas.openxmlformats.org/officeDocument/2006/relationships/image" Target="/ppt/media/image10.png" Id="R2122de233e4f46b3" /><Relationship Type="http://schemas.openxmlformats.org/officeDocument/2006/relationships/image" Target="/ppt/media/image11.png" Id="R43768e703406461d" /><Relationship Type="http://schemas.openxmlformats.org/officeDocument/2006/relationships/notesSlide" Target="/ppt/notesSlides/notesSlide3.xml" Id="R40d7824b3df3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918143d84414f" /><Relationship Type="http://schemas.openxmlformats.org/officeDocument/2006/relationships/image" Target="/ppt/media/image12.png" Id="Rbce5e62cfe184288" /><Relationship Type="http://schemas.openxmlformats.org/officeDocument/2006/relationships/image" Target="/ppt/media/image13.png" Id="R3087b3929d6a4397" /><Relationship Type="http://schemas.openxmlformats.org/officeDocument/2006/relationships/image" Target="/ppt/media/image14.png" Id="Rd09514a448424065" /><Relationship Type="http://schemas.openxmlformats.org/officeDocument/2006/relationships/notesSlide" Target="/ppt/notesSlides/notesSlide4.xml" Id="Rb6aea4c87cd3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c3e51f2da416c" /><Relationship Type="http://schemas.openxmlformats.org/officeDocument/2006/relationships/image" Target="/ppt/media/image15.png" Id="R10fd86251d04440c" /><Relationship Type="http://schemas.openxmlformats.org/officeDocument/2006/relationships/image" Target="/ppt/media/image16.png" Id="R61c7b324184d4015" /><Relationship Type="http://schemas.openxmlformats.org/officeDocument/2006/relationships/image" Target="/ppt/media/image17.png" Id="Reb58fe8160454fe3" /><Relationship Type="http://schemas.openxmlformats.org/officeDocument/2006/relationships/image" Target="/ppt/media/image18.png" Id="Rd263ae25fa6b45a1" /><Relationship Type="http://schemas.openxmlformats.org/officeDocument/2006/relationships/notesSlide" Target="/ppt/notesSlides/notesSlide5.xml" Id="R78d8ce8d8f7841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d782a3cf94b2a" /><Relationship Type="http://schemas.openxmlformats.org/officeDocument/2006/relationships/image" Target="/ppt/media/image19.png" Id="Rd4b32c73993d4526" /><Relationship Type="http://schemas.openxmlformats.org/officeDocument/2006/relationships/image" Target="/ppt/media/image20.png" Id="Re452c678ccbd43e5" /><Relationship Type="http://schemas.openxmlformats.org/officeDocument/2006/relationships/image" Target="/ppt/media/image21.png" Id="R4d6405ba07e1434f" /><Relationship Type="http://schemas.openxmlformats.org/officeDocument/2006/relationships/notesSlide" Target="/ppt/notesSlides/notesSlide6.xml" Id="Re4c1759cb9df49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5ccd8f5e94bcd" /><Relationship Type="http://schemas.openxmlformats.org/officeDocument/2006/relationships/image" Target="/ppt/media/image22.png" Id="R8e7f8a83a729455e" /><Relationship Type="http://schemas.openxmlformats.org/officeDocument/2006/relationships/image" Target="/ppt/media/image23.png" Id="R881c75bf352343e2" /><Relationship Type="http://schemas.openxmlformats.org/officeDocument/2006/relationships/image" Target="/ppt/media/image24.png" Id="Rf650e23ec13d4ab5" /><Relationship Type="http://schemas.openxmlformats.org/officeDocument/2006/relationships/image" Target="/ppt/media/image25.png" Id="R755b16367c6248d1" /><Relationship Type="http://schemas.openxmlformats.org/officeDocument/2006/relationships/notesSlide" Target="/ppt/notesSlides/notesSlide7.xml" Id="R2c245eb73b8b46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a6fd526f24a6f" /><Relationship Type="http://schemas.openxmlformats.org/officeDocument/2006/relationships/image" Target="/ppt/media/image26.png" Id="R458afeb5a8b445d2" /><Relationship Type="http://schemas.openxmlformats.org/officeDocument/2006/relationships/image" Target="/ppt/media/image27.png" Id="Rea007cb3491b4bfe" /><Relationship Type="http://schemas.openxmlformats.org/officeDocument/2006/relationships/image" Target="/ppt/media/image28.png" Id="Rf46527a6d2884fdc" /><Relationship Type="http://schemas.openxmlformats.org/officeDocument/2006/relationships/notesSlide" Target="/ppt/notesSlides/notesSlide8.xml" Id="Rf25112d4762b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3de45788d481c" /><Relationship Type="http://schemas.openxmlformats.org/officeDocument/2006/relationships/image" Target="/ppt/media/image29.png" Id="Ra823c1a9138749c6" /><Relationship Type="http://schemas.openxmlformats.org/officeDocument/2006/relationships/image" Target="/ppt/media/image30.png" Id="R8ce9d6e708974d88" /><Relationship Type="http://schemas.openxmlformats.org/officeDocument/2006/relationships/notesSlide" Target="/ppt/notesSlides/notesSlide9.xml" Id="Rdc76838891e442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a8f86022a4115" /><Relationship Type="http://schemas.openxmlformats.org/officeDocument/2006/relationships/image" Target="/ppt/media/image31.png" Id="R6aaa1236fafd4354" /><Relationship Type="http://schemas.openxmlformats.org/officeDocument/2006/relationships/image" Target="/ppt/media/image32.png" Id="Rf91482b49aa5487e" /><Relationship Type="http://schemas.openxmlformats.org/officeDocument/2006/relationships/image" Target="/ppt/media/image33.png" Id="R6aa9440de77a4186" /><Relationship Type="http://schemas.openxmlformats.org/officeDocument/2006/relationships/image" Target="/ppt/media/image34.png" Id="Rb89e440ae93b4f79" /><Relationship Type="http://schemas.openxmlformats.org/officeDocument/2006/relationships/notesSlide" Target="/ppt/notesSlides/notesSlide10.xml" Id="R13fd25edba8144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4e42b484a41da" /><Relationship Type="http://schemas.openxmlformats.org/officeDocument/2006/relationships/image" Target="/ppt/media/image35.png" Id="Rfeb0b959e6fa4c3b" /><Relationship Type="http://schemas.openxmlformats.org/officeDocument/2006/relationships/image" Target="/ppt/media/image36.png" Id="R90db276421184cb2" /><Relationship Type="http://schemas.openxmlformats.org/officeDocument/2006/relationships/image" Target="/ppt/media/image37.png" Id="Rab22985bf4294862" /><Relationship Type="http://schemas.openxmlformats.org/officeDocument/2006/relationships/notesSlide" Target="/ppt/notesSlides/notesSlide11.xml" Id="R424aa3c976da4b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2a5e987ae4397" /><Relationship Type="http://schemas.openxmlformats.org/officeDocument/2006/relationships/image" Target="/ppt/media/image38.png" Id="R974874077ffe46cf" /><Relationship Type="http://schemas.openxmlformats.org/officeDocument/2006/relationships/image" Target="/ppt/media/image39.png" Id="R1bf18baeec504456" /><Relationship Type="http://schemas.openxmlformats.org/officeDocument/2006/relationships/image" Target="/ppt/media/image40.png" Id="R0cb24a6eb95d48fb" /><Relationship Type="http://schemas.openxmlformats.org/officeDocument/2006/relationships/image" Target="/ppt/media/image41.png" Id="R91831c13a93840c3" /><Relationship Type="http://schemas.openxmlformats.org/officeDocument/2006/relationships/notesSlide" Target="/ppt/notesSlides/notesSlide12.xml" Id="R127a51de55a243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c9201bef043b4" /><Relationship Type="http://schemas.openxmlformats.org/officeDocument/2006/relationships/image" Target="/ppt/media/image42.png" Id="R219750fde50f42d0" /><Relationship Type="http://schemas.openxmlformats.org/officeDocument/2006/relationships/image" Target="/ppt/media/image43.png" Id="Ra22d482116cc47aa" /><Relationship Type="http://schemas.openxmlformats.org/officeDocument/2006/relationships/image" Target="/ppt/media/image44.png" Id="R277e3ec387174899" /><Relationship Type="http://schemas.openxmlformats.org/officeDocument/2006/relationships/notesSlide" Target="/ppt/notesSlides/notesSlide13.xml" Id="Rfa8fb9bef6db41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85aea54ca4427" /><Relationship Type="http://schemas.openxmlformats.org/officeDocument/2006/relationships/image" Target="/ppt/media/image45.png" Id="R51b57524719f4612" /><Relationship Type="http://schemas.openxmlformats.org/officeDocument/2006/relationships/image" Target="/ppt/media/image46.png" Id="Rb5ba8f189f01449a" /><Relationship Type="http://schemas.openxmlformats.org/officeDocument/2006/relationships/image" Target="/ppt/media/image47.png" Id="R892a6e3711034639" /><Relationship Type="http://schemas.openxmlformats.org/officeDocument/2006/relationships/image" Target="/ppt/media/image48.png" Id="Rc0f8066a97f64345" /><Relationship Type="http://schemas.openxmlformats.org/officeDocument/2006/relationships/notesSlide" Target="/ppt/notesSlides/notesSlide14.xml" Id="R2772ab83659d4b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c24731994dae" /><Relationship Type="http://schemas.openxmlformats.org/officeDocument/2006/relationships/image" Target="/ppt/media/image49.png" Id="Rd3996c4fc3444f5b" /><Relationship Type="http://schemas.openxmlformats.org/officeDocument/2006/relationships/image" Target="/ppt/media/image50.png" Id="Rc4816463ef294380" /><Relationship Type="http://schemas.openxmlformats.org/officeDocument/2006/relationships/image" Target="/ppt/media/image51.png" Id="R20f9d5093d57497f" /><Relationship Type="http://schemas.openxmlformats.org/officeDocument/2006/relationships/notesSlide" Target="/ppt/notesSlides/notesSlide15.xml" Id="R20a3fe8fd3fd4d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9a6dd172b429d" /><Relationship Type="http://schemas.openxmlformats.org/officeDocument/2006/relationships/image" Target="/ppt/media/image52.png" Id="R7725fe3535b14dcb" /><Relationship Type="http://schemas.openxmlformats.org/officeDocument/2006/relationships/image" Target="/ppt/media/image53.png" Id="R72f4c085857146f5" /><Relationship Type="http://schemas.openxmlformats.org/officeDocument/2006/relationships/notesSlide" Target="/ppt/notesSlides/notesSlide16.xml" Id="R27fbc17ce8fb44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F0DD7-B585-499C-8DDD-E24A6C9F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129038   mtanh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EF29A-6D0B-41B6-BA9F-B2AA8CB9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10ff1598c492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AFECA-AAB9-49C1-AC34-F9DF85D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62E0E-1DD1-42C3-A55D-50CE9C8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3b6fc22aa40fc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38dd678754684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28b2c111c4685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CC007-F541-448D-B0E5-998BE87A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A6398-E57E-4283-A595-6331D13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B8FE-2328-45B5-A24F-0A7DF4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403544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256E7-85FF-49BB-B7D2-D5BB09B0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129038   mtanh   NCSCAL = 1,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55345-1ED8-44D1-9456-1E21A36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ada388df44bf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98b5eaf4f4ac1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4a36ce8594485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DA547-FABA-4106-8118-C1276090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C2D5D-5EA6-4110-A93B-94F6994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2/16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B89B4-8A17-4C1B-BA11-AA195D33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96532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07793-55F5-43C2-BB7D-8A62BB7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129038   mtanh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3DFC5-B851-4582-9713-3AA597F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d7300b25499c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E2402-D208-46D6-904B-6584ED36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CECF0-3952-4CB3-AC6F-681306F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f674fe7854801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2de233e4f46b3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68e703406461d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F545F-E175-4AD9-AD62-701D5EE0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D3D0B-4E57-4785-A6C0-F8043BE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3/16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CBB3F-125B-43A6-8BA6-213CDA37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959916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125FB-4168-46DF-88D0-5AA6893A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129038   mtanh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7236-1536-4A84-AA36-A27820B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e62cfe184288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7b3929d6a4397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514a448424065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3F3E4-04BE-4388-9829-49F1EDF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9FED1-8CC9-4AD1-A330-366461F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4/16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430F8-2F7E-44D0-B44B-5752061C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115130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FFDFA-2AEA-4D3C-9CBB-E864E82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129038   mtanh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0ACE1-22EA-4A8A-9F46-939845DE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13/14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d86251d04440c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5319C-ACC0-4913-8814-479A9CF8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72FA-1807-4E89-9F2F-8389A603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7b324184d4015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8fe8160454fe3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3ae25fa6b45a1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77F3E-F4D9-4EF4-93E6-FC18117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CB48F-77BC-4D14-BDFD-5863D59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5/16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1B6C-FF6E-4874-97B0-BB0A5D7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550160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1A323-D6F2-49A8-A1FE-B83AA8B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129038   mtanh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755B9-DFBD-4AD2-9FAC-F9F1F4B1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13/14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32c73993d4526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2c678ccbd43e5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405ba07e1434f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869B-77C6-42E9-8325-68E4E71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FD7A-0EA6-4FE5-9691-E2E662C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6/16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22F38-2D72-4B22-B22E-EF3D4DB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057906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5D613-CDCA-4038-8669-CCEEF48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129038   mtanh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214BA-FDE2-41B0-A96A-606AC4A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13/14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f8a83a729455e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EC835-7D32-46D8-9C72-EB7D654F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DA164-6C4D-44FD-AC38-A3F7FA8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c75bf352343e2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0e23ec13d4ab5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b16367c6248d1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82432-867A-43CA-BDDA-D6EDE79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DA141-87C2-4D1E-A529-43E2C693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7/16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5C04E-580E-4827-865C-0C68BDE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557976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1861B-DF89-4D51-81A0-D0A5839B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129038   mtanh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421E-EDCC-4A53-9BDC-516BBD15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13/14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afeb5a8b445d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07cb3491b4bfe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527a6d2884fdc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96811-05B8-471E-BE99-5B838F91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502B6-7D65-4F97-9335-7A3D0FA0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8/16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3175-6A5B-4970-8CFA-C1EBD5D7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255122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FEBD8-0E0D-40AE-8778-59CAFC2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66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129038   mtanh pressure chains across solver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3760E-7585-4E10-82B9-4923D0D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0550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Marker border identifies the solver variant. Marker fill matches that scaling type/factor in every profile, trace and bar.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3c1a9138749c6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6977A-23D8-443B-8C49-2AE62E0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○  NCSCAL 1 / warmup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12D0D-AADE-4E72-8F34-83E39F7C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382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○  NCSCAL 4 / warmup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5D62-FDCB-4EFD-AFAE-1A974C2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382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○  NCSCAL 4 / warmup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AF5CD-5916-40B8-93C2-43E2F31F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4382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○  NCSCAL 4 / warmup 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9d6e708974d88"/>
          <a:stretch xmlns:a="http://schemas.openxmlformats.org/drawingml/2006/main"/>
        </p:blipFill>
        <p:spPr>
          <a:xfrm xmlns:a="http://schemas.openxmlformats.org/drawingml/2006/main">
            <a:off x="290513" y="1819275"/>
            <a:ext cx="14620875" cy="5848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12E44-F7EF-4AD0-AE33-338BB4F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 ×: solver reports nonconvergence.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6B2EE-FAE3-427B-AE85-C4464CB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9/16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56D97-3BB0-4772-AE9A-D749B55F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Coverage: N1/W0 1/14    N1/W1 0/14    N1/W2 0/14    N4/W0 14/14    N4/W1 13/14    N4/W2 13/14 saved results. Missing outputs remain unclassified.</a:t>
            </a:r>
          </a:p>
        </p:txBody>
      </p:sp>
    </p:spTree>
    <p:extLst>
      <p:ext uri="{BB962C8B-B14F-4D97-AF65-F5344CB8AC3E}">
        <p14:creationId xmlns:p14="http://schemas.microsoft.com/office/powerpoint/2010/main" val="1931065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5F82B-DF36-4CA2-A64F-09E4CCBB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129038   apply_omX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3E62D-B3FB-4806-BDE2-A603848F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a1236fafd4354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1F70D-88B4-4C2E-9A70-393E966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4A09C-E626-4972-8721-6ED41920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482b49aa5487e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9440de77a4186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e440ae93b4f79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0CA78-0865-4BD9-8AD2-010E73E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803DB-B083-41D0-A9A7-561EB11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10/16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A344E-8D20-484D-9040-2BBB63C6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491648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0D8E4-58C9-40A5-84C5-57672E5B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129038   apply_omX   NCSCAL = 4, warmup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A16B0-E257-4273-BD7C-C05520C0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0b959e6fa4c3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b276421184cb2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985bf4294862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04F6D-450C-4374-A5AF-26B08591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9F38F-F702-43B5-961B-61B8C3D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11/16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0AAF-548A-458C-B18C-64E48C54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8891838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A105F-DF03-4BD5-825F-C74D41C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129038   apply_omX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8737-2A17-4778-9A6B-CC2725A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874077ffe46cf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2A137-E84D-4B0F-A9D5-DC196FA7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BB37F-A7BC-4092-8BFA-EDBD3E7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18baeec504456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24a6eb95d48fb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31c13a93840c3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2083B-DBA4-486C-84D4-B26B00C1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DF1C-BB6F-4AE3-BC5E-5E09557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12/16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86327-3F44-47A6-A720-592AD61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1873224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37BD4-48D7-49E7-BD5A-E5AF940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129038   apply_omX   NCSCAL = 4, warmup =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6B380-8446-456F-96D1-C374E98C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750fde50f42d0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d482116cc47aa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e3ec387174899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9E150-8642-4764-8E97-600DBF38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54D9D-0BEB-4FC7-B6A0-D9F6A9DF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13/16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62D72-9CF5-44E4-AB04-82403D1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12402758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67561-76FC-4DE7-BD02-5017F0F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129038   apply_omX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A30F9-A0A2-4299-A273-78682F2D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Transformations and error traces     14/14 saved results     I-star mix 0.05     Ip tolerance 0.2%     BS/q tolerance 1%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57524719f4612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10F01-CD71-4A07-A3BC-0B913F74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192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Saved transformation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6C4A7-4DEE-4C52-B3C9-6F31F034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92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errors (relative fractions)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a8f189f01449a"/>
          <a:stretch xmlns:a="http://schemas.openxmlformats.org/drawingml/2006/main"/>
        </p:blipFill>
        <p:spPr>
          <a:xfrm xmlns:a="http://schemas.openxmlformats.org/drawingml/2006/main">
            <a:off x="714375" y="17907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a6e3711034639"/>
          <a:stretch xmlns:a="http://schemas.openxmlformats.org/drawingml/2006/main"/>
        </p:blipFill>
        <p:spPr>
          <a:xfrm xmlns:a="http://schemas.openxmlformats.org/drawingml/2006/main">
            <a:off x="714375" y="4762500"/>
            <a:ext cx="5715000" cy="28575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8066a97f64345"/>
          <a:stretch xmlns:a="http://schemas.openxmlformats.org/drawingml/2006/main"/>
        </p:blipFill>
        <p:spPr>
          <a:xfrm xmlns:a="http://schemas.openxmlformats.org/drawingml/2006/main">
            <a:off x="7478526" y="1762125"/>
            <a:ext cx="7236199" cy="600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6F6EB-F4C1-4A72-BAEB-B36DB053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color per scaling type/factor across all plots. Profiles: solid electrons, dashed ions where shown. Black curves: reference profiles.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382AB-F127-4E7E-BA37-FCE427D3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14/16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E940E-7BDE-4BD8-91A7-0AB0DDB7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Amplitude change may be set to zero by the stopping rule. BS/q traces measure successive change.</a:t>
            </a:r>
          </a:p>
        </p:txBody>
      </p:sp>
    </p:spTree>
    <p:extLst>
      <p:ext uri="{BB962C8B-B14F-4D97-AF65-F5344CB8AC3E}">
        <p14:creationId xmlns:p14="http://schemas.microsoft.com/office/powerpoint/2010/main" val="412039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8075C-5195-4A9D-9CFF-D7927745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71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129038   apply_omX   NCSCAL = 4, warmup =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6D02E-F574-4554-9176-8E73E9F7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81025"/>
            <a:ext cx="1466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Iteration counts and pressure response     14/14 saved results     Bars label the number of iterations, including 00     Hatched bars / × = nonconverged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96c4fc3444f5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16463ef294380"/>
          <a:stretch xmlns:a="http://schemas.openxmlformats.org/drawingml/2006/main"/>
        </p:blipFill>
        <p:spPr>
          <a:xfrm xmlns:a="http://schemas.openxmlformats.org/drawingml/2006/main">
            <a:off x="1528763" y="1390650"/>
            <a:ext cx="12144375" cy="16573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9d5093d57497f"/>
          <a:stretch xmlns:a="http://schemas.openxmlformats.org/drawingml/2006/main"/>
        </p:blipFill>
        <p:spPr>
          <a:xfrm xmlns:a="http://schemas.openxmlformats.org/drawingml/2006/main">
            <a:off x="1564481" y="3067050"/>
            <a:ext cx="12072938" cy="48291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4AD6-9519-4FE4-8148-1885D469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Pressure chains: q and shear versus solved pressure / source pressure at the three Chapman points. Lines join each scaling type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6C632-9F68-42F1-ABED-836E03D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15/16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CF049-538C-447C-9157-41CA55D3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</a:t>
            </a:r>
          </a:p>
        </p:txBody>
      </p:sp>
    </p:spTree>
    <p:extLst>
      <p:ext uri="{BB962C8B-B14F-4D97-AF65-F5344CB8AC3E}">
        <p14:creationId xmlns:p14="http://schemas.microsoft.com/office/powerpoint/2010/main" val="21093318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555BF-AF5E-49E8-AA68-A70BEE7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33350"/>
            <a:ext cx="1466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63B"/>
                </a:solidFill>
                <a:latin typeface="Arial"/>
                <a:ea typeface="Arial"/>
                <a:cs typeface="Arial"/>
              </a:rPr>
              <a:t>129038   apply_omX pressure chains across solver 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6D3C9-7AB7-4132-8C18-65BCDD9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90550"/>
            <a:ext cx="1462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6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63B"/>
                </a:solidFill>
                <a:latin typeface="Arial"/>
                <a:ea typeface="Arial"/>
                <a:cs typeface="Arial"/>
              </a:rPr>
              <a:t>Marker border identifies the solver variant. Marker fill matches that scaling type/factor in every profile, trace and bar.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5fe3535b14dcb"/>
          <a:stretch xmlns:a="http://schemas.openxmlformats.org/drawingml/2006/main"/>
        </p:blipFill>
        <p:spPr>
          <a:xfrm xmlns:a="http://schemas.openxmlformats.org/drawingml/2006/main">
            <a:off x="1980165" y="895350"/>
            <a:ext cx="11193946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A3F41-62D5-46DE-B7CA-F331531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479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○  NCSCAL 4 / warmup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E69B9-4F6F-40F7-B5CF-88F64AF4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250" y="1438275"/>
            <a:ext cx="479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C79A7"/>
                </a:solidFill>
                <a:latin typeface="Arial"/>
                <a:ea typeface="Arial"/>
                <a:cs typeface="Arial"/>
              </a:rPr>
              <a:t>○  NCSCAL 4 / warmup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35A33-297F-4653-A83C-EED63223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1438275"/>
            <a:ext cx="479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B4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4513"/>
                </a:solidFill>
                <a:latin typeface="Arial"/>
                <a:ea typeface="Arial"/>
                <a:cs typeface="Arial"/>
              </a:rPr>
              <a:t>○  NCSCAL 4 / warmup 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4c085857146f5"/>
          <a:stretch xmlns:a="http://schemas.openxmlformats.org/drawingml/2006/main"/>
        </p:blipFill>
        <p:spPr>
          <a:xfrm xmlns:a="http://schemas.openxmlformats.org/drawingml/2006/main">
            <a:off x="290513" y="1819275"/>
            <a:ext cx="14620875" cy="5848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E454B-429C-4A11-A5AE-4A89D96C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991475"/>
            <a:ext cx="1462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Star: source equilibrium. Hollow diamond: fitted baseline pressure at source q/shear. ×: solver reports nonconvergence.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5927E-F8AC-4CB2-8A18-AF3D0C34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27722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16/16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5E4BB-C86A-4107-A1DF-802E7D37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67700"/>
            <a:ext cx="1400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Coverage: N1/W0 0/14    N1/W1 0/14    N1/W2 0/14    N4/W0 14/14    N4/W1 14/14    N4/W2 14/14 saved results. Missing outputs remain unclassified.</a:t>
            </a:r>
          </a:p>
        </p:txBody>
      </p:sp>
    </p:spTree>
    <p:extLst>
      <p:ext uri="{BB962C8B-B14F-4D97-AF65-F5344CB8AC3E}">
        <p14:creationId xmlns:p14="http://schemas.microsoft.com/office/powerpoint/2010/main" val="17593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2026-09-25T18:21:21.5750000Z</dcterms:created>
  <dcterms:modified xsi:type="dcterms:W3CDTF">2026-09-25T18:21:21.5750000Z</dcterms:modified>
</coreProperties>
</file>