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b3907104b44a2" /><Relationship Type="http://schemas.openxmlformats.org/officeDocument/2006/relationships/extended-properties" Target="/docProps/app.xml" Id="R582d891b5f1743ba" /><Relationship Type="http://schemas.openxmlformats.org/officeDocument/2006/relationships/officeDocument" Target="/ppt/presentation.xml" Id="R9bd0147e9d1d4c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bdc53c1c2d4dda"/>
  </p:sldMasterIdLst>
  <p:notesMasterIdLst>
    <p:notesMasterId xmlns:r="http://schemas.openxmlformats.org/officeDocument/2006/relationships" r:id="R89f08937395c4dff"/>
  </p:notesMasterIdLst>
  <p:sldIdLst>
    <p:sldId xmlns:r="http://schemas.openxmlformats.org/officeDocument/2006/relationships" id="256" r:id="R1b4ad7c5f27f43f4"/>
    <p:sldId xmlns:r="http://schemas.openxmlformats.org/officeDocument/2006/relationships" id="257" r:id="Rcce84d6f316344fe"/>
    <p:sldId xmlns:r="http://schemas.openxmlformats.org/officeDocument/2006/relationships" id="258" r:id="R1755f163c7224f41"/>
    <p:sldId xmlns:r="http://schemas.openxmlformats.org/officeDocument/2006/relationships" id="259" r:id="R75e910ac34ec476f"/>
    <p:sldId xmlns:r="http://schemas.openxmlformats.org/officeDocument/2006/relationships" id="260" r:id="R5118dc1364134a4b"/>
    <p:sldId xmlns:r="http://schemas.openxmlformats.org/officeDocument/2006/relationships" id="261" r:id="R15d64be5feb147db"/>
    <p:sldId xmlns:r="http://schemas.openxmlformats.org/officeDocument/2006/relationships" id="262" r:id="R6a0f7165e3474267"/>
    <p:sldId xmlns:r="http://schemas.openxmlformats.org/officeDocument/2006/relationships" id="263" r:id="Rd34fe69a464642ff"/>
    <p:sldId xmlns:r="http://schemas.openxmlformats.org/officeDocument/2006/relationships" id="264" r:id="R15f85f04830d4884"/>
    <p:sldId xmlns:r="http://schemas.openxmlformats.org/officeDocument/2006/relationships" id="265" r:id="R9ddd006a0ef2496d"/>
    <p:sldId xmlns:r="http://schemas.openxmlformats.org/officeDocument/2006/relationships" id="266" r:id="Rb40325915cc8431a"/>
    <p:sldId xmlns:r="http://schemas.openxmlformats.org/officeDocument/2006/relationships" id="267" r:id="Rdf64ac47ca854f91"/>
    <p:sldId xmlns:r="http://schemas.openxmlformats.org/officeDocument/2006/relationships" id="268" r:id="R3585dc2fe77240f4"/>
    <p:sldId xmlns:r="http://schemas.openxmlformats.org/officeDocument/2006/relationships" id="269" r:id="Re587f6c5ebe244dd"/>
    <p:sldId xmlns:r="http://schemas.openxmlformats.org/officeDocument/2006/relationships" id="270" r:id="R618c9a940388406b"/>
    <p:sldId xmlns:r="http://schemas.openxmlformats.org/officeDocument/2006/relationships" id="271" r:id="R65430a3db8da4c89"/>
    <p:sldId xmlns:r="http://schemas.openxmlformats.org/officeDocument/2006/relationships" id="272" r:id="R05e3acefba9f403f"/>
    <p:sldId xmlns:r="http://schemas.openxmlformats.org/officeDocument/2006/relationships" id="273" r:id="Rcf3be81e929d4b19"/>
    <p:sldId xmlns:r="http://schemas.openxmlformats.org/officeDocument/2006/relationships" id="274" r:id="Ra8550234a937418a"/>
    <p:sldId xmlns:r="http://schemas.openxmlformats.org/officeDocument/2006/relationships" id="275" r:id="Redf7369cf1014103"/>
    <p:sldId xmlns:r="http://schemas.openxmlformats.org/officeDocument/2006/relationships" id="276" r:id="R7fad115507dd44bf"/>
    <p:sldId xmlns:r="http://schemas.openxmlformats.org/officeDocument/2006/relationships" id="277" r:id="Rff2fe440f9d9426b"/>
    <p:sldId xmlns:r="http://schemas.openxmlformats.org/officeDocument/2006/relationships" id="278" r:id="R84f5c09e5ecc415c"/>
    <p:sldId xmlns:r="http://schemas.openxmlformats.org/officeDocument/2006/relationships" id="279" r:id="Rf6f119c8b63448f1"/>
    <p:sldId xmlns:r="http://schemas.openxmlformats.org/officeDocument/2006/relationships" id="280" r:id="R55926164619b46e0"/>
    <p:sldId xmlns:r="http://schemas.openxmlformats.org/officeDocument/2006/relationships" id="281" r:id="R15f636a650d946e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6468267214cf0" /><Relationship Type="http://schemas.openxmlformats.org/officeDocument/2006/relationships/slideMaster" Target="/ppt/slideMasters/slideMaster1.xml" Id="R09bdc53c1c2d4dda" /><Relationship Type="http://schemas.openxmlformats.org/officeDocument/2006/relationships/notesMaster" Target="/ppt/notesMasters/notesMaster1.xml" Id="R89f08937395c4dff" /><Relationship Type="http://schemas.openxmlformats.org/officeDocument/2006/relationships/presProps" Target="/ppt/presProps.xml" Id="R4e18125adabc4e96" /><Relationship Type="http://schemas.openxmlformats.org/officeDocument/2006/relationships/tableStyles" Target="/ppt/tableStyles.xml" Id="Rf95206fc6edc45d9" /><Relationship Type="http://schemas.openxmlformats.org/officeDocument/2006/relationships/slide" Target="/ppt/slides/slide1.xml" Id="R1b4ad7c5f27f43f4" /><Relationship Type="http://schemas.openxmlformats.org/officeDocument/2006/relationships/slide" Target="/ppt/slides/slide2.xml" Id="Rcce84d6f316344fe" /><Relationship Type="http://schemas.openxmlformats.org/officeDocument/2006/relationships/slide" Target="/ppt/slides/slide3.xml" Id="R1755f163c7224f41" /><Relationship Type="http://schemas.openxmlformats.org/officeDocument/2006/relationships/slide" Target="/ppt/slides/slide4.xml" Id="R75e910ac34ec476f" /><Relationship Type="http://schemas.openxmlformats.org/officeDocument/2006/relationships/slide" Target="/ppt/slides/slide5.xml" Id="R5118dc1364134a4b" /><Relationship Type="http://schemas.openxmlformats.org/officeDocument/2006/relationships/slide" Target="/ppt/slides/slide6.xml" Id="R15d64be5feb147db" /><Relationship Type="http://schemas.openxmlformats.org/officeDocument/2006/relationships/slide" Target="/ppt/slides/slide7.xml" Id="R6a0f7165e3474267" /><Relationship Type="http://schemas.openxmlformats.org/officeDocument/2006/relationships/slide" Target="/ppt/slides/slide8.xml" Id="Rd34fe69a464642ff" /><Relationship Type="http://schemas.openxmlformats.org/officeDocument/2006/relationships/slide" Target="/ppt/slides/slide9.xml" Id="R15f85f04830d4884" /><Relationship Type="http://schemas.openxmlformats.org/officeDocument/2006/relationships/slide" Target="/ppt/slides/slide10.xml" Id="R9ddd006a0ef2496d" /><Relationship Type="http://schemas.openxmlformats.org/officeDocument/2006/relationships/slide" Target="/ppt/slides/slide11.xml" Id="Rb40325915cc8431a" /><Relationship Type="http://schemas.openxmlformats.org/officeDocument/2006/relationships/slide" Target="/ppt/slides/slide12.xml" Id="Rdf64ac47ca854f91" /><Relationship Type="http://schemas.openxmlformats.org/officeDocument/2006/relationships/slide" Target="/ppt/slides/slide13.xml" Id="R3585dc2fe77240f4" /><Relationship Type="http://schemas.openxmlformats.org/officeDocument/2006/relationships/slide" Target="/ppt/slides/slide14.xml" Id="Re587f6c5ebe244dd" /><Relationship Type="http://schemas.openxmlformats.org/officeDocument/2006/relationships/slide" Target="/ppt/slides/slide15.xml" Id="R618c9a940388406b" /><Relationship Type="http://schemas.openxmlformats.org/officeDocument/2006/relationships/slide" Target="/ppt/slides/slide16.xml" Id="R65430a3db8da4c89" /><Relationship Type="http://schemas.openxmlformats.org/officeDocument/2006/relationships/slide" Target="/ppt/slides/slide17.xml" Id="R05e3acefba9f403f" /><Relationship Type="http://schemas.openxmlformats.org/officeDocument/2006/relationships/slide" Target="/ppt/slides/slide18.xml" Id="Rcf3be81e929d4b19" /><Relationship Type="http://schemas.openxmlformats.org/officeDocument/2006/relationships/slide" Target="/ppt/slides/slide19.xml" Id="Ra8550234a937418a" /><Relationship Type="http://schemas.openxmlformats.org/officeDocument/2006/relationships/slide" Target="/ppt/slides/slide20.xml" Id="Redf7369cf1014103" /><Relationship Type="http://schemas.openxmlformats.org/officeDocument/2006/relationships/slide" Target="/ppt/slides/slide21.xml" Id="R7fad115507dd44bf" /><Relationship Type="http://schemas.openxmlformats.org/officeDocument/2006/relationships/slide" Target="/ppt/slides/slide22.xml" Id="Rff2fe440f9d9426b" /><Relationship Type="http://schemas.openxmlformats.org/officeDocument/2006/relationships/slide" Target="/ppt/slides/slide23.xml" Id="R84f5c09e5ecc415c" /><Relationship Type="http://schemas.openxmlformats.org/officeDocument/2006/relationships/slide" Target="/ppt/slides/slide24.xml" Id="Rf6f119c8b63448f1" /><Relationship Type="http://schemas.openxmlformats.org/officeDocument/2006/relationships/slide" Target="/ppt/slides/slide25.xml" Id="R55926164619b46e0" /><Relationship Type="http://schemas.openxmlformats.org/officeDocument/2006/relationships/slide" Target="/ppt/slides/slide26.xml" Id="R15f636a650d946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11bb56cdba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180ef5d74a47df" /><Relationship Type="http://schemas.openxmlformats.org/officeDocument/2006/relationships/notesMaster" Target="/ppt/notesMasters/notesMaster1.xml" Id="Ra30f6d05b63843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d395edadd648c1" /><Relationship Type="http://schemas.openxmlformats.org/officeDocument/2006/relationships/notesMaster" Target="/ppt/notesMasters/notesMaster1.xml" Id="R9dd5041cc43b4a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3aa228793d43d9" /><Relationship Type="http://schemas.openxmlformats.org/officeDocument/2006/relationships/notesMaster" Target="/ppt/notesMasters/notesMaster1.xml" Id="R55cef4b96c094a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05b1bd130643e7" /><Relationship Type="http://schemas.openxmlformats.org/officeDocument/2006/relationships/notesMaster" Target="/ppt/notesMasters/notesMaster1.xml" Id="R2ad38ff46bfe4c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bdb7010945436f" /><Relationship Type="http://schemas.openxmlformats.org/officeDocument/2006/relationships/notesMaster" Target="/ppt/notesMasters/notesMaster1.xml" Id="R5bd74fa6025948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8ba8c87aa945d3" /><Relationship Type="http://schemas.openxmlformats.org/officeDocument/2006/relationships/notesMaster" Target="/ppt/notesMasters/notesMaster1.xml" Id="R029513507d0441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563b9f8bc24a7f" /><Relationship Type="http://schemas.openxmlformats.org/officeDocument/2006/relationships/notesMaster" Target="/ppt/notesMasters/notesMaster1.xml" Id="Rddcf63e7f86b43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c966c77108477c" /><Relationship Type="http://schemas.openxmlformats.org/officeDocument/2006/relationships/notesMaster" Target="/ppt/notesMasters/notesMaster1.xml" Id="Rdf6a0bbe406442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e0afb36ef34167" /><Relationship Type="http://schemas.openxmlformats.org/officeDocument/2006/relationships/notesMaster" Target="/ppt/notesMasters/notesMaster1.xml" Id="Rf2c95d6d6ff843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9c49989e5841e1" /><Relationship Type="http://schemas.openxmlformats.org/officeDocument/2006/relationships/notesMaster" Target="/ppt/notesMasters/notesMaster1.xml" Id="R082f68dc26e04f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a01d1fd69e47eb" /><Relationship Type="http://schemas.openxmlformats.org/officeDocument/2006/relationships/notesMaster" Target="/ppt/notesMasters/notesMaster1.xml" Id="R68a02ac53d4c4b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dc97ffd81d41bd" /><Relationship Type="http://schemas.openxmlformats.org/officeDocument/2006/relationships/notesMaster" Target="/ppt/notesMasters/notesMaster1.xml" Id="R7bcf9e2efdaf40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2aa42b598d4f7e" /><Relationship Type="http://schemas.openxmlformats.org/officeDocument/2006/relationships/notesMaster" Target="/ppt/notesMasters/notesMaster1.xml" Id="R79bbfd8488074a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b61325c0594252" /><Relationship Type="http://schemas.openxmlformats.org/officeDocument/2006/relationships/notesMaster" Target="/ppt/notesMasters/notesMaster1.xml" Id="Re994dd25dda546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13014bbe4346b4" /><Relationship Type="http://schemas.openxmlformats.org/officeDocument/2006/relationships/notesMaster" Target="/ppt/notesMasters/notesMaster1.xml" Id="R85924b399ea246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a7a481e3264776" /><Relationship Type="http://schemas.openxmlformats.org/officeDocument/2006/relationships/notesMaster" Target="/ppt/notesMasters/notesMaster1.xml" Id="R02c8ed0e2fff45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fd36bec0014808" /><Relationship Type="http://schemas.openxmlformats.org/officeDocument/2006/relationships/notesMaster" Target="/ppt/notesMasters/notesMaster1.xml" Id="R119e639098084b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1ef481b43e404a" /><Relationship Type="http://schemas.openxmlformats.org/officeDocument/2006/relationships/notesMaster" Target="/ppt/notesMasters/notesMaster1.xml" Id="R8e8ce6e96dfe46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ac8de307d74f59" /><Relationship Type="http://schemas.openxmlformats.org/officeDocument/2006/relationships/notesMaster" Target="/ppt/notesMasters/notesMaster1.xml" Id="Re3d93ffe24bd48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8036b756a14a02" /><Relationship Type="http://schemas.openxmlformats.org/officeDocument/2006/relationships/notesMaster" Target="/ppt/notesMasters/notesMaster1.xml" Id="R3633bff2849f4b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e2a8de92b94089" /><Relationship Type="http://schemas.openxmlformats.org/officeDocument/2006/relationships/notesMaster" Target="/ppt/notesMasters/notesMaster1.xml" Id="R5ce046c8fcec46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4672842a564b5c" /><Relationship Type="http://schemas.openxmlformats.org/officeDocument/2006/relationships/notesMaster" Target="/ppt/notesMasters/notesMaster1.xml" Id="R543487d4835f41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1e86c0b20184f2a" /><Relationship Type="http://schemas.openxmlformats.org/officeDocument/2006/relationships/notesMaster" Target="/ppt/notesMasters/notesMaster1.xml" Id="R7d73efa45eca4c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48ac945e9984580" /><Relationship Type="http://schemas.openxmlformats.org/officeDocument/2006/relationships/notesMaster" Target="/ppt/notesMasters/notesMaster1.xml" Id="R6eb14e699f1845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b4f885111442e7" /><Relationship Type="http://schemas.openxmlformats.org/officeDocument/2006/relationships/notesMaster" Target="/ppt/notesMasters/notesMaster1.xml" Id="R248712934aa049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31acd2446e84881" /><Relationship Type="http://schemas.openxmlformats.org/officeDocument/2006/relationships/notesMaster" Target="/ppt/notesMasters/notesMaster1.xml" Id="R755c904f98964d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"n1w0",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"#0072B2",</a:t>
            </a:r>
          </a:p>
          <a:p xmlns:a="http://schemas.openxmlformats.org/drawingml/2006/main">
            <a:r>
              <a:t>    "root": "C:\\Users\\joesc\\git\\cheaseBS_tests\\data\\129015_129038\\pm0.2_ncscal1_warmup0\\129015",</a:t>
            </a:r>
          </a:p>
          <a:p xmlns:a="http://schemas.openxmlformats.org/drawingml/2006/main">
            <a:r>
              <a:t>    "count": 10,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6,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0.20105623323824195,</a:t>
            </a:r>
          </a:p>
          <a:p xmlns:a="http://schemas.openxmlformats.org/drawingml/2006/main">
            <a:r>
              <a:t>          "final_amplitude_next": 0.20105623323824195,</a:t>
            </a:r>
          </a:p>
          <a:p xmlns:a="http://schemas.openxmlformats.org/drawingml/2006/main">
            <a:r>
              <a:t>          "final_bootstrap_change_rel": 0.002089626952886079,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"/pscratch/sd/j/joeschm/cheaseBS_runs/20260924/20260924_23-23-19-129015_Te_ped_scale_0.900/iteration_05/artifacts/EQDSK_COCOS_02_POS_SOURCE_SIGNS.OUT",</a:t>
            </a:r>
          </a:p>
          <a:p xmlns:a="http://schemas.openxmlformats.org/drawingml/2006/main">
            <a:r>
              <a:t>          "final_ip_a": 755055.5646,</a:t>
            </a:r>
          </a:p>
          <a:p xmlns:a="http://schemas.openxmlformats.org/drawingml/2006/main">
            <a:r>
              <a:t>          "final_ip_error_a": 1147.2626000000164,</a:t>
            </a:r>
          </a:p>
          <a:p xmlns:a="http://schemas.openxmlformats.org/drawingml/2006/main">
            <a:r>
              <a:t>          "final_ip_error_rel": 0.0015217535036509207,</a:t>
            </a:r>
          </a:p>
          <a:p xmlns:a="http://schemas.openxmlformats.org/drawingml/2006/main">
            <a:r>
              <a:t>          "final_iteration": 5,</a:t>
            </a:r>
          </a:p>
          <a:p xmlns:a="http://schemas.openxmlformats.org/drawingml/2006/main">
            <a:r>
              <a:t>          "final_q_change_rel": 0.0026437470034259085,</a:t>
            </a:r>
          </a:p>
          <a:p xmlns:a="http://schemas.openxmlformats.org/drawingml/2006/main">
            <a:r>
              <a:t>          "iterations": 6,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10.051262094338721,</a:t>
            </a:r>
          </a:p>
          <a:p xmlns:a="http://schemas.openxmlformats.org/drawingml/2006/main">
            <a:r>
              <a:t>          "q_report_rel_diff": -0.002923309897109853,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1.011059168492925,</a:t>
            </a:r>
          </a:p>
          <a:p xmlns:a="http://schemas.openxmlformats.org/drawingml/2006/main">
            <a:r>
              <a:t>            "q": 6.9074607786927915,</a:t>
            </a:r>
          </a:p>
          <a:p xmlns:a="http://schemas.openxmlformats.org/drawingml/2006/main">
            <a:r>
              <a:t>            "shear": 3.9054338183023853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1.0051556431631923,</a:t>
            </a:r>
          </a:p>
          <a:p xmlns:a="http://schemas.openxmlformats.org/drawingml/2006/main">
            <a:r>
              <a:t>            "q": 8.02877464430529,</a:t>
            </a:r>
          </a:p>
          <a:p xmlns:a="http://schemas.openxmlformats.org/drawingml/2006/main">
            <a:r>
              <a:t>            "shear": 3.9815336730997584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1.0577752673725531,</a:t>
            </a:r>
          </a:p>
          <a:p xmlns:a="http://schemas.openxmlformats.org/drawingml/2006/main">
            <a:r>
              <a:t>            "q": 10.514476969293211,</a:t>
            </a:r>
          </a:p>
          <a:p xmlns:a="http://schemas.openxmlformats.org/drawingml/2006/main">
            <a:r>
              <a:t>            "shear": 4.17992055462253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0.19929713595132661,</a:t>
            </a:r>
          </a:p>
          <a:p xmlns:a="http://schemas.openxmlformats.org/drawingml/2006/main">
            <a:r>
              <a:t>          "final_amplitude_next": 0.19929713595132661,</a:t>
            </a:r>
          </a:p>
          <a:p xmlns:a="http://schemas.openxmlformats.org/drawingml/2006/main">
            <a:r>
              <a:t>          "final_bootstrap_change_rel": 0.002109944070997756,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"/pscratch/sd/j/joeschm/cheaseBS_runs/20260924/20260924_23-29-07-129015_Te_ped_scale_0.950/iteration_07/artifacts/EQDSK_COCOS_02_POS_SOURCE_SIGNS.OUT",</a:t>
            </a:r>
          </a:p>
          <a:p xmlns:a="http://schemas.openxmlformats.org/drawingml/2006/main">
            <a:r>
              <a:t>          "final_ip_a": 754615.5901,</a:t>
            </a:r>
          </a:p>
          <a:p xmlns:a="http://schemas.openxmlformats.org/drawingml/2006/main">
            <a:r>
              <a:t>          "final_ip_error_a": 707.2881000000052,</a:t>
            </a:r>
          </a:p>
          <a:p xmlns:a="http://schemas.openxmlformats.org/drawingml/2006/main">
            <a:r>
              <a:t>          "final_ip_error_rel": 0.0009381619729132591,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0.0028600541105737974,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10.056386111513385,</a:t>
            </a:r>
          </a:p>
          <a:p xmlns:a="http://schemas.openxmlformats.org/drawingml/2006/main">
            <a:r>
              <a:t>          "q_report_rel_diff": -0.0024150117315071685,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1.0259064207188915,</a:t>
            </a:r>
          </a:p>
          <a:p xmlns:a="http://schemas.openxmlformats.org/drawingml/2006/main">
            <a:r>
              <a:t>            "q": 6.899604970049467,</a:t>
            </a:r>
          </a:p>
          <a:p xmlns:a="http://schemas.openxmlformats.org/drawingml/2006/main">
            <a:r>
              <a:t>            "shear": 3.9078593357088898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1.0196349285598088,</a:t>
            </a:r>
          </a:p>
          <a:p xmlns:a="http://schemas.openxmlformats.org/drawingml/2006/main">
            <a:r>
              <a:t>            "q": 8.021454865277043,</a:t>
            </a:r>
          </a:p>
          <a:p xmlns:a="http://schemas.openxmlformats.org/drawingml/2006/main">
            <a:r>
              <a:t>            "shear": 3.9945476859949203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1.06256781742759,</a:t>
            </a:r>
          </a:p>
          <a:p xmlns:a="http://schemas.openxmlformats.org/drawingml/2006/main">
            <a:r>
              <a:t>            "q": 10.513017165446072,</a:t>
            </a:r>
          </a:p>
          <a:p xmlns:a="http://schemas.openxmlformats.org/drawingml/2006/main">
            <a:r>
              <a:t>            "shear": 4.137170225645195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0.029959294244012127,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0.020969015417578365,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"/pscratch/sd/j/joeschm/cheaseBS_runs/20260924/20260924_23-54-49-129015_Te_ped_scale_1.050/iteration_49/artifacts/EQDSK_COCOS_02_POS_SOURCE_SIGNS.OUT",</a:t>
            </a:r>
          </a:p>
          <a:p xmlns:a="http://schemas.openxmlformats.org/drawingml/2006/main">
            <a:r>
              <a:t>          "final_ip_a": 987958.4359,</a:t>
            </a:r>
          </a:p>
          <a:p xmlns:a="http://schemas.openxmlformats.org/drawingml/2006/main">
            <a:r>
              <a:t>          "final_ip_error_a": 234050.13390000002,</a:t>
            </a:r>
          </a:p>
          <a:p xmlns:a="http://schemas.openxmlformats.org/drawingml/2006/main">
            <a:r>
              <a:t>          "final_ip_error_rel": 0.31044907355324497,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0.02543212357857394,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8.658364487480908,</a:t>
            </a:r>
          </a:p>
          <a:p xmlns:a="http://schemas.openxmlformats.org/drawingml/2006/main">
            <a:r>
              <a:t>          "q_report_rel_diff": -0.14109757323467303,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3.5033970229919618,</a:t>
            </a:r>
          </a:p>
          <a:p xmlns:a="http://schemas.openxmlformats.org/drawingml/2006/main">
            <a:r>
              <a:t>            "q": 6.0011136807409935,</a:t>
            </a:r>
          </a:p>
          <a:p xmlns:a="http://schemas.openxmlformats.org/drawingml/2006/main">
            <a:r>
              <a:t>            "shear": 3.983036677275097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3.5463754952406292,</a:t>
            </a:r>
          </a:p>
          <a:p xmlns:a="http://schemas.openxmlformats.org/drawingml/2006/main">
            <a:r>
              <a:t>            "q": 6.991962056495747,</a:t>
            </a:r>
          </a:p>
          <a:p xmlns:a="http://schemas.openxmlformats.org/drawingml/2006/main">
            <a:r>
              <a:t>            "shear": 4.135211251847076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3.6543670759948332,</a:t>
            </a:r>
          </a:p>
          <a:p xmlns:a="http://schemas.openxmlformats.org/drawingml/2006/main">
            <a:r>
              <a:t>            "q": 8.84268956493103,</a:t>
            </a:r>
          </a:p>
          <a:p xmlns:a="http://schemas.openxmlformats.org/drawingml/2006/main">
            <a:r>
              <a:t>            "shear": 4.771315602156788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10,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0.0936701716161505,</a:t>
            </a:r>
          </a:p>
          <a:p xmlns:a="http://schemas.openxmlformats.org/drawingml/2006/main">
            <a:r>
              <a:t>          "final_amplitude_next": 0.0936701716161505,</a:t>
            </a:r>
          </a:p>
          <a:p xmlns:a="http://schemas.openxmlformats.org/drawingml/2006/main">
            <a:r>
              <a:t>          "final_bootstrap_change_rel": 0.0026833358802827866,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"/pscratch/sd/j/joeschm/cheaseBS_runs/20260925/20260925_01-58-47-129015_ne_ped_scale_0.800/iteration_09/artifacts/EQDSK_COCOS_02_POS_SOURCE_SIGNS.OUT",</a:t>
            </a:r>
          </a:p>
          <a:p xmlns:a="http://schemas.openxmlformats.org/drawingml/2006/main">
            <a:r>
              <a:t>          "final_ip_a": 754238.033,</a:t>
            </a:r>
          </a:p>
          <a:p xmlns:a="http://schemas.openxmlformats.org/drawingml/2006/main">
            <a:r>
              <a:t>          "final_ip_error_a": 329.73100000002887,</a:t>
            </a:r>
          </a:p>
          <a:p xmlns:a="http://schemas.openxmlformats.org/drawingml/2006/main">
            <a:r>
              <a:t>          "final_ip_error_rel": 0.00043736220854088547,</a:t>
            </a:r>
          </a:p>
          <a:p xmlns:a="http://schemas.openxmlformats.org/drawingml/2006/main">
            <a:r>
              <a:t>          "final_iteration": 9,</a:t>
            </a:r>
          </a:p>
          <a:p xmlns:a="http://schemas.openxmlformats.org/drawingml/2006/main">
            <a:r>
              <a:t>          "final_q_change_rel": 0.002381973578119294,</a:t>
            </a:r>
          </a:p>
          <a:p xmlns:a="http://schemas.openxmlformats.org/drawingml/2006/main">
            <a:r>
              <a:t>          "iterations": 10,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10.025197161807625,</a:t>
            </a:r>
          </a:p>
          <a:p xmlns:a="http://schemas.openxmlformats.org/drawingml/2006/main">
            <a:r>
              <a:t>          "q_report_rel_diff": -0.005508929136956163,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0.937746932894395,</a:t>
            </a:r>
          </a:p>
          <a:p xmlns:a="http://schemas.openxmlformats.org/drawingml/2006/main">
            <a:r>
              <a:t>            "q": 6.926586200366465,</a:t>
            </a:r>
          </a:p>
          <a:p xmlns:a="http://schemas.openxmlformats.org/drawingml/2006/main">
            <a:r>
              <a:t>            "shear": 3.8894048211054595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0.9366051248661208,</a:t>
            </a:r>
          </a:p>
          <a:p xmlns:a="http://schemas.openxmlformats.org/drawingml/2006/main">
            <a:r>
              <a:t>            "q": 8.043781917588143,</a:t>
            </a:r>
          </a:p>
          <a:p xmlns:a="http://schemas.openxmlformats.org/drawingml/2006/main">
            <a:r>
              <a:t>            "shear": 3.9475439731009456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0.9708831137857,</a:t>
            </a:r>
          </a:p>
          <a:p xmlns:a="http://schemas.openxmlformats.org/drawingml/2006/main">
            <a:r>
              <a:t>            "q": 10.491383343679036,</a:t>
            </a:r>
          </a:p>
          <a:p xmlns:a="http://schemas.openxmlformats.org/drawingml/2006/main">
            <a:r>
              <a:t>            "shear": 4.290744507162988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0.10245536278773054,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0.05776691980759467,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"/pscratch/sd/j/joeschm/cheaseBS_runs/20260925/20260925_02-06-37-129015_ne_ped_scale_0.900/iteration_49/artifacts/EQDSK_COCOS_02_POS_SOURCE_SIGNS.OUT",</a:t>
            </a:r>
          </a:p>
          <a:p xmlns:a="http://schemas.openxmlformats.org/drawingml/2006/main">
            <a:r>
              <a:t>          "final_ip_a": 770835.5843,</a:t>
            </a:r>
          </a:p>
          <a:p xmlns:a="http://schemas.openxmlformats.org/drawingml/2006/main">
            <a:r>
              <a:t>          "final_ip_error_a": 16927.282299999963,</a:t>
            </a:r>
          </a:p>
          <a:p xmlns:a="http://schemas.openxmlformats.org/drawingml/2006/main">
            <a:r>
              <a:t>          "final_ip_error_rel": 0.02245270711981092,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0.0599209170672977,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11.444917864884442,</a:t>
            </a:r>
          </a:p>
          <a:p xmlns:a="http://schemas.openxmlformats.org/drawingml/2006/main">
            <a:r>
              <a:t>          "q_report_rel_diff": 0.13532616263641295,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2.1182804164907107,</a:t>
            </a:r>
          </a:p>
          <a:p xmlns:a="http://schemas.openxmlformats.org/drawingml/2006/main">
            <a:r>
              <a:t>            "q": 7.690681045633725,</a:t>
            </a:r>
          </a:p>
          <a:p xmlns:a="http://schemas.openxmlformats.org/drawingml/2006/main">
            <a:r>
              <a:t>            "shear": 4.159011160624828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2.1193457520493038,</a:t>
            </a:r>
          </a:p>
          <a:p xmlns:a="http://schemas.openxmlformats.org/drawingml/2006/main">
            <a:r>
              <a:t>            "q": 9.026020308920357,</a:t>
            </a:r>
          </a:p>
          <a:p xmlns:a="http://schemas.openxmlformats.org/drawingml/2006/main">
            <a:r>
              <a:t>            "shear": 4.275838711194059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2.0024958733015628,</a:t>
            </a:r>
          </a:p>
          <a:p xmlns:a="http://schemas.openxmlformats.org/drawingml/2006/main">
            <a:r>
              <a:t>            "q": 11.883397925144,</a:t>
            </a:r>
          </a:p>
          <a:p xmlns:a="http://schemas.openxmlformats.org/drawingml/2006/main">
            <a:r>
              <a:t>            "shear": 4.084090954821368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0.1992805797548568,</a:t>
            </a:r>
          </a:p>
          <a:p xmlns:a="http://schemas.openxmlformats.org/drawingml/2006/main">
            <a:r>
              <a:t>          "final_amplitude_next": 0.1992805797548568,</a:t>
            </a:r>
          </a:p>
          <a:p xmlns:a="http://schemas.openxmlformats.org/drawingml/2006/main">
            <a:r>
              <a:t>          "final_bootstrap_change_rel": 0.0021738191723745122,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"/pscratch/sd/j/joeschm/cheaseBS_runs/20260925/20260925_02-54-18-129015_ne_ped_scale_0.950/iteration_07/artifacts/EQDSK_COCOS_02_POS_SOURCE_SIGNS.OUT",</a:t>
            </a:r>
          </a:p>
          <a:p xmlns:a="http://schemas.openxmlformats.org/drawingml/2006/main">
            <a:r>
              <a:t>          "final_ip_a": 753502.5574,</a:t>
            </a:r>
          </a:p>
          <a:p xmlns:a="http://schemas.openxmlformats.org/drawingml/2006/main">
            <a:r>
              <a:t>          "final_ip_error_a": -405.74459999997634,</a:t>
            </a:r>
          </a:p>
          <a:p xmlns:a="http://schemas.openxmlformats.org/drawingml/2006/main">
            <a:r>
              <a:t>          "final_ip_error_rel": 0.0005381882636437347,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0.00291550536983946,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10.051671870438287,</a:t>
            </a:r>
          </a:p>
          <a:p xmlns:a="http://schemas.openxmlformats.org/drawingml/2006/main">
            <a:r>
              <a:t>          "q_report_rel_diff": -0.002882660454959803,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1.003169151230763,</a:t>
            </a:r>
          </a:p>
          <a:p xmlns:a="http://schemas.openxmlformats.org/drawingml/2006/main">
            <a:r>
              <a:t>            "q": 6.8942250812990284,</a:t>
            </a:r>
          </a:p>
          <a:p xmlns:a="http://schemas.openxmlformats.org/drawingml/2006/main">
            <a:r>
              <a:t>            "shear": 3.89811555485787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1.003411016205635,</a:t>
            </a:r>
          </a:p>
          <a:p xmlns:a="http://schemas.openxmlformats.org/drawingml/2006/main">
            <a:r>
              <a:t>            "q": 8.012835224532527,</a:t>
            </a:r>
          </a:p>
          <a:p xmlns:a="http://schemas.openxmlformats.org/drawingml/2006/main">
            <a:r>
              <a:t>            "shear": 3.991003607890686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1.0349172090947685,</a:t>
            </a:r>
          </a:p>
          <a:p xmlns:a="http://schemas.openxmlformats.org/drawingml/2006/main">
            <a:r>
              <a:t>            "q": 10.517471032520552,</a:t>
            </a:r>
          </a:p>
          <a:p xmlns:a="http://schemas.openxmlformats.org/drawingml/2006/main">
            <a:r>
              <a:t>            "shear": 4.1935498261594315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0.30404240562282503,</a:t>
            </a:r>
          </a:p>
          <a:p xmlns:a="http://schemas.openxmlformats.org/drawingml/2006/main">
            <a:r>
              <a:t>          "final_amplitude_next": 0.30404240562282503,</a:t>
            </a:r>
          </a:p>
          <a:p xmlns:a="http://schemas.openxmlformats.org/drawingml/2006/main">
            <a:r>
              <a:t>          "final_bootstrap_change_rel": 0.0018514967589226136,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"/pscratch/sd/j/joeschm/cheaseBS_runs/20260925/20260925_03-00-39-129015_ne_ped_scale_1.000/iteration_07/artifacts/EQDSK_COCOS_02_POS_SOURCE_SIGNS.OUT",</a:t>
            </a:r>
          </a:p>
          <a:p xmlns:a="http://schemas.openxmlformats.org/drawingml/2006/main">
            <a:r>
              <a:t>          "final_ip_a": 752953.6595,</a:t>
            </a:r>
          </a:p>
          <a:p xmlns:a="http://schemas.openxmlformats.org/drawingml/2006/main">
            <a:r>
              <a:t>          "final_ip_error_a": -954.6425000000745,</a:t>
            </a:r>
          </a:p>
          <a:p xmlns:a="http://schemas.openxmlformats.org/drawingml/2006/main">
            <a:r>
              <a:t>          "final_ip_error_rel": 0.0012662581078727456,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0.0027024770954773864,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10.068555560921011,</a:t>
            </a:r>
          </a:p>
          <a:p xmlns:a="http://schemas.openxmlformats.org/drawingml/2006/main">
            <a:r>
              <a:t>          "q_report_rel_diff": -0.0012078126532377366,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1.0155930813932248,</a:t>
            </a:r>
          </a:p>
          <a:p xmlns:a="http://schemas.openxmlformats.org/drawingml/2006/main">
            <a:r>
              <a:t>            "q": 6.8838245500150235,</a:t>
            </a:r>
          </a:p>
          <a:p xmlns:a="http://schemas.openxmlformats.org/drawingml/2006/main">
            <a:r>
              <a:t>            "shear": 3.902393411513532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1.0160465316623954,</a:t>
            </a:r>
          </a:p>
          <a:p xmlns:a="http://schemas.openxmlformats.org/drawingml/2006/main">
            <a:r>
              <a:t>            "q": 8.003887720634967,</a:t>
            </a:r>
          </a:p>
          <a:p xmlns:a="http://schemas.openxmlformats.org/drawingml/2006/main">
            <a:r>
              <a:t>            "shear": 4.009926781602313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1.0474459804793685,</a:t>
            </a:r>
          </a:p>
          <a:p xmlns:a="http://schemas.openxmlformats.org/drawingml/2006/main">
            <a:r>
              <a:t>            "q": 10.52859565398719,</a:t>
            </a:r>
          </a:p>
          <a:p xmlns:a="http://schemas.openxmlformats.org/drawingml/2006/main">
            <a:r>
              <a:t>            "shear": 4.116660608137008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0.08923560694007049,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0.010055724128428934,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"/pscratch/sd/j/joeschm/cheaseBS_runs/20260925/20260925_03-06-57-129015_ne_ped_scale_1.050/iteration_49/artifacts/EQDSK_COCOS_02_POS_SOURCE_SIGNS.OUT",</a:t>
            </a:r>
          </a:p>
          <a:p xmlns:a="http://schemas.openxmlformats.org/drawingml/2006/main">
            <a:r>
              <a:t>          "final_ip_a": 913771.2371,</a:t>
            </a:r>
          </a:p>
          <a:p xmlns:a="http://schemas.openxmlformats.org/drawingml/2006/main">
            <a:r>
              <a:t>          "final_ip_error_a": 159862.9351,</a:t>
            </a:r>
          </a:p>
          <a:p xmlns:a="http://schemas.openxmlformats.org/drawingml/2006/main">
            <a:r>
              <a:t>          "final_ip_error_rel": 0.21204559583162674,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0.013836711593847341,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9.151541940951518,</a:t>
            </a:r>
          </a:p>
          <a:p xmlns:a="http://schemas.openxmlformats.org/drawingml/2006/main">
            <a:r>
              <a:t>          "q_report_rel_diff": -0.09217478738703176,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2.690268898470996,</a:t>
            </a:r>
          </a:p>
          <a:p xmlns:a="http://schemas.openxmlformats.org/drawingml/2006/main">
            <a:r>
              <a:t>            "q": 6.846571997926918,</a:t>
            </a:r>
          </a:p>
          <a:p xmlns:a="http://schemas.openxmlformats.org/drawingml/2006/main">
            <a:r>
              <a:t>            "shear": 4.036341705778148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2.7656627764081225,</a:t>
            </a:r>
          </a:p>
          <a:p xmlns:a="http://schemas.openxmlformats.org/drawingml/2006/main">
            <a:r>
              <a:t>            "q": 7.982783194735605,</a:t>
            </a:r>
          </a:p>
          <a:p xmlns:a="http://schemas.openxmlformats.org/drawingml/2006/main">
            <a:r>
              <a:t>            "shear": 4.056206260551334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3.2383016789606995,</a:t>
            </a:r>
          </a:p>
          <a:p xmlns:a="http://schemas.openxmlformats.org/drawingml/2006/main">
            <a:r>
              <a:t>            "q": 9.185961735227714,</a:t>
            </a:r>
          </a:p>
          <a:p xmlns:a="http://schemas.openxmlformats.org/drawingml/2006/main">
            <a:r>
              <a:t>            "shear": 3.3283310048616292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2.5320581760619074,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0.0029319547243603847,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"/pscratch/sd/j/joeschm/cheaseBS_runs/20260925/20260925_03-48-30-129015_ne_ped_scale_1.100/iteration_49/artifacts/EQDSK_COCOS_02_POS_SOURCE_SIGNS.OUT",</a:t>
            </a:r>
          </a:p>
          <a:p xmlns:a="http://schemas.openxmlformats.org/drawingml/2006/main">
            <a:r>
              <a:t>          "final_ip_a": 737674.6983,</a:t>
            </a:r>
          </a:p>
          <a:p xmlns:a="http://schemas.openxmlformats.org/drawingml/2006/main">
            <a:r>
              <a:t>          "final_ip_error_a": -16233.603699999978,</a:t>
            </a:r>
          </a:p>
          <a:p xmlns:a="http://schemas.openxmlformats.org/drawingml/2006/main">
            <a:r>
              <a:t>          "final_ip_error_rel": 0.021532597077038126,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0.006369464066272496,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10.852220042372702,</a:t>
            </a:r>
          </a:p>
          <a:p xmlns:a="http://schemas.openxmlformats.org/drawingml/2006/main">
            <a:r>
              <a:t>          "q_report_rel_diff": 0.07653104043638083,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0.876028376432007,</a:t>
            </a:r>
          </a:p>
          <a:p xmlns:a="http://schemas.openxmlformats.org/drawingml/2006/main">
            <a:r>
              <a:t>            "q": 7.054711570036046,</a:t>
            </a:r>
          </a:p>
          <a:p xmlns:a="http://schemas.openxmlformats.org/drawingml/2006/main">
            <a:r>
              <a:t>            "shear": 3.947184634400777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0.8771313279630301,</a:t>
            </a:r>
          </a:p>
          <a:p xmlns:a="http://schemas.openxmlformats.org/drawingml/2006/main">
            <a:r>
              <a:t>            "q": 8.236312421978107,</a:t>
            </a:r>
          </a:p>
          <a:p xmlns:a="http://schemas.openxmlformats.org/drawingml/2006/main">
            <a:r>
              <a:t>            "shear": 4.460971836260655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0.9708333736927062,</a:t>
            </a:r>
          </a:p>
          <a:p xmlns:a="http://schemas.openxmlformats.org/drawingml/2006/main">
            <a:r>
              <a:t>            "q": 10.903457424204257,</a:t>
            </a:r>
          </a:p>
          <a:p xmlns:a="http://schemas.openxmlformats.org/drawingml/2006/main">
            <a:r>
              <a:t>            "shear": 1.1179762986084476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1.0005148913065642,</a:t>
            </a:r>
          </a:p>
          <a:p xmlns:a="http://schemas.openxmlformats.org/drawingml/2006/main">
            <a:r>
              <a:t>          "final_amplitude_next": 1.0005148913065642,</a:t>
            </a:r>
          </a:p>
          <a:p xmlns:a="http://schemas.openxmlformats.org/drawingml/2006/main">
            <a:r>
              <a:t>          "final_bootstrap_change_rel": 0.00016374126491455144,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"/pscratch/sd/j/joeschm/cheaseBS_runs/20260925/20260925_04-26-16-129015_ne_ped_scale_1.200/iteration_01/artifacts/EQDSK_COCOS_02_POS_SOURCE_SIGNS.OUT",</a:t>
            </a:r>
          </a:p>
          <a:p xmlns:a="http://schemas.openxmlformats.org/drawingml/2006/main">
            <a:r>
              <a:t>          "final_ip_a": 753086.3932,</a:t>
            </a:r>
          </a:p>
          <a:p xmlns:a="http://schemas.openxmlformats.org/drawingml/2006/main">
            <a:r>
              <a:t>          "final_ip_error_a": -821.9087999999756,</a:t>
            </a:r>
          </a:p>
          <a:p xmlns:a="http://schemas.openxmlformats.org/drawingml/2006/main">
            <a:r>
              <a:t>          "final_ip_error_rel": 0.001090197306250085,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0.0006098491605938666,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10.04523787449838,</a:t>
            </a:r>
          </a:p>
          <a:p xmlns:a="http://schemas.openxmlformats.org/drawingml/2006/main">
            <a:r>
              <a:t>          "q_report_rel_diff": -0.003520907405013168,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1.166265854803128,</a:t>
            </a:r>
          </a:p>
          <a:p xmlns:a="http://schemas.openxmlformats.org/drawingml/2006/main">
            <a:r>
              <a:t>            "q": 6.821501225566104,</a:t>
            </a:r>
          </a:p>
          <a:p xmlns:a="http://schemas.openxmlformats.org/drawingml/2006/main">
            <a:r>
              <a:t>            "shear": 3.9169676741620476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1.1642248794448602,</a:t>
            </a:r>
          </a:p>
          <a:p xmlns:a="http://schemas.openxmlformats.org/drawingml/2006/main">
            <a:r>
              <a:t>            "q": 7.938209479383305,</a:t>
            </a:r>
          </a:p>
          <a:p xmlns:a="http://schemas.openxmlformats.org/drawingml/2006/main">
            <a:r>
              <a:t>            "shear": 4.0263489311618335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1.1496219650290171,</a:t>
            </a:r>
          </a:p>
          <a:p xmlns:a="http://schemas.openxmlformats.org/drawingml/2006/main">
            <a:r>
              <a:t>            "q": 10.63724865844564,</a:t>
            </a:r>
          </a:p>
          <a:p xmlns:a="http://schemas.openxmlformats.org/drawingml/2006/main">
            <a:r>
              <a:t>            "shear": 4.607334483906888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"mtanh_n1w0"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"n1w0",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"#0072B2",</a:t>
            </a:r>
          </a:p>
          <a:p xmlns:a="http://schemas.openxmlformats.org/drawingml/2006/main">
            <a:r>
              <a:t>    "root": "C:\\Users\\joesc\\git\\cheaseBS_tests\\data\\129015_129038\\pm0.2_ncscal1_warmup0\\129015",</a:t>
            </a:r>
          </a:p>
          <a:p xmlns:a="http://schemas.openxmlformats.org/drawingml/2006/main">
            <a:r>
              <a:t>    "count": 10,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6,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0.20105623323824195,</a:t>
            </a:r>
          </a:p>
          <a:p xmlns:a="http://schemas.openxmlformats.org/drawingml/2006/main">
            <a:r>
              <a:t>          "final_amplitude_next": 0.20105623323824195,</a:t>
            </a:r>
          </a:p>
          <a:p xmlns:a="http://schemas.openxmlformats.org/drawingml/2006/main">
            <a:r>
              <a:t>          "final_bootstrap_change_rel": 0.002089626952886079,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"/pscratch/sd/j/joeschm/cheaseBS_runs/20260924/20260924_23-23-19-129015_Te_ped_scale_0.900/iteration_05/artifacts/EQDSK_COCOS_02_POS_SOURCE_SIGNS.OUT",</a:t>
            </a:r>
          </a:p>
          <a:p xmlns:a="http://schemas.openxmlformats.org/drawingml/2006/main">
            <a:r>
              <a:t>          "final_ip_a": 755055.5646,</a:t>
            </a:r>
          </a:p>
          <a:p xmlns:a="http://schemas.openxmlformats.org/drawingml/2006/main">
            <a:r>
              <a:t>          "final_ip_error_a": 1147.2626000000164,</a:t>
            </a:r>
          </a:p>
          <a:p xmlns:a="http://schemas.openxmlformats.org/drawingml/2006/main">
            <a:r>
              <a:t>          "final_ip_error_rel": 0.0015217535036509207,</a:t>
            </a:r>
          </a:p>
          <a:p xmlns:a="http://schemas.openxmlformats.org/drawingml/2006/main">
            <a:r>
              <a:t>          "final_iteration": 5,</a:t>
            </a:r>
          </a:p>
          <a:p xmlns:a="http://schemas.openxmlformats.org/drawingml/2006/main">
            <a:r>
              <a:t>          "final_q_change_rel": 0.0026437470034259085,</a:t>
            </a:r>
          </a:p>
          <a:p xmlns:a="http://schemas.openxmlformats.org/drawingml/2006/main">
            <a:r>
              <a:t>          "iterations": 6,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10.051262094338721,</a:t>
            </a:r>
          </a:p>
          <a:p xmlns:a="http://schemas.openxmlformats.org/drawingml/2006/main">
            <a:r>
              <a:t>          "q_report_rel_diff": -0.002923309897109853,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1.011059168492925,</a:t>
            </a:r>
          </a:p>
          <a:p xmlns:a="http://schemas.openxmlformats.org/drawingml/2006/main">
            <a:r>
              <a:t>            "q": 6.9074607786927915,</a:t>
            </a:r>
          </a:p>
          <a:p xmlns:a="http://schemas.openxmlformats.org/drawingml/2006/main">
            <a:r>
              <a:t>            "shear": 3.9054338183023853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1.0051556431631923,</a:t>
            </a:r>
          </a:p>
          <a:p xmlns:a="http://schemas.openxmlformats.org/drawingml/2006/main">
            <a:r>
              <a:t>            "q": 8.02877464430529,</a:t>
            </a:r>
          </a:p>
          <a:p xmlns:a="http://schemas.openxmlformats.org/drawingml/2006/main">
            <a:r>
              <a:t>            "shear": 3.9815336730997584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1.0577752673725531,</a:t>
            </a:r>
          </a:p>
          <a:p xmlns:a="http://schemas.openxmlformats.org/drawingml/2006/main">
            <a:r>
              <a:t>            "q": 10.514476969293211,</a:t>
            </a:r>
          </a:p>
          <a:p xmlns:a="http://schemas.openxmlformats.org/drawingml/2006/main">
            <a:r>
              <a:t>            "shear": 4.17992055462253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0.19929713595132661,</a:t>
            </a:r>
          </a:p>
          <a:p xmlns:a="http://schemas.openxmlformats.org/drawingml/2006/main">
            <a:r>
              <a:t>          "final_amplitude_next": 0.19929713595132661,</a:t>
            </a:r>
          </a:p>
          <a:p xmlns:a="http://schemas.openxmlformats.org/drawingml/2006/main">
            <a:r>
              <a:t>          "final_bootstrap_change_rel": 0.002109944070997756,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"/pscratch/sd/j/joeschm/cheaseBS_runs/20260924/20260924_23-29-07-129015_Te_ped_scale_0.950/iteration_07/artifacts/EQDSK_COCOS_02_POS_SOURCE_SIGNS.OUT",</a:t>
            </a:r>
          </a:p>
          <a:p xmlns:a="http://schemas.openxmlformats.org/drawingml/2006/main">
            <a:r>
              <a:t>          "final_ip_a": 754615.5901,</a:t>
            </a:r>
          </a:p>
          <a:p xmlns:a="http://schemas.openxmlformats.org/drawingml/2006/main">
            <a:r>
              <a:t>          "final_ip_error_a": 707.2881000000052,</a:t>
            </a:r>
          </a:p>
          <a:p xmlns:a="http://schemas.openxmlformats.org/drawingml/2006/main">
            <a:r>
              <a:t>          "final_ip_error_rel": 0.0009381619729132591,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0.0028600541105737974,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10.056386111513385,</a:t>
            </a:r>
          </a:p>
          <a:p xmlns:a="http://schemas.openxmlformats.org/drawingml/2006/main">
            <a:r>
              <a:t>          "q_report_rel_diff": -0.0024150117315071685,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1.0259064207188915,</a:t>
            </a:r>
          </a:p>
          <a:p xmlns:a="http://schemas.openxmlformats.org/drawingml/2006/main">
            <a:r>
              <a:t>            "q": 6.899604970049467,</a:t>
            </a:r>
          </a:p>
          <a:p xmlns:a="http://schemas.openxmlformats.org/drawingml/2006/main">
            <a:r>
              <a:t>            "shear": 3.9078593357088898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1.0196349285598088,</a:t>
            </a:r>
          </a:p>
          <a:p xmlns:a="http://schemas.openxmlformats.org/drawingml/2006/main">
            <a:r>
              <a:t>            "q": 8.021454865277043,</a:t>
            </a:r>
          </a:p>
          <a:p xmlns:a="http://schemas.openxmlformats.org/drawingml/2006/main">
            <a:r>
              <a:t>            "shear": 3.9945476859949203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1.06256781742759,</a:t>
            </a:r>
          </a:p>
          <a:p xmlns:a="http://schemas.openxmlformats.org/drawingml/2006/main">
            <a:r>
              <a:t>            "q": 10.513017165446072,</a:t>
            </a:r>
          </a:p>
          <a:p xmlns:a="http://schemas.openxmlformats.org/drawingml/2006/main">
            <a:r>
              <a:t>            "shear": 4.137170225645195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0.029959294244012127,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0.020969015417578365,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"/pscratch/sd/j/joeschm/cheaseBS_runs/20260924/20260924_23-54-49-129015_Te_ped_scale_1.050/iteration_49/artifacts/EQDSK_COCOS_02_POS_SOURCE_SIGNS.OUT",</a:t>
            </a:r>
          </a:p>
          <a:p xmlns:a="http://schemas.openxmlformats.org/drawingml/2006/main">
            <a:r>
              <a:t>          "final_ip_a": 987958.4359,</a:t>
            </a:r>
          </a:p>
          <a:p xmlns:a="http://schemas.openxmlformats.org/drawingml/2006/main">
            <a:r>
              <a:t>          "final_ip_error_a": 234050.13390000002,</a:t>
            </a:r>
          </a:p>
          <a:p xmlns:a="http://schemas.openxmlformats.org/drawingml/2006/main">
            <a:r>
              <a:t>          "final_ip_error_rel": 0.31044907355324497,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0.02543212357857394,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8.658364487480908,</a:t>
            </a:r>
          </a:p>
          <a:p xmlns:a="http://schemas.openxmlformats.org/drawingml/2006/main">
            <a:r>
              <a:t>          "q_report_rel_diff": -0.14109757323467303,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3.5033970229919618,</a:t>
            </a:r>
          </a:p>
          <a:p xmlns:a="http://schemas.openxmlformats.org/drawingml/2006/main">
            <a:r>
              <a:t>            "q": 6.0011136807409935,</a:t>
            </a:r>
          </a:p>
          <a:p xmlns:a="http://schemas.openxmlformats.org/drawingml/2006/main">
            <a:r>
              <a:t>            "shear": 3.983036677275097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3.5463754952406292,</a:t>
            </a:r>
          </a:p>
          <a:p xmlns:a="http://schemas.openxmlformats.org/drawingml/2006/main">
            <a:r>
              <a:t>            "q": 6.991962056495747,</a:t>
            </a:r>
          </a:p>
          <a:p xmlns:a="http://schemas.openxmlformats.org/drawingml/2006/main">
            <a:r>
              <a:t>            "shear": 4.135211251847076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3.6543670759948332,</a:t>
            </a:r>
          </a:p>
          <a:p xmlns:a="http://schemas.openxmlformats.org/drawingml/2006/main">
            <a:r>
              <a:t>            "q": 8.84268956493103,</a:t>
            </a:r>
          </a:p>
          <a:p xmlns:a="http://schemas.openxmlformats.org/drawingml/2006/main">
            <a:r>
              <a:t>            "shear": 4.771315602156788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10,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0.0936701716161505,</a:t>
            </a:r>
          </a:p>
          <a:p xmlns:a="http://schemas.openxmlformats.org/drawingml/2006/main">
            <a:r>
              <a:t>          "final_amplitude_next": 0.0936701716161505,</a:t>
            </a:r>
          </a:p>
          <a:p xmlns:a="http://schemas.openxmlformats.org/drawingml/2006/main">
            <a:r>
              <a:t>          "final_bootstrap_change_rel": 0.0026833358802827866,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"/pscratch/sd/j/joeschm/cheaseBS_runs/20260925/20260925_01-58-47-129015_ne_ped_scale_0.800/iteration_09/artifacts/EQDSK_COCOS_02_POS_SOURCE_SIGNS.OUT",</a:t>
            </a:r>
          </a:p>
          <a:p xmlns:a="http://schemas.openxmlformats.org/drawingml/2006/main">
            <a:r>
              <a:t>          "final_ip_a": 754238.033,</a:t>
            </a:r>
          </a:p>
          <a:p xmlns:a="http://schemas.openxmlformats.org/drawingml/2006/main">
            <a:r>
              <a:t>          "final_ip_error_a": 329.73100000002887,</a:t>
            </a:r>
          </a:p>
          <a:p xmlns:a="http://schemas.openxmlformats.org/drawingml/2006/main">
            <a:r>
              <a:t>          "final_ip_error_rel": 0.00043736220854088547,</a:t>
            </a:r>
          </a:p>
          <a:p xmlns:a="http://schemas.openxmlformats.org/drawingml/2006/main">
            <a:r>
              <a:t>          "final_iteration": 9,</a:t>
            </a:r>
          </a:p>
          <a:p xmlns:a="http://schemas.openxmlformats.org/drawingml/2006/main">
            <a:r>
              <a:t>          "final_q_change_rel": 0.002381973578119294,</a:t>
            </a:r>
          </a:p>
          <a:p xmlns:a="http://schemas.openxmlformats.org/drawingml/2006/main">
            <a:r>
              <a:t>          "iterations": 10,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10.025197161807625,</a:t>
            </a:r>
          </a:p>
          <a:p xmlns:a="http://schemas.openxmlformats.org/drawingml/2006/main">
            <a:r>
              <a:t>          "q_report_rel_diff": -0.005508929136956163,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0.937746932894395,</a:t>
            </a:r>
          </a:p>
          <a:p xmlns:a="http://schemas.openxmlformats.org/drawingml/2006/main">
            <a:r>
              <a:t>            "q": 6.926586200366465,</a:t>
            </a:r>
          </a:p>
          <a:p xmlns:a="http://schemas.openxmlformats.org/drawingml/2006/main">
            <a:r>
              <a:t>            "shear": 3.8894048211054595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0.9366051248661208,</a:t>
            </a:r>
          </a:p>
          <a:p xmlns:a="http://schemas.openxmlformats.org/drawingml/2006/main">
            <a:r>
              <a:t>            "q": 8.043781917588143,</a:t>
            </a:r>
          </a:p>
          <a:p xmlns:a="http://schemas.openxmlformats.org/drawingml/2006/main">
            <a:r>
              <a:t>            "shear": 3.9475439731009456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0.9708831137857,</a:t>
            </a:r>
          </a:p>
          <a:p xmlns:a="http://schemas.openxmlformats.org/drawingml/2006/main">
            <a:r>
              <a:t>            "q": 10.491383343679036,</a:t>
            </a:r>
          </a:p>
          <a:p xmlns:a="http://schemas.openxmlformats.org/drawingml/2006/main">
            <a:r>
              <a:t>            "shear": 4.290744507162988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0.10245536278773054,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0.05776691980759467,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"/pscratch/sd/j/joeschm/cheaseBS_runs/20260925/20260925_02-06-37-129015_ne_ped_scale_0.900/iteration_49/artifacts/EQDSK_COCOS_02_POS_SOURCE_SIGNS.OUT",</a:t>
            </a:r>
          </a:p>
          <a:p xmlns:a="http://schemas.openxmlformats.org/drawingml/2006/main">
            <a:r>
              <a:t>          "final_ip_a": 770835.5843,</a:t>
            </a:r>
          </a:p>
          <a:p xmlns:a="http://schemas.openxmlformats.org/drawingml/2006/main">
            <a:r>
              <a:t>          "final_ip_error_a": 16927.282299999963,</a:t>
            </a:r>
          </a:p>
          <a:p xmlns:a="http://schemas.openxmlformats.org/drawingml/2006/main">
            <a:r>
              <a:t>          "final_ip_error_rel": 0.02245270711981092,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0.0599209170672977,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11.444917864884442,</a:t>
            </a:r>
          </a:p>
          <a:p xmlns:a="http://schemas.openxmlformats.org/drawingml/2006/main">
            <a:r>
              <a:t>          "q_report_rel_diff": 0.13532616263641295,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2.1182804164907107,</a:t>
            </a:r>
          </a:p>
          <a:p xmlns:a="http://schemas.openxmlformats.org/drawingml/2006/main">
            <a:r>
              <a:t>            "q": 7.690681045633725,</a:t>
            </a:r>
          </a:p>
          <a:p xmlns:a="http://schemas.openxmlformats.org/drawingml/2006/main">
            <a:r>
              <a:t>            "shear": 4.159011160624828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2.1193457520493038,</a:t>
            </a:r>
          </a:p>
          <a:p xmlns:a="http://schemas.openxmlformats.org/drawingml/2006/main">
            <a:r>
              <a:t>            "q": 9.026020308920357,</a:t>
            </a:r>
          </a:p>
          <a:p xmlns:a="http://schemas.openxmlformats.org/drawingml/2006/main">
            <a:r>
              <a:t>            "shear": 4.275838711194059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2.0024958733015628,</a:t>
            </a:r>
          </a:p>
          <a:p xmlns:a="http://schemas.openxmlformats.org/drawingml/2006/main">
            <a:r>
              <a:t>            "q": 11.883397925144,</a:t>
            </a:r>
          </a:p>
          <a:p xmlns:a="http://schemas.openxmlformats.org/drawingml/2006/main">
            <a:r>
              <a:t>            "shear": 4.084090954821368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0.1992805797548568,</a:t>
            </a:r>
          </a:p>
          <a:p xmlns:a="http://schemas.openxmlformats.org/drawingml/2006/main">
            <a:r>
              <a:t>          "final_amplitude_next": 0.1992805797548568,</a:t>
            </a:r>
          </a:p>
          <a:p xmlns:a="http://schemas.openxmlformats.org/drawingml/2006/main">
            <a:r>
              <a:t>          "final_bootstrap_change_rel": 0.0021738191723745122,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"/pscratch/sd/j/joeschm/cheaseBS_runs/20260925/20260925_02-54-18-129015_ne_ped_scale_0.950/iteration_07/artifacts/EQDSK_COCOS_02_POS_SOURCE_SIGNS.OUT",</a:t>
            </a:r>
          </a:p>
          <a:p xmlns:a="http://schemas.openxmlformats.org/drawingml/2006/main">
            <a:r>
              <a:t>          "final_ip_a": 753502.5574,</a:t>
            </a:r>
          </a:p>
          <a:p xmlns:a="http://schemas.openxmlformats.org/drawingml/2006/main">
            <a:r>
              <a:t>          "final_ip_error_a": -405.74459999997634,</a:t>
            </a:r>
          </a:p>
          <a:p xmlns:a="http://schemas.openxmlformats.org/drawingml/2006/main">
            <a:r>
              <a:t>          "final_ip_error_rel": 0.0005381882636437347,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0.00291550536983946,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10.051671870438287,</a:t>
            </a:r>
          </a:p>
          <a:p xmlns:a="http://schemas.openxmlformats.org/drawingml/2006/main">
            <a:r>
              <a:t>          "q_report_rel_diff": -0.002882660454959803,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1.003169151230763,</a:t>
            </a:r>
          </a:p>
          <a:p xmlns:a="http://schemas.openxmlformats.org/drawingml/2006/main">
            <a:r>
              <a:t>            "q": 6.8942250812990284,</a:t>
            </a:r>
          </a:p>
          <a:p xmlns:a="http://schemas.openxmlformats.org/drawingml/2006/main">
            <a:r>
              <a:t>            "shear": 3.89811555485787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1.003411016205635,</a:t>
            </a:r>
          </a:p>
          <a:p xmlns:a="http://schemas.openxmlformats.org/drawingml/2006/main">
            <a:r>
              <a:t>            "q": 8.012835224532527,</a:t>
            </a:r>
          </a:p>
          <a:p xmlns:a="http://schemas.openxmlformats.org/drawingml/2006/main">
            <a:r>
              <a:t>            "shear": 3.991003607890686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1.0349172090947685,</a:t>
            </a:r>
          </a:p>
          <a:p xmlns:a="http://schemas.openxmlformats.org/drawingml/2006/main">
            <a:r>
              <a:t>            "q": 10.517471032520552,</a:t>
            </a:r>
          </a:p>
          <a:p xmlns:a="http://schemas.openxmlformats.org/drawingml/2006/main">
            <a:r>
              <a:t>            "shear": 4.1935498261594315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0.30404240562282503,</a:t>
            </a:r>
          </a:p>
          <a:p xmlns:a="http://schemas.openxmlformats.org/drawingml/2006/main">
            <a:r>
              <a:t>          "final_amplitude_next": 0.30404240562282503,</a:t>
            </a:r>
          </a:p>
          <a:p xmlns:a="http://schemas.openxmlformats.org/drawingml/2006/main">
            <a:r>
              <a:t>          "final_bootstrap_change_rel": 0.0018514967589226136,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"/pscratch/sd/j/joeschm/cheaseBS_runs/20260925/20260925_03-00-39-129015_ne_ped_scale_1.000/iteration_07/artifacts/EQDSK_COCOS_02_POS_SOURCE_SIGNS.OUT",</a:t>
            </a:r>
          </a:p>
          <a:p xmlns:a="http://schemas.openxmlformats.org/drawingml/2006/main">
            <a:r>
              <a:t>          "final_ip_a": 752953.6595,</a:t>
            </a:r>
          </a:p>
          <a:p xmlns:a="http://schemas.openxmlformats.org/drawingml/2006/main">
            <a:r>
              <a:t>          "final_ip_error_a": -954.6425000000745,</a:t>
            </a:r>
          </a:p>
          <a:p xmlns:a="http://schemas.openxmlformats.org/drawingml/2006/main">
            <a:r>
              <a:t>          "final_ip_error_rel": 0.0012662581078727456,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0.0027024770954773864,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10.068555560921011,</a:t>
            </a:r>
          </a:p>
          <a:p xmlns:a="http://schemas.openxmlformats.org/drawingml/2006/main">
            <a:r>
              <a:t>          "q_report_rel_diff": -0.0012078126532377366,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1.0155930813932248,</a:t>
            </a:r>
          </a:p>
          <a:p xmlns:a="http://schemas.openxmlformats.org/drawingml/2006/main">
            <a:r>
              <a:t>            "q": 6.8838245500150235,</a:t>
            </a:r>
          </a:p>
          <a:p xmlns:a="http://schemas.openxmlformats.org/drawingml/2006/main">
            <a:r>
              <a:t>            "shear": 3.902393411513532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1.0160465316623954,</a:t>
            </a:r>
          </a:p>
          <a:p xmlns:a="http://schemas.openxmlformats.org/drawingml/2006/main">
            <a:r>
              <a:t>            "q": 8.003887720634967,</a:t>
            </a:r>
          </a:p>
          <a:p xmlns:a="http://schemas.openxmlformats.org/drawingml/2006/main">
            <a:r>
              <a:t>            "shear": 4.009926781602313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1.0474459804793685,</a:t>
            </a:r>
          </a:p>
          <a:p xmlns:a="http://schemas.openxmlformats.org/drawingml/2006/main">
            <a:r>
              <a:t>            "q": 10.52859565398719,</a:t>
            </a:r>
          </a:p>
          <a:p xmlns:a="http://schemas.openxmlformats.org/drawingml/2006/main">
            <a:r>
              <a:t>            "shear": 4.116660608137008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0.08923560694007049,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0.010055724128428934,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"/pscratch/sd/j/joeschm/cheaseBS_runs/20260925/20260925_03-06-57-129015_ne_ped_scale_1.050/iteration_49/artifacts/EQDSK_COCOS_02_POS_SOURCE_SIGNS.OUT",</a:t>
            </a:r>
          </a:p>
          <a:p xmlns:a="http://schemas.openxmlformats.org/drawingml/2006/main">
            <a:r>
              <a:t>          "final_ip_a": 913771.2371,</a:t>
            </a:r>
          </a:p>
          <a:p xmlns:a="http://schemas.openxmlformats.org/drawingml/2006/main">
            <a:r>
              <a:t>          "final_ip_error_a": 159862.9351,</a:t>
            </a:r>
          </a:p>
          <a:p xmlns:a="http://schemas.openxmlformats.org/drawingml/2006/main">
            <a:r>
              <a:t>          "final_ip_error_rel": 0.21204559583162674,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0.013836711593847341,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9.151541940951518,</a:t>
            </a:r>
          </a:p>
          <a:p xmlns:a="http://schemas.openxmlformats.org/drawingml/2006/main">
            <a:r>
              <a:t>          "q_report_rel_diff": -0.09217478738703176,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2.690268898470996,</a:t>
            </a:r>
          </a:p>
          <a:p xmlns:a="http://schemas.openxmlformats.org/drawingml/2006/main">
            <a:r>
              <a:t>            "q": 6.846571997926918,</a:t>
            </a:r>
          </a:p>
          <a:p xmlns:a="http://schemas.openxmlformats.org/drawingml/2006/main">
            <a:r>
              <a:t>            "shear": 4.036341705778148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2.7656627764081225,</a:t>
            </a:r>
          </a:p>
          <a:p xmlns:a="http://schemas.openxmlformats.org/drawingml/2006/main">
            <a:r>
              <a:t>            "q": 7.982783194735605,</a:t>
            </a:r>
          </a:p>
          <a:p xmlns:a="http://schemas.openxmlformats.org/drawingml/2006/main">
            <a:r>
              <a:t>            "shear": 4.056206260551334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3.2383016789606995,</a:t>
            </a:r>
          </a:p>
          <a:p xmlns:a="http://schemas.openxmlformats.org/drawingml/2006/main">
            <a:r>
              <a:t>            "q": 9.185961735227714,</a:t>
            </a:r>
          </a:p>
          <a:p xmlns:a="http://schemas.openxmlformats.org/drawingml/2006/main">
            <a:r>
              <a:t>            "shear": 3.3283310048616292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2.5320581760619074,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0.0029319547243603847,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"/pscratch/sd/j/joeschm/cheaseBS_runs/20260925/20260925_03-48-30-129015_ne_ped_scale_1.100/iteration_49/artifacts/EQDSK_COCOS_02_POS_SOURCE_SIGNS.OUT",</a:t>
            </a:r>
          </a:p>
          <a:p xmlns:a="http://schemas.openxmlformats.org/drawingml/2006/main">
            <a:r>
              <a:t>          "final_ip_a": 737674.6983,</a:t>
            </a:r>
          </a:p>
          <a:p xmlns:a="http://schemas.openxmlformats.org/drawingml/2006/main">
            <a:r>
              <a:t>          "final_ip_error_a": -16233.603699999978,</a:t>
            </a:r>
          </a:p>
          <a:p xmlns:a="http://schemas.openxmlformats.org/drawingml/2006/main">
            <a:r>
              <a:t>          "final_ip_error_rel": 0.021532597077038126,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0.006369464066272496,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10.852220042372702,</a:t>
            </a:r>
          </a:p>
          <a:p xmlns:a="http://schemas.openxmlformats.org/drawingml/2006/main">
            <a:r>
              <a:t>          "q_report_rel_diff": 0.07653104043638083,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0.876028376432007,</a:t>
            </a:r>
          </a:p>
          <a:p xmlns:a="http://schemas.openxmlformats.org/drawingml/2006/main">
            <a:r>
              <a:t>            "q": 7.054711570036046,</a:t>
            </a:r>
          </a:p>
          <a:p xmlns:a="http://schemas.openxmlformats.org/drawingml/2006/main">
            <a:r>
              <a:t>            "shear": 3.947184634400777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0.8771313279630301,</a:t>
            </a:r>
          </a:p>
          <a:p xmlns:a="http://schemas.openxmlformats.org/drawingml/2006/main">
            <a:r>
              <a:t>            "q": 8.236312421978107,</a:t>
            </a:r>
          </a:p>
          <a:p xmlns:a="http://schemas.openxmlformats.org/drawingml/2006/main">
            <a:r>
              <a:t>            "shear": 4.460971836260655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0.9708333736927062,</a:t>
            </a:r>
          </a:p>
          <a:p xmlns:a="http://schemas.openxmlformats.org/drawingml/2006/main">
            <a:r>
              <a:t>            "q": 10.903457424204257,</a:t>
            </a:r>
          </a:p>
          <a:p xmlns:a="http://schemas.openxmlformats.org/drawingml/2006/main">
            <a:r>
              <a:t>            "shear": 1.1179762986084476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1.0005148913065642,</a:t>
            </a:r>
          </a:p>
          <a:p xmlns:a="http://schemas.openxmlformats.org/drawingml/2006/main">
            <a:r>
              <a:t>          "final_amplitude_next": 1.0005148913065642,</a:t>
            </a:r>
          </a:p>
          <a:p xmlns:a="http://schemas.openxmlformats.org/drawingml/2006/main">
            <a:r>
              <a:t>          "final_bootstrap_change_rel": 0.00016374126491455144,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"/pscratch/sd/j/joeschm/cheaseBS_runs/20260925/20260925_04-26-16-129015_ne_ped_scale_1.200/iteration_01/artifacts/EQDSK_COCOS_02_POS_SOURCE_SIGNS.OUT",</a:t>
            </a:r>
          </a:p>
          <a:p xmlns:a="http://schemas.openxmlformats.org/drawingml/2006/main">
            <a:r>
              <a:t>          "final_ip_a": 753086.3932,</a:t>
            </a:r>
          </a:p>
          <a:p xmlns:a="http://schemas.openxmlformats.org/drawingml/2006/main">
            <a:r>
              <a:t>          "final_ip_error_a": -821.9087999999756,</a:t>
            </a:r>
          </a:p>
          <a:p xmlns:a="http://schemas.openxmlformats.org/drawingml/2006/main">
            <a:r>
              <a:t>          "final_ip_error_rel": 0.001090197306250085,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0.0006098491605938666,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10.04523787449838,</a:t>
            </a:r>
          </a:p>
          <a:p xmlns:a="http://schemas.openxmlformats.org/drawingml/2006/main">
            <a:r>
              <a:t>          "q_report_rel_diff": -0.003520907405013168,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1.166265854803128,</a:t>
            </a:r>
          </a:p>
          <a:p xmlns:a="http://schemas.openxmlformats.org/drawingml/2006/main">
            <a:r>
              <a:t>            "q": 6.821501225566104,</a:t>
            </a:r>
          </a:p>
          <a:p xmlns:a="http://schemas.openxmlformats.org/drawingml/2006/main">
            <a:r>
              <a:t>            "shear": 3.9169676741620476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1.1642248794448602,</a:t>
            </a:r>
          </a:p>
          <a:p xmlns:a="http://schemas.openxmlformats.org/drawingml/2006/main">
            <a:r>
              <a:t>            "q": 7.938209479383305,</a:t>
            </a:r>
          </a:p>
          <a:p xmlns:a="http://schemas.openxmlformats.org/drawingml/2006/main">
            <a:r>
              <a:t>            "shear": 4.0263489311618335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1.1496219650290171,</a:t>
            </a:r>
          </a:p>
          <a:p xmlns:a="http://schemas.openxmlformats.org/drawingml/2006/main">
            <a:r>
              <a:t>            "q": 10.63724865844564,</a:t>
            </a:r>
          </a:p>
          <a:p xmlns:a="http://schemas.openxmlformats.org/drawingml/2006/main">
            <a:r>
              <a:t>            "shear": 4.607334483906888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"mtanh_n1w0"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"n1w1",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"#56B4E9",</a:t>
            </a:r>
          </a:p>
          <a:p xmlns:a="http://schemas.openxmlformats.org/drawingml/2006/main">
            <a:r>
              <a:t>    "root": "C:\\Users\\joesc\\git\\cheaseBS_tests\\data\\129015_129038\\pm0.2_ncscal1_warmup1\\129015",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0.0000393953380220642,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"/pscratch/sd/j/joeschm/cheaseBS_runs/20260924/20260924_22-59-37-129015_Te_ped_scale_0.800/iteration_49/artifacts/EQDSK_COCOS_02_POS_SOURCE_SIGNS.OUT",</a:t>
            </a:r>
          </a:p>
          <a:p xmlns:a="http://schemas.openxmlformats.org/drawingml/2006/main">
            <a:r>
              <a:t>          "final_ip_a": 725588.3139,</a:t>
            </a:r>
          </a:p>
          <a:p xmlns:a="http://schemas.openxmlformats.org/drawingml/2006/main">
            <a:r>
              <a:t>          "final_ip_error_a": -28319.988100000075,</a:t>
            </a:r>
          </a:p>
          <a:p xmlns:a="http://schemas.openxmlformats.org/drawingml/2006/main">
            <a:r>
              <a:t>          "final_ip_error_rel": 0.03756423430392212,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0.00010395908414249352,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10.393080416896902,</a:t>
            </a:r>
          </a:p>
          <a:p xmlns:a="http://schemas.openxmlformats.org/drawingml/2006/main">
            <a:r>
              <a:t>          "q_report_rel_diff": 0.03098477830852915,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0.8376311406169361,</a:t>
            </a:r>
          </a:p>
          <a:p xmlns:a="http://schemas.openxmlformats.org/drawingml/2006/main">
            <a:r>
              <a:t>            "q": 7.040984690509832,</a:t>
            </a:r>
          </a:p>
          <a:p xmlns:a="http://schemas.openxmlformats.org/drawingml/2006/main">
            <a:r>
              <a:t>            "shear": 3.927887242887051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0.8292927154722469,</a:t>
            </a:r>
          </a:p>
          <a:p xmlns:a="http://schemas.openxmlformats.org/drawingml/2006/main">
            <a:r>
              <a:t>            "q": 8.194158626366162,</a:t>
            </a:r>
          </a:p>
          <a:p xmlns:a="http://schemas.openxmlformats.org/drawingml/2006/main">
            <a:r>
              <a:t>            "shear": 4.017864753490073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0.8935444020881786,</a:t>
            </a:r>
          </a:p>
          <a:p xmlns:a="http://schemas.openxmlformats.org/drawingml/2006/main">
            <a:r>
              <a:t>            "q": 11.007750151886313,</a:t>
            </a:r>
          </a:p>
          <a:p xmlns:a="http://schemas.openxmlformats.org/drawingml/2006/main">
            <a:r>
              <a:t>            "shear": 4.395964323535048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0.000029709522895433373,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"/pscratch/sd/j/joeschm/cheaseBS_runs/20260924/20260924_23-33-53-129015_Te_ped_scale_0.900/iteration_49/artifacts/EQDSK_COCOS_02_POS_SOURCE_SIGNS.OUT",</a:t>
            </a:r>
          </a:p>
          <a:p xmlns:a="http://schemas.openxmlformats.org/drawingml/2006/main">
            <a:r>
              <a:t>          "final_ip_a": 735654.4837,</a:t>
            </a:r>
          </a:p>
          <a:p xmlns:a="http://schemas.openxmlformats.org/drawingml/2006/main">
            <a:r>
              <a:t>          "final_ip_error_a": -18253.818300000043,</a:t>
            </a:r>
          </a:p>
          <a:p xmlns:a="http://schemas.openxmlformats.org/drawingml/2006/main">
            <a:r>
              <a:t>          "final_ip_error_rel": 0.024212252672606915,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0.00005939927663110618,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10.269157778160082,</a:t>
            </a:r>
          </a:p>
          <a:p xmlns:a="http://schemas.openxmlformats.org/drawingml/2006/main">
            <a:r>
              <a:t>          "q_report_rel_diff": 0.018691757461911384,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0.9035444522829645,</a:t>
            </a:r>
          </a:p>
          <a:p xmlns:a="http://schemas.openxmlformats.org/drawingml/2006/main">
            <a:r>
              <a:t>            "q": 6.9842345302681705,</a:t>
            </a:r>
          </a:p>
          <a:p xmlns:a="http://schemas.openxmlformats.org/drawingml/2006/main">
            <a:r>
              <a:t>            "shear": 3.9027843746244573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0.8959862862995881,</a:t>
            </a:r>
          </a:p>
          <a:p xmlns:a="http://schemas.openxmlformats.org/drawingml/2006/main">
            <a:r>
              <a:t>            "q": 8.120179602466429,</a:t>
            </a:r>
          </a:p>
          <a:p xmlns:a="http://schemas.openxmlformats.org/drawingml/2006/main">
            <a:r>
              <a:t>            "shear": 4.004458289532279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0.9481816206919943,</a:t>
            </a:r>
          </a:p>
          <a:p xmlns:a="http://schemas.openxmlformats.org/drawingml/2006/main">
            <a:r>
              <a:t>            "q": 10.808389325113358,</a:t>
            </a:r>
          </a:p>
          <a:p xmlns:a="http://schemas.openxmlformats.org/drawingml/2006/main">
            <a:r>
              <a:t>            "shear": 4.248037507408881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0.000023742447482351945,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"/pscratch/sd/j/joeschm/cheaseBS_runs/20260925/20260925_00-07-58-129015_Te_ped_scale_0.950/iteration_49/artifacts/EQDSK_COCOS_02_POS_SOURCE_SIGNS.OUT",</a:t>
            </a:r>
          </a:p>
          <a:p xmlns:a="http://schemas.openxmlformats.org/drawingml/2006/main">
            <a:r>
              <a:t>          "final_ip_a": 740407.6532,</a:t>
            </a:r>
          </a:p>
          <a:p xmlns:a="http://schemas.openxmlformats.org/drawingml/2006/main">
            <a:r>
              <a:t>          "final_ip_error_a": -13500.648800000083,</a:t>
            </a:r>
          </a:p>
          <a:p xmlns:a="http://schemas.openxmlformats.org/drawingml/2006/main">
            <a:r>
              <a:t>          "final_ip_error_rel": 0.01790754759456155,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0.000027191483394669956,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10.213471043571579,</a:t>
            </a:r>
          </a:p>
          <a:p xmlns:a="http://schemas.openxmlformats.org/drawingml/2006/main">
            <a:r>
              <a:t>          "q_report_rel_diff": 0.013167680536545311,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0.9367227502548354,</a:t>
            </a:r>
          </a:p>
          <a:p xmlns:a="http://schemas.openxmlformats.org/drawingml/2006/main">
            <a:r>
              <a:t>            "q": 6.955994218999196,</a:t>
            </a:r>
          </a:p>
          <a:p xmlns:a="http://schemas.openxmlformats.org/drawingml/2006/main">
            <a:r>
              <a:t>            "shear": 3.8910142096194287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0.9297102463416085,</a:t>
            </a:r>
          </a:p>
          <a:p xmlns:a="http://schemas.openxmlformats.org/drawingml/2006/main">
            <a:r>
              <a:t>            "q": 8.083372356790587,</a:t>
            </a:r>
          </a:p>
          <a:p xmlns:a="http://schemas.openxmlformats.org/drawingml/2006/main">
            <a:r>
              <a:t>            "shear": 3.999918532997115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0.9757820205974318,</a:t>
            </a:r>
          </a:p>
          <a:p xmlns:a="http://schemas.openxmlformats.org/drawingml/2006/main">
            <a:r>
              <a:t>            "q": 10.719725886974885,</a:t>
            </a:r>
          </a:p>
          <a:p xmlns:a="http://schemas.openxmlformats.org/drawingml/2006/main">
            <a:r>
              <a:t>            "shear": 4.171899441415002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0.000020509307338140312,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"/pscratch/sd/j/joeschm/cheaseBS_runs/20260925/20260925_00-41-48-129015_Te_ped_scale_1.000/iteration_49/artifacts/EQDSK_COCOS_02_POS_SOURCE_SIGNS.OUT",</a:t>
            </a:r>
          </a:p>
          <a:p xmlns:a="http://schemas.openxmlformats.org/drawingml/2006/main">
            <a:r>
              <a:t>          "final_ip_a": 741380.2728,</a:t>
            </a:r>
          </a:p>
          <a:p xmlns:a="http://schemas.openxmlformats.org/drawingml/2006/main">
            <a:r>
              <a:t>          "final_ip_error_a": -12528.02919999999,</a:t>
            </a:r>
          </a:p>
          <a:p xmlns:a="http://schemas.openxmlformats.org/drawingml/2006/main">
            <a:r>
              <a:t>          "final_ip_error_rel": 0.016617444279052374,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0.000027204563069281633,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10.150885881856235,</a:t>
            </a:r>
          </a:p>
          <a:p xmlns:a="http://schemas.openxmlformats.org/drawingml/2006/main">
            <a:r>
              <a:t>          "q_report_rel_diff": 0.006959285480581499,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0.9692414817622703,</a:t>
            </a:r>
          </a:p>
          <a:p xmlns:a="http://schemas.openxmlformats.org/drawingml/2006/main">
            <a:r>
              <a:t>            "q": 6.921982329018646,</a:t>
            </a:r>
          </a:p>
          <a:p xmlns:a="http://schemas.openxmlformats.org/drawingml/2006/main">
            <a:r>
              <a:t>            "shear": 3.8735514960661273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0.9620688748182484,</a:t>
            </a:r>
          </a:p>
          <a:p xmlns:a="http://schemas.openxmlformats.org/drawingml/2006/main">
            <a:r>
              <a:t>            "q": 8.03701478005336,</a:t>
            </a:r>
          </a:p>
          <a:p xmlns:a="http://schemas.openxmlformats.org/drawingml/2006/main">
            <a:r>
              <a:t>            "shear": 3.978217123679726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0.992661611328964,</a:t>
            </a:r>
          </a:p>
          <a:p xmlns:a="http://schemas.openxmlformats.org/drawingml/2006/main">
            <a:r>
              <a:t>            "q": 10.712228272296999,</a:t>
            </a:r>
          </a:p>
          <a:p xmlns:a="http://schemas.openxmlformats.org/drawingml/2006/main">
            <a:r>
              <a:t>            "shear": 4.538337723100058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0.000015307928096103416,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"/pscratch/sd/j/joeschm/cheaseBS_runs/20260925/20260925_01-15-22-129015_Te_ped_scale_1.050/iteration_49/artifacts/EQDSK_COCOS_02_POS_SOURCE_SIGNS.OUT",</a:t>
            </a:r>
          </a:p>
          <a:p xmlns:a="http://schemas.openxmlformats.org/drawingml/2006/main">
            <a:r>
              <a:t>          "final_ip_a": 746066.489,</a:t>
            </a:r>
          </a:p>
          <a:p xmlns:a="http://schemas.openxmlformats.org/drawingml/2006/main">
            <a:r>
              <a:t>          "final_ip_error_a": -7841.813000000082,</a:t>
            </a:r>
          </a:p>
          <a:p xmlns:a="http://schemas.openxmlformats.org/drawingml/2006/main">
            <a:r>
              <a:t>          "final_ip_error_rel": 0.010401547481566374,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0.0000492834719500412,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10.096079125815725,</a:t>
            </a:r>
          </a:p>
          <a:p xmlns:a="http://schemas.openxmlformats.org/drawingml/2006/main">
            <a:r>
              <a:t>          "q_report_rel_diff": 0.0015225016821640964,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1.0030310042811446,</a:t>
            </a:r>
          </a:p>
          <a:p xmlns:a="http://schemas.openxmlformats.org/drawingml/2006/main">
            <a:r>
              <a:t>            "q": 6.890930141163402,</a:t>
            </a:r>
          </a:p>
          <a:p xmlns:a="http://schemas.openxmlformats.org/drawingml/2006/main">
            <a:r>
              <a:t>            "shear": 3.861723423365449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0.9964209853480085,</a:t>
            </a:r>
          </a:p>
          <a:p xmlns:a="http://schemas.openxmlformats.org/drawingml/2006/main">
            <a:r>
              <a:t>            "q": 7.997087030917176,</a:t>
            </a:r>
          </a:p>
          <a:p xmlns:a="http://schemas.openxmlformats.org/drawingml/2006/main">
            <a:r>
              <a:t>            "shear": 3.9709556289176775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1.0209532548871205,</a:t>
            </a:r>
          </a:p>
          <a:p xmlns:a="http://schemas.openxmlformats.org/drawingml/2006/main">
            <a:r>
              <a:t>            "q": 10.626742909492906,</a:t>
            </a:r>
          </a:p>
          <a:p xmlns:a="http://schemas.openxmlformats.org/drawingml/2006/main">
            <a:r>
              <a:t>            "shear": 4.482960577163875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0.000015458696589160828,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"/pscratch/sd/j/joeschm/cheaseBS_runs/20260925/20260925_01-49-07-129015_Te_ped_scale_1.100/iteration_49/artifacts/EQDSK_COCOS_02_POS_SOURCE_SIGNS.OUT",</a:t>
            </a:r>
          </a:p>
          <a:p xmlns:a="http://schemas.openxmlformats.org/drawingml/2006/main">
            <a:r>
              <a:t>          "final_ip_a": 750177.5873,</a:t>
            </a:r>
          </a:p>
          <a:p xmlns:a="http://schemas.openxmlformats.org/drawingml/2006/main">
            <a:r>
              <a:t>          "final_ip_error_a": -3730.7147000000114,</a:t>
            </a:r>
          </a:p>
          <a:p xmlns:a="http://schemas.openxmlformats.org/drawingml/2006/main">
            <a:r>
              <a:t>          "final_ip_error_rel": 0.004948499293750994,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0.00007983754444293347,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10.050844305777671,</a:t>
            </a:r>
          </a:p>
          <a:p xmlns:a="http://schemas.openxmlformats.org/drawingml/2006/main">
            <a:r>
              <a:t>          "q_report_rel_diff": -0.002964754168655524,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1.0365577351830952,</a:t>
            </a:r>
          </a:p>
          <a:p xmlns:a="http://schemas.openxmlformats.org/drawingml/2006/main">
            <a:r>
              <a:t>            "q": 6.86799675811251,</a:t>
            </a:r>
          </a:p>
          <a:p xmlns:a="http://schemas.openxmlformats.org/drawingml/2006/main">
            <a:r>
              <a:t>            "shear": 3.84925896399903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1.0304400012698125,</a:t>
            </a:r>
          </a:p>
          <a:p xmlns:a="http://schemas.openxmlformats.org/drawingml/2006/main">
            <a:r>
              <a:t>            "q": 7.966281614953763,</a:t>
            </a:r>
          </a:p>
          <a:p xmlns:a="http://schemas.openxmlformats.org/drawingml/2006/main">
            <a:r>
              <a:t>            "shear": 3.9616294580562412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1.0485506239897298,</a:t>
            </a:r>
          </a:p>
          <a:p xmlns:a="http://schemas.openxmlformats.org/drawingml/2006/main">
            <a:r>
              <a:t>            "q": 10.55431900795705,</a:t>
            </a:r>
          </a:p>
          <a:p xmlns:a="http://schemas.openxmlformats.org/drawingml/2006/main">
            <a:r>
              <a:t>            "shear": 4.427004783405081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17,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0.00006289505945456948,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"/pscratch/sd/j/joeschm/cheaseBS_runs/20260925/20260925_02-22-38-129015_Te_ped_scale_1.200/iteration_16/artifacts/EQDSK_COCOS_02_POS_SOURCE_SIGNS.OUT",</a:t>
            </a:r>
          </a:p>
          <a:p xmlns:a="http://schemas.openxmlformats.org/drawingml/2006/main">
            <a:r>
              <a:t>          "final_ip_a": 752646.5465,</a:t>
            </a:r>
          </a:p>
          <a:p xmlns:a="http://schemas.openxmlformats.org/drawingml/2006/main">
            <a:r>
              <a:t>          "final_ip_error_a": -1261.7554999999702,</a:t>
            </a:r>
          </a:p>
          <a:p xmlns:a="http://schemas.openxmlformats.org/drawingml/2006/main">
            <a:r>
              <a:t>          "final_ip_error_rel": 0.0016736193203506734,</a:t>
            </a:r>
          </a:p>
          <a:p xmlns:a="http://schemas.openxmlformats.org/drawingml/2006/main">
            <a:r>
              <a:t>          "final_iteration": 16,</a:t>
            </a:r>
          </a:p>
          <a:p xmlns:a="http://schemas.openxmlformats.org/drawingml/2006/main">
            <a:r>
              <a:t>          "final_q_change_rel": 0.00044702139968537185,</a:t>
            </a:r>
          </a:p>
          <a:p xmlns:a="http://schemas.openxmlformats.org/drawingml/2006/main">
            <a:r>
              <a:t>          "iterations": 17,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10.032547323352768,</a:t>
            </a:r>
          </a:p>
          <a:p xmlns:a="http://schemas.openxmlformats.org/drawingml/2006/main">
            <a:r>
              <a:t>          "q_report_rel_diff": -0.004779799334512758,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1.101493400736764,</a:t>
            </a:r>
          </a:p>
          <a:p xmlns:a="http://schemas.openxmlformats.org/drawingml/2006/main">
            <a:r>
              <a:t>            "q": 6.83934363229853,</a:t>
            </a:r>
          </a:p>
          <a:p xmlns:a="http://schemas.openxmlformats.org/drawingml/2006/main">
            <a:r>
              <a:t>            "shear": 3.883773711522585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1.094098655270166,</a:t>
            </a:r>
          </a:p>
          <a:p xmlns:a="http://schemas.openxmlformats.org/drawingml/2006/main">
            <a:r>
              <a:t>            "q": 7.947187861769008,</a:t>
            </a:r>
          </a:p>
          <a:p xmlns:a="http://schemas.openxmlformats.org/drawingml/2006/main">
            <a:r>
              <a:t>            "shear": 4.023327397425545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1.0879951947459416,</a:t>
            </a:r>
          </a:p>
          <a:p xmlns:a="http://schemas.openxmlformats.org/drawingml/2006/main">
            <a:r>
              <a:t>            "q": 10.527875315675619,</a:t>
            </a:r>
          </a:p>
          <a:p xmlns:a="http://schemas.openxmlformats.org/drawingml/2006/main">
            <a:r>
              <a:t>            "shear": 4.442257775060648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0.00012331377200164735,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"/pscratch/sd/j/joeschm/cheaseBS_runs/20260925/20260925_02-34-31-129015_ne_ped_scale_0.800/iteration_49/artifacts/EQDSK_COCOS_02_POS_SOURCE_SIGNS.OUT",</a:t>
            </a:r>
          </a:p>
          <a:p xmlns:a="http://schemas.openxmlformats.org/drawingml/2006/main">
            <a:r>
              <a:t>          "final_ip_a": 731382.0895,</a:t>
            </a:r>
          </a:p>
          <a:p xmlns:a="http://schemas.openxmlformats.org/drawingml/2006/main">
            <a:r>
              <a:t>          "final_ip_error_a": -22526.212500000023,</a:t>
            </a:r>
          </a:p>
          <a:p xmlns:a="http://schemas.openxmlformats.org/drawingml/2006/main">
            <a:r>
              <a:t>          "final_ip_error_rel": 0.02987924717136226,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0.0001265651863465932,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10.290615089277212,</a:t>
            </a:r>
          </a:p>
          <a:p xmlns:a="http://schemas.openxmlformats.org/drawingml/2006/main">
            <a:r>
              <a:t>          "q_report_rel_diff": 0.02082030455842241,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0.7843620713963081,</a:t>
            </a:r>
          </a:p>
          <a:p xmlns:a="http://schemas.openxmlformats.org/drawingml/2006/main">
            <a:r>
              <a:t>            "q": 6.993051878533296,</a:t>
            </a:r>
          </a:p>
          <a:p xmlns:a="http://schemas.openxmlformats.org/drawingml/2006/main">
            <a:r>
              <a:t>            "shear": 3.921487751046663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0.7799534443611572,</a:t>
            </a:r>
          </a:p>
          <a:p xmlns:a="http://schemas.openxmlformats.org/drawingml/2006/main">
            <a:r>
              <a:t>            "q": 8.13195375241577,</a:t>
            </a:r>
          </a:p>
          <a:p xmlns:a="http://schemas.openxmlformats.org/drawingml/2006/main">
            <a:r>
              <a:t>            "shear": 3.9734446677541553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0.8252258952704643,</a:t>
            </a:r>
          </a:p>
          <a:p xmlns:a="http://schemas.openxmlformats.org/drawingml/2006/main">
            <a:r>
              <a:t>            "q": 10.879139452533968,</a:t>
            </a:r>
          </a:p>
          <a:p xmlns:a="http://schemas.openxmlformats.org/drawingml/2006/main">
            <a:r>
              <a:t>            "shear": 4.256518598121863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0.00006553373728625508,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"/pscratch/sd/j/joeschm/cheaseBS_runs/20260925/20260925_03-08-25-129015_ne_ped_scale_0.900/iteration_49/artifacts/EQDSK_COCOS_02_POS_SOURCE_SIGNS.OUT",</a:t>
            </a:r>
          </a:p>
          <a:p xmlns:a="http://schemas.openxmlformats.org/drawingml/2006/main">
            <a:r>
              <a:t>          "final_ip_a": 738202.9516,</a:t>
            </a:r>
          </a:p>
          <a:p xmlns:a="http://schemas.openxmlformats.org/drawingml/2006/main">
            <a:r>
              <a:t>          "final_ip_error_a": -15705.350399999996,</a:t>
            </a:r>
          </a:p>
          <a:p xmlns:a="http://schemas.openxmlformats.org/drawingml/2006/main">
            <a:r>
              <a:t>          "final_ip_error_rel": 0.020831910669157207,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0.00005906436382857191,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10.201757164564336,</a:t>
            </a:r>
          </a:p>
          <a:p xmlns:a="http://schemas.openxmlformats.org/drawingml/2006/main">
            <a:r>
              <a:t>          "q_report_rel_diff": 0.01200567365629637,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0.8755121321884627,</a:t>
            </a:r>
          </a:p>
          <a:p xmlns:a="http://schemas.openxmlformats.org/drawingml/2006/main">
            <a:r>
              <a:t>            "q": 6.949919243436022,</a:t>
            </a:r>
          </a:p>
          <a:p xmlns:a="http://schemas.openxmlformats.org/drawingml/2006/main">
            <a:r>
              <a:t>            "shear": 3.915245677052556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0.872620871872402,</a:t>
            </a:r>
          </a:p>
          <a:p xmlns:a="http://schemas.openxmlformats.org/drawingml/2006/main">
            <a:r>
              <a:t>            "q": 8.079810607849039,</a:t>
            </a:r>
          </a:p>
          <a:p xmlns:a="http://schemas.openxmlformats.org/drawingml/2006/main">
            <a:r>
              <a:t>            "shear": 3.9737565519983864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0.9068799037661317,</a:t>
            </a:r>
          </a:p>
          <a:p xmlns:a="http://schemas.openxmlformats.org/drawingml/2006/main">
            <a:r>
              <a:t>            "q": 10.755446250224072,</a:t>
            </a:r>
          </a:p>
          <a:p xmlns:a="http://schemas.openxmlformats.org/drawingml/2006/main">
            <a:r>
              <a:t>            "shear": 4.297794362473909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0.000034592768882565753,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"/pscratch/sd/j/joeschm/cheaseBS_runs/20260925/20260925_03-42-09-129015_ne_ped_scale_0.950/iteration_49/artifacts/EQDSK_COCOS_02_POS_SOURCE_SIGNS.OUT",</a:t>
            </a:r>
          </a:p>
          <a:p xmlns:a="http://schemas.openxmlformats.org/drawingml/2006/main">
            <a:r>
              <a:t>          "final_ip_a": 742980.1796,</a:t>
            </a:r>
          </a:p>
          <a:p xmlns:a="http://schemas.openxmlformats.org/drawingml/2006/main">
            <a:r>
              <a:t>          "final_ip_error_a": -10928.122399999993,</a:t>
            </a:r>
          </a:p>
          <a:p xmlns:a="http://schemas.openxmlformats.org/drawingml/2006/main">
            <a:r>
              <a:t>          "final_ip_error_rel": 0.014495293885223713,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0.000029226292731161547,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10.165665327830537,</a:t>
            </a:r>
          </a:p>
          <a:p xmlns:a="http://schemas.openxmlformats.org/drawingml/2006/main">
            <a:r>
              <a:t>          "q_report_rel_diff": 0.00842539400857535,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0.922298247186883,</a:t>
            </a:r>
          </a:p>
          <a:p xmlns:a="http://schemas.openxmlformats.org/drawingml/2006/main">
            <a:r>
              <a:t>            "q": 6.919993687598844,</a:t>
            </a:r>
          </a:p>
          <a:p xmlns:a="http://schemas.openxmlformats.org/drawingml/2006/main">
            <a:r>
              <a:t>            "shear": 3.911530313374655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0.9211822034064181,</a:t>
            </a:r>
          </a:p>
          <a:p xmlns:a="http://schemas.openxmlformats.org/drawingml/2006/main">
            <a:r>
              <a:t>            "q": 8.045405602195197,</a:t>
            </a:r>
          </a:p>
          <a:p xmlns:a="http://schemas.openxmlformats.org/drawingml/2006/main">
            <a:r>
              <a:t>            "shear": 3.9927410357330966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0.9575253897237043,</a:t>
            </a:r>
          </a:p>
          <a:p xmlns:a="http://schemas.openxmlformats.org/drawingml/2006/main">
            <a:r>
              <a:t>            "q": 10.674572589262544,</a:t>
            </a:r>
          </a:p>
          <a:p xmlns:a="http://schemas.openxmlformats.org/drawingml/2006/main">
            <a:r>
              <a:t>            "shear": 4.201677515215887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0.00000262053464208815,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"/pscratch/sd/j/joeschm/cheaseBS_runs/20260925/20260925_04-15-34-129015_ne_ped_scale_1.000/iteration_49/artifacts/EQDSK_COCOS_02_POS_SOURCE_SIGNS.OUT",</a:t>
            </a:r>
          </a:p>
          <a:p xmlns:a="http://schemas.openxmlformats.org/drawingml/2006/main">
            <a:r>
              <a:t>          "final_ip_a": 748127.1031,</a:t>
            </a:r>
          </a:p>
          <a:p xmlns:a="http://schemas.openxmlformats.org/drawingml/2006/main">
            <a:r>
              <a:t>          "final_ip_error_a": -5781.198900000076,</a:t>
            </a:r>
          </a:p>
          <a:p xmlns:a="http://schemas.openxmlformats.org/drawingml/2006/main">
            <a:r>
              <a:t>          "final_ip_error_rel": 0.007668305130296968,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0.000014442637398012716,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10.125903324534725,</a:t>
            </a:r>
          </a:p>
          <a:p xmlns:a="http://schemas.openxmlformats.org/drawingml/2006/main">
            <a:r>
              <a:t>          "q_report_rel_diff": 0.004481036945159622,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0.969452999672198,</a:t>
            </a:r>
          </a:p>
          <a:p xmlns:a="http://schemas.openxmlformats.org/drawingml/2006/main">
            <a:r>
              <a:t>            "q": 6.8953580384723026,</a:t>
            </a:r>
          </a:p>
          <a:p xmlns:a="http://schemas.openxmlformats.org/drawingml/2006/main">
            <a:r>
              <a:t>            "shear": 3.909839163751903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0.969793458091177,</a:t>
            </a:r>
          </a:p>
          <a:p xmlns:a="http://schemas.openxmlformats.org/drawingml/2006/main">
            <a:r>
              <a:t>            "q": 8.017147561479204,</a:t>
            </a:r>
          </a:p>
          <a:p xmlns:a="http://schemas.openxmlformats.org/drawingml/2006/main">
            <a:r>
              <a:t>            "shear": 4.00411299155465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1.007535779171207,</a:t>
            </a:r>
          </a:p>
          <a:p xmlns:a="http://schemas.openxmlformats.org/drawingml/2006/main">
            <a:r>
              <a:t>            "q": 10.59333221079191,</a:t>
            </a:r>
          </a:p>
          <a:p xmlns:a="http://schemas.openxmlformats.org/drawingml/2006/main">
            <a:r>
              <a:t>            "shear": 4.082314016453757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0.000031765108292182064,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"/pscratch/sd/j/joeschm/cheaseBS_runs/20260925/20260925_04-48-48-129015_ne_ped_scale_1.050/iteration_49/artifacts/EQDSK_COCOS_02_POS_SOURCE_SIGNS.OUT",</a:t>
            </a:r>
          </a:p>
          <a:p xmlns:a="http://schemas.openxmlformats.org/drawingml/2006/main">
            <a:r>
              <a:t>          "final_ip_a": 748598.0694,</a:t>
            </a:r>
          </a:p>
          <a:p xmlns:a="http://schemas.openxmlformats.org/drawingml/2006/main">
            <a:r>
              <a:t>          "final_ip_error_a": -5310.232599999988,</a:t>
            </a:r>
          </a:p>
          <a:p xmlns:a="http://schemas.openxmlformats.org/drawingml/2006/main">
            <a:r>
              <a:t>          "final_ip_error_rel": 0.007043605417147917,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0.00003950211892555499,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10.075530705830161,</a:t>
            </a:r>
          </a:p>
          <a:p xmlns:a="http://schemas.openxmlformats.org/drawingml/2006/main">
            <a:r>
              <a:t>          "q_report_rel_diff": -0.0005158841835860802,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1.0158547761498165,</a:t>
            </a:r>
          </a:p>
          <a:p xmlns:a="http://schemas.openxmlformats.org/drawingml/2006/main">
            <a:r>
              <a:t>            "q": 6.866566984735826,</a:t>
            </a:r>
          </a:p>
          <a:p xmlns:a="http://schemas.openxmlformats.org/drawingml/2006/main">
            <a:r>
              <a:t>            "shear": 3.9013730460252503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1.0168394437427637,</a:t>
            </a:r>
          </a:p>
          <a:p xmlns:a="http://schemas.openxmlformats.org/drawingml/2006/main">
            <a:r>
              <a:t>            "q": 7.980528451175341,</a:t>
            </a:r>
          </a:p>
          <a:p xmlns:a="http://schemas.openxmlformats.org/drawingml/2006/main">
            <a:r>
              <a:t>            "shear": 4.0001183863432335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1.0442049944556717,</a:t>
            </a:r>
          </a:p>
          <a:p xmlns:a="http://schemas.openxmlformats.org/drawingml/2006/main">
            <a:r>
              <a:t>            "q": 10.605253776474962,</a:t>
            </a:r>
          </a:p>
          <a:p xmlns:a="http://schemas.openxmlformats.org/drawingml/2006/main">
            <a:r>
              <a:t>            "shear": 4.532378898659394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0.00019276786674548275,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"/pscratch/sd/j/joeschm/cheaseBS_runs/20260925/20260925_05-22-32-129015_ne_ped_scale_1.100/iteration_24/artifacts/EQDSK_COCOS_02_POS_SOURCE_SIGNS.OUT",</a:t>
            </a:r>
          </a:p>
          <a:p xmlns:a="http://schemas.openxmlformats.org/drawingml/2006/main">
            <a:r>
              <a:t>          "final_ip_a": 752417.6583,</a:t>
            </a:r>
          </a:p>
          <a:p xmlns:a="http://schemas.openxmlformats.org/drawingml/2006/main">
            <a:r>
              <a:t>          "final_ip_error_a": -1490.643700000015,</a:t>
            </a:r>
          </a:p>
          <a:p xmlns:a="http://schemas.openxmlformats.org/drawingml/2006/main">
            <a:r>
              <a:t>          "final_ip_error_rel": 0.0019772214950353672,</a:t>
            </a:r>
          </a:p>
          <a:p xmlns:a="http://schemas.openxmlformats.org/drawingml/2006/main">
            <a:r>
              <a:t>          "final_iteration": 24,</a:t>
            </a:r>
          </a:p>
          <a:p xmlns:a="http://schemas.openxmlformats.org/drawingml/2006/main">
            <a:r>
              <a:t>          "final_q_change_rel": 0.00020088915883454314,</a:t>
            </a:r>
          </a:p>
          <a:p xmlns:a="http://schemas.openxmlformats.org/drawingml/2006/main">
            <a:r>
              <a:t>          "iterations": 25,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10.038036850610535,</a:t>
            </a:r>
          </a:p>
          <a:p xmlns:a="http://schemas.openxmlformats.org/drawingml/2006/main">
            <a:r>
              <a:t>          "q_report_rel_diff": -0.004235242878116413,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1.0663138918235886,</a:t>
            </a:r>
          </a:p>
          <a:p xmlns:a="http://schemas.openxmlformats.org/drawingml/2006/main">
            <a:r>
              <a:t>            "q": 6.840774243753808,</a:t>
            </a:r>
          </a:p>
          <a:p xmlns:a="http://schemas.openxmlformats.org/drawingml/2006/main">
            <a:r>
              <a:t>            "shear": 3.902104577841421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1.0677003906395155,</a:t>
            </a:r>
          </a:p>
          <a:p xmlns:a="http://schemas.openxmlformats.org/drawingml/2006/main">
            <a:r>
              <a:t>            "q": 7.95293345965371,</a:t>
            </a:r>
          </a:p>
          <a:p xmlns:a="http://schemas.openxmlformats.org/drawingml/2006/main">
            <a:r>
              <a:t>            "shear": 4.0203380264006245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1.0894890663706174,</a:t>
            </a:r>
          </a:p>
          <a:p xmlns:a="http://schemas.openxmlformats.org/drawingml/2006/main">
            <a:r>
              <a:t>            "q": 10.561208126103162,</a:t>
            </a:r>
          </a:p>
          <a:p xmlns:a="http://schemas.openxmlformats.org/drawingml/2006/main">
            <a:r>
              <a:t>            "shear": 4.544883526815784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0.00016498231872549295,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"/pscratch/sd/j/joeschm/cheaseBS_runs/20260925/20260925_05-39-37-129015_ne_ped_scale_1.200/iteration_01/artifacts/EQDSK_COCOS_02_POS_SOURCE_SIGNS.OUT",</a:t>
            </a:r>
          </a:p>
          <a:p xmlns:a="http://schemas.openxmlformats.org/drawingml/2006/main">
            <a:r>
              <a:t>          "final_ip_a": 753086.4254,</a:t>
            </a:r>
          </a:p>
          <a:p xmlns:a="http://schemas.openxmlformats.org/drawingml/2006/main">
            <a:r>
              <a:t>          "final_ip_error_a": -821.876600000076,</a:t>
            </a:r>
          </a:p>
          <a:p xmlns:a="http://schemas.openxmlformats.org/drawingml/2006/main">
            <a:r>
              <a:t>          "final_ip_error_rel": 0.0010901545954856403,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0.0006120298184127946,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10.045254061104977,</a:t>
            </a:r>
          </a:p>
          <a:p xmlns:a="http://schemas.openxmlformats.org/drawingml/2006/main">
            <a:r>
              <a:t>          "q_report_rel_diff": -0.003519301707342711,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1.166292125972823,</a:t>
            </a:r>
          </a:p>
          <a:p xmlns:a="http://schemas.openxmlformats.org/drawingml/2006/main">
            <a:r>
              <a:t>            "q": 6.821496158002006,</a:t>
            </a:r>
          </a:p>
          <a:p xmlns:a="http://schemas.openxmlformats.org/drawingml/2006/main">
            <a:r>
              <a:t>            "shear": 3.9169649550926158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1.1642502396147583,</a:t>
            </a:r>
          </a:p>
          <a:p xmlns:a="http://schemas.openxmlformats.org/drawingml/2006/main">
            <a:r>
              <a:t>            "q": 7.938200732610469,</a:t>
            </a:r>
          </a:p>
          <a:p xmlns:a="http://schemas.openxmlformats.org/drawingml/2006/main">
            <a:r>
              <a:t>            "shear": 4.026314097139794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1.1496356809640151,</a:t>
            </a:r>
          </a:p>
          <a:p xmlns:a="http://schemas.openxmlformats.org/drawingml/2006/main">
            <a:r>
              <a:t>            "q": 10.63729179120003,</a:t>
            </a:r>
          </a:p>
          <a:p xmlns:a="http://schemas.openxmlformats.org/drawingml/2006/main">
            <a:r>
              <a:t>            "shear": 4.607313431798747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"mtanh_n1w1"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"n1w1",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"#56B4E9",</a:t>
            </a:r>
          </a:p>
          <a:p xmlns:a="http://schemas.openxmlformats.org/drawingml/2006/main">
            <a:r>
              <a:t>    "root": "C:\\Users\\joesc\\git\\cheaseBS_tests\\data\\129015_129038\\pm0.2_ncscal1_warmup1\\129015",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0.0000393953380220642,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"/pscratch/sd/j/joeschm/cheaseBS_runs/20260924/20260924_22-59-37-129015_Te_ped_scale_0.800/iteration_49/artifacts/EQDSK_COCOS_02_POS_SOURCE_SIGNS.OUT",</a:t>
            </a:r>
          </a:p>
          <a:p xmlns:a="http://schemas.openxmlformats.org/drawingml/2006/main">
            <a:r>
              <a:t>          "final_ip_a": 725588.3139,</a:t>
            </a:r>
          </a:p>
          <a:p xmlns:a="http://schemas.openxmlformats.org/drawingml/2006/main">
            <a:r>
              <a:t>          "final_ip_error_a": -28319.988100000075,</a:t>
            </a:r>
          </a:p>
          <a:p xmlns:a="http://schemas.openxmlformats.org/drawingml/2006/main">
            <a:r>
              <a:t>          "final_ip_error_rel": 0.03756423430392212,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0.00010395908414249352,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10.393080416896902,</a:t>
            </a:r>
          </a:p>
          <a:p xmlns:a="http://schemas.openxmlformats.org/drawingml/2006/main">
            <a:r>
              <a:t>          "q_report_rel_diff": 0.03098477830852915,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0.8376311406169361,</a:t>
            </a:r>
          </a:p>
          <a:p xmlns:a="http://schemas.openxmlformats.org/drawingml/2006/main">
            <a:r>
              <a:t>            "q": 7.040984690509832,</a:t>
            </a:r>
          </a:p>
          <a:p xmlns:a="http://schemas.openxmlformats.org/drawingml/2006/main">
            <a:r>
              <a:t>            "shear": 3.927887242887051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0.8292927154722469,</a:t>
            </a:r>
          </a:p>
          <a:p xmlns:a="http://schemas.openxmlformats.org/drawingml/2006/main">
            <a:r>
              <a:t>            "q": 8.194158626366162,</a:t>
            </a:r>
          </a:p>
          <a:p xmlns:a="http://schemas.openxmlformats.org/drawingml/2006/main">
            <a:r>
              <a:t>            "shear": 4.017864753490073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0.8935444020881786,</a:t>
            </a:r>
          </a:p>
          <a:p xmlns:a="http://schemas.openxmlformats.org/drawingml/2006/main">
            <a:r>
              <a:t>            "q": 11.007750151886313,</a:t>
            </a:r>
          </a:p>
          <a:p xmlns:a="http://schemas.openxmlformats.org/drawingml/2006/main">
            <a:r>
              <a:t>            "shear": 4.395964323535048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0.000029709522895433373,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"/pscratch/sd/j/joeschm/cheaseBS_runs/20260924/20260924_23-33-53-129015_Te_ped_scale_0.900/iteration_49/artifacts/EQDSK_COCOS_02_POS_SOURCE_SIGNS.OUT",</a:t>
            </a:r>
          </a:p>
          <a:p xmlns:a="http://schemas.openxmlformats.org/drawingml/2006/main">
            <a:r>
              <a:t>          "final_ip_a": 735654.4837,</a:t>
            </a:r>
          </a:p>
          <a:p xmlns:a="http://schemas.openxmlformats.org/drawingml/2006/main">
            <a:r>
              <a:t>          "final_ip_error_a": -18253.818300000043,</a:t>
            </a:r>
          </a:p>
          <a:p xmlns:a="http://schemas.openxmlformats.org/drawingml/2006/main">
            <a:r>
              <a:t>          "final_ip_error_rel": 0.024212252672606915,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0.00005939927663110618,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10.269157778160082,</a:t>
            </a:r>
          </a:p>
          <a:p xmlns:a="http://schemas.openxmlformats.org/drawingml/2006/main">
            <a:r>
              <a:t>          "q_report_rel_diff": 0.018691757461911384,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0.9035444522829645,</a:t>
            </a:r>
          </a:p>
          <a:p xmlns:a="http://schemas.openxmlformats.org/drawingml/2006/main">
            <a:r>
              <a:t>            "q": 6.9842345302681705,</a:t>
            </a:r>
          </a:p>
          <a:p xmlns:a="http://schemas.openxmlformats.org/drawingml/2006/main">
            <a:r>
              <a:t>            "shear": 3.9027843746244573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0.8959862862995881,</a:t>
            </a:r>
          </a:p>
          <a:p xmlns:a="http://schemas.openxmlformats.org/drawingml/2006/main">
            <a:r>
              <a:t>            "q": 8.120179602466429,</a:t>
            </a:r>
          </a:p>
          <a:p xmlns:a="http://schemas.openxmlformats.org/drawingml/2006/main">
            <a:r>
              <a:t>            "shear": 4.004458289532279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0.9481816206919943,</a:t>
            </a:r>
          </a:p>
          <a:p xmlns:a="http://schemas.openxmlformats.org/drawingml/2006/main">
            <a:r>
              <a:t>            "q": 10.808389325113358,</a:t>
            </a:r>
          </a:p>
          <a:p xmlns:a="http://schemas.openxmlformats.org/drawingml/2006/main">
            <a:r>
              <a:t>            "shear": 4.248037507408881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0.000023742447482351945,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"/pscratch/sd/j/joeschm/cheaseBS_runs/20260925/20260925_00-07-58-129015_Te_ped_scale_0.950/iteration_49/artifacts/EQDSK_COCOS_02_POS_SOURCE_SIGNS.OUT",</a:t>
            </a:r>
          </a:p>
          <a:p xmlns:a="http://schemas.openxmlformats.org/drawingml/2006/main">
            <a:r>
              <a:t>          "final_ip_a": 740407.6532,</a:t>
            </a:r>
          </a:p>
          <a:p xmlns:a="http://schemas.openxmlformats.org/drawingml/2006/main">
            <a:r>
              <a:t>          "final_ip_error_a": -13500.648800000083,</a:t>
            </a:r>
          </a:p>
          <a:p xmlns:a="http://schemas.openxmlformats.org/drawingml/2006/main">
            <a:r>
              <a:t>          "final_ip_error_rel": 0.01790754759456155,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0.000027191483394669956,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10.213471043571579,</a:t>
            </a:r>
          </a:p>
          <a:p xmlns:a="http://schemas.openxmlformats.org/drawingml/2006/main">
            <a:r>
              <a:t>          "q_report_rel_diff": 0.013167680536545311,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0.9367227502548354,</a:t>
            </a:r>
          </a:p>
          <a:p xmlns:a="http://schemas.openxmlformats.org/drawingml/2006/main">
            <a:r>
              <a:t>            "q": 6.955994218999196,</a:t>
            </a:r>
          </a:p>
          <a:p xmlns:a="http://schemas.openxmlformats.org/drawingml/2006/main">
            <a:r>
              <a:t>            "shear": 3.8910142096194287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0.9297102463416085,</a:t>
            </a:r>
          </a:p>
          <a:p xmlns:a="http://schemas.openxmlformats.org/drawingml/2006/main">
            <a:r>
              <a:t>            "q": 8.083372356790587,</a:t>
            </a:r>
          </a:p>
          <a:p xmlns:a="http://schemas.openxmlformats.org/drawingml/2006/main">
            <a:r>
              <a:t>            "shear": 3.999918532997115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0.9757820205974318,</a:t>
            </a:r>
          </a:p>
          <a:p xmlns:a="http://schemas.openxmlformats.org/drawingml/2006/main">
            <a:r>
              <a:t>            "q": 10.719725886974885,</a:t>
            </a:r>
          </a:p>
          <a:p xmlns:a="http://schemas.openxmlformats.org/drawingml/2006/main">
            <a:r>
              <a:t>            "shear": 4.171899441415002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0.000020509307338140312,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"/pscratch/sd/j/joeschm/cheaseBS_runs/20260925/20260925_00-41-48-129015_Te_ped_scale_1.000/iteration_49/artifacts/EQDSK_COCOS_02_POS_SOURCE_SIGNS.OUT",</a:t>
            </a:r>
          </a:p>
          <a:p xmlns:a="http://schemas.openxmlformats.org/drawingml/2006/main">
            <a:r>
              <a:t>          "final_ip_a": 741380.2728,</a:t>
            </a:r>
          </a:p>
          <a:p xmlns:a="http://schemas.openxmlformats.org/drawingml/2006/main">
            <a:r>
              <a:t>          "final_ip_error_a": -12528.02919999999,</a:t>
            </a:r>
          </a:p>
          <a:p xmlns:a="http://schemas.openxmlformats.org/drawingml/2006/main">
            <a:r>
              <a:t>          "final_ip_error_rel": 0.016617444279052374,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0.000027204563069281633,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10.150885881856235,</a:t>
            </a:r>
          </a:p>
          <a:p xmlns:a="http://schemas.openxmlformats.org/drawingml/2006/main">
            <a:r>
              <a:t>          "q_report_rel_diff": 0.006959285480581499,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0.9692414817622703,</a:t>
            </a:r>
          </a:p>
          <a:p xmlns:a="http://schemas.openxmlformats.org/drawingml/2006/main">
            <a:r>
              <a:t>            "q": 6.921982329018646,</a:t>
            </a:r>
          </a:p>
          <a:p xmlns:a="http://schemas.openxmlformats.org/drawingml/2006/main">
            <a:r>
              <a:t>            "shear": 3.8735514960661273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0.9620688748182484,</a:t>
            </a:r>
          </a:p>
          <a:p xmlns:a="http://schemas.openxmlformats.org/drawingml/2006/main">
            <a:r>
              <a:t>            "q": 8.03701478005336,</a:t>
            </a:r>
          </a:p>
          <a:p xmlns:a="http://schemas.openxmlformats.org/drawingml/2006/main">
            <a:r>
              <a:t>            "shear": 3.978217123679726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0.992661611328964,</a:t>
            </a:r>
          </a:p>
          <a:p xmlns:a="http://schemas.openxmlformats.org/drawingml/2006/main">
            <a:r>
              <a:t>            "q": 10.712228272296999,</a:t>
            </a:r>
          </a:p>
          <a:p xmlns:a="http://schemas.openxmlformats.org/drawingml/2006/main">
            <a:r>
              <a:t>            "shear": 4.538337723100058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0.000015307928096103416,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"/pscratch/sd/j/joeschm/cheaseBS_runs/20260925/20260925_01-15-22-129015_Te_ped_scale_1.050/iteration_49/artifacts/EQDSK_COCOS_02_POS_SOURCE_SIGNS.OUT",</a:t>
            </a:r>
          </a:p>
          <a:p xmlns:a="http://schemas.openxmlformats.org/drawingml/2006/main">
            <a:r>
              <a:t>          "final_ip_a": 746066.489,</a:t>
            </a:r>
          </a:p>
          <a:p xmlns:a="http://schemas.openxmlformats.org/drawingml/2006/main">
            <a:r>
              <a:t>          "final_ip_error_a": -7841.813000000082,</a:t>
            </a:r>
          </a:p>
          <a:p xmlns:a="http://schemas.openxmlformats.org/drawingml/2006/main">
            <a:r>
              <a:t>          "final_ip_error_rel": 0.010401547481566374,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0.0000492834719500412,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10.096079125815725,</a:t>
            </a:r>
          </a:p>
          <a:p xmlns:a="http://schemas.openxmlformats.org/drawingml/2006/main">
            <a:r>
              <a:t>          "q_report_rel_diff": 0.0015225016821640964,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1.0030310042811446,</a:t>
            </a:r>
          </a:p>
          <a:p xmlns:a="http://schemas.openxmlformats.org/drawingml/2006/main">
            <a:r>
              <a:t>            "q": 6.890930141163402,</a:t>
            </a:r>
          </a:p>
          <a:p xmlns:a="http://schemas.openxmlformats.org/drawingml/2006/main">
            <a:r>
              <a:t>            "shear": 3.861723423365449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0.9964209853480085,</a:t>
            </a:r>
          </a:p>
          <a:p xmlns:a="http://schemas.openxmlformats.org/drawingml/2006/main">
            <a:r>
              <a:t>            "q": 7.997087030917176,</a:t>
            </a:r>
          </a:p>
          <a:p xmlns:a="http://schemas.openxmlformats.org/drawingml/2006/main">
            <a:r>
              <a:t>            "shear": 3.9709556289176775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1.0209532548871205,</a:t>
            </a:r>
          </a:p>
          <a:p xmlns:a="http://schemas.openxmlformats.org/drawingml/2006/main">
            <a:r>
              <a:t>            "q": 10.626742909492906,</a:t>
            </a:r>
          </a:p>
          <a:p xmlns:a="http://schemas.openxmlformats.org/drawingml/2006/main">
            <a:r>
              <a:t>            "shear": 4.482960577163875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0.000015458696589160828,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"/pscratch/sd/j/joeschm/cheaseBS_runs/20260925/20260925_01-49-07-129015_Te_ped_scale_1.100/iteration_49/artifacts/EQDSK_COCOS_02_POS_SOURCE_SIGNS.OUT",</a:t>
            </a:r>
          </a:p>
          <a:p xmlns:a="http://schemas.openxmlformats.org/drawingml/2006/main">
            <a:r>
              <a:t>          "final_ip_a": 750177.5873,</a:t>
            </a:r>
          </a:p>
          <a:p xmlns:a="http://schemas.openxmlformats.org/drawingml/2006/main">
            <a:r>
              <a:t>          "final_ip_error_a": -3730.7147000000114,</a:t>
            </a:r>
          </a:p>
          <a:p xmlns:a="http://schemas.openxmlformats.org/drawingml/2006/main">
            <a:r>
              <a:t>          "final_ip_error_rel": 0.004948499293750994,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0.00007983754444293347,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10.050844305777671,</a:t>
            </a:r>
          </a:p>
          <a:p xmlns:a="http://schemas.openxmlformats.org/drawingml/2006/main">
            <a:r>
              <a:t>          "q_report_rel_diff": -0.002964754168655524,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1.0365577351830952,</a:t>
            </a:r>
          </a:p>
          <a:p xmlns:a="http://schemas.openxmlformats.org/drawingml/2006/main">
            <a:r>
              <a:t>            "q": 6.86799675811251,</a:t>
            </a:r>
          </a:p>
          <a:p xmlns:a="http://schemas.openxmlformats.org/drawingml/2006/main">
            <a:r>
              <a:t>            "shear": 3.84925896399903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1.0304400012698125,</a:t>
            </a:r>
          </a:p>
          <a:p xmlns:a="http://schemas.openxmlformats.org/drawingml/2006/main">
            <a:r>
              <a:t>            "q": 7.966281614953763,</a:t>
            </a:r>
          </a:p>
          <a:p xmlns:a="http://schemas.openxmlformats.org/drawingml/2006/main">
            <a:r>
              <a:t>            "shear": 3.9616294580562412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1.0485506239897298,</a:t>
            </a:r>
          </a:p>
          <a:p xmlns:a="http://schemas.openxmlformats.org/drawingml/2006/main">
            <a:r>
              <a:t>            "q": 10.55431900795705,</a:t>
            </a:r>
          </a:p>
          <a:p xmlns:a="http://schemas.openxmlformats.org/drawingml/2006/main">
            <a:r>
              <a:t>            "shear": 4.427004783405081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17,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0.00006289505945456948,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"/pscratch/sd/j/joeschm/cheaseBS_runs/20260925/20260925_02-22-38-129015_Te_ped_scale_1.200/iteration_16/artifacts/EQDSK_COCOS_02_POS_SOURCE_SIGNS.OUT",</a:t>
            </a:r>
          </a:p>
          <a:p xmlns:a="http://schemas.openxmlformats.org/drawingml/2006/main">
            <a:r>
              <a:t>          "final_ip_a": 752646.5465,</a:t>
            </a:r>
          </a:p>
          <a:p xmlns:a="http://schemas.openxmlformats.org/drawingml/2006/main">
            <a:r>
              <a:t>          "final_ip_error_a": -1261.7554999999702,</a:t>
            </a:r>
          </a:p>
          <a:p xmlns:a="http://schemas.openxmlformats.org/drawingml/2006/main">
            <a:r>
              <a:t>          "final_ip_error_rel": 0.0016736193203506734,</a:t>
            </a:r>
          </a:p>
          <a:p xmlns:a="http://schemas.openxmlformats.org/drawingml/2006/main">
            <a:r>
              <a:t>          "final_iteration": 16,</a:t>
            </a:r>
          </a:p>
          <a:p xmlns:a="http://schemas.openxmlformats.org/drawingml/2006/main">
            <a:r>
              <a:t>          "final_q_change_rel": 0.00044702139968537185,</a:t>
            </a:r>
          </a:p>
          <a:p xmlns:a="http://schemas.openxmlformats.org/drawingml/2006/main">
            <a:r>
              <a:t>          "iterations": 17,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10.032547323352768,</a:t>
            </a:r>
          </a:p>
          <a:p xmlns:a="http://schemas.openxmlformats.org/drawingml/2006/main">
            <a:r>
              <a:t>          "q_report_rel_diff": -0.004779799334512758,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1.101493400736764,</a:t>
            </a:r>
          </a:p>
          <a:p xmlns:a="http://schemas.openxmlformats.org/drawingml/2006/main">
            <a:r>
              <a:t>            "q": 6.83934363229853,</a:t>
            </a:r>
          </a:p>
          <a:p xmlns:a="http://schemas.openxmlformats.org/drawingml/2006/main">
            <a:r>
              <a:t>            "shear": 3.883773711522585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1.094098655270166,</a:t>
            </a:r>
          </a:p>
          <a:p xmlns:a="http://schemas.openxmlformats.org/drawingml/2006/main">
            <a:r>
              <a:t>            "q": 7.947187861769008,</a:t>
            </a:r>
          </a:p>
          <a:p xmlns:a="http://schemas.openxmlformats.org/drawingml/2006/main">
            <a:r>
              <a:t>            "shear": 4.023327397425545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1.0879951947459416,</a:t>
            </a:r>
          </a:p>
          <a:p xmlns:a="http://schemas.openxmlformats.org/drawingml/2006/main">
            <a:r>
              <a:t>            "q": 10.527875315675619,</a:t>
            </a:r>
          </a:p>
          <a:p xmlns:a="http://schemas.openxmlformats.org/drawingml/2006/main">
            <a:r>
              <a:t>            "shear": 4.442257775060648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0.00012331377200164735,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"/pscratch/sd/j/joeschm/cheaseBS_runs/20260925/20260925_02-34-31-129015_ne_ped_scale_0.800/iteration_49/artifacts/EQDSK_COCOS_02_POS_SOURCE_SIGNS.OUT",</a:t>
            </a:r>
          </a:p>
          <a:p xmlns:a="http://schemas.openxmlformats.org/drawingml/2006/main">
            <a:r>
              <a:t>          "final_ip_a": 731382.0895,</a:t>
            </a:r>
          </a:p>
          <a:p xmlns:a="http://schemas.openxmlformats.org/drawingml/2006/main">
            <a:r>
              <a:t>          "final_ip_error_a": -22526.212500000023,</a:t>
            </a:r>
          </a:p>
          <a:p xmlns:a="http://schemas.openxmlformats.org/drawingml/2006/main">
            <a:r>
              <a:t>          "final_ip_error_rel": 0.02987924717136226,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0.0001265651863465932,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10.290615089277212,</a:t>
            </a:r>
          </a:p>
          <a:p xmlns:a="http://schemas.openxmlformats.org/drawingml/2006/main">
            <a:r>
              <a:t>          "q_report_rel_diff": 0.02082030455842241,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0.7843620713963081,</a:t>
            </a:r>
          </a:p>
          <a:p xmlns:a="http://schemas.openxmlformats.org/drawingml/2006/main">
            <a:r>
              <a:t>            "q": 6.993051878533296,</a:t>
            </a:r>
          </a:p>
          <a:p xmlns:a="http://schemas.openxmlformats.org/drawingml/2006/main">
            <a:r>
              <a:t>            "shear": 3.921487751046663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0.7799534443611572,</a:t>
            </a:r>
          </a:p>
          <a:p xmlns:a="http://schemas.openxmlformats.org/drawingml/2006/main">
            <a:r>
              <a:t>            "q": 8.13195375241577,</a:t>
            </a:r>
          </a:p>
          <a:p xmlns:a="http://schemas.openxmlformats.org/drawingml/2006/main">
            <a:r>
              <a:t>            "shear": 3.9734446677541553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0.8252258952704643,</a:t>
            </a:r>
          </a:p>
          <a:p xmlns:a="http://schemas.openxmlformats.org/drawingml/2006/main">
            <a:r>
              <a:t>            "q": 10.879139452533968,</a:t>
            </a:r>
          </a:p>
          <a:p xmlns:a="http://schemas.openxmlformats.org/drawingml/2006/main">
            <a:r>
              <a:t>            "shear": 4.256518598121863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0.00006553373728625508,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"/pscratch/sd/j/joeschm/cheaseBS_runs/20260925/20260925_03-08-25-129015_ne_ped_scale_0.900/iteration_49/artifacts/EQDSK_COCOS_02_POS_SOURCE_SIGNS.OUT",</a:t>
            </a:r>
          </a:p>
          <a:p xmlns:a="http://schemas.openxmlformats.org/drawingml/2006/main">
            <a:r>
              <a:t>          "final_ip_a": 738202.9516,</a:t>
            </a:r>
          </a:p>
          <a:p xmlns:a="http://schemas.openxmlformats.org/drawingml/2006/main">
            <a:r>
              <a:t>          "final_ip_error_a": -15705.350399999996,</a:t>
            </a:r>
          </a:p>
          <a:p xmlns:a="http://schemas.openxmlformats.org/drawingml/2006/main">
            <a:r>
              <a:t>          "final_ip_error_rel": 0.020831910669157207,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0.00005906436382857191,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10.201757164564336,</a:t>
            </a:r>
          </a:p>
          <a:p xmlns:a="http://schemas.openxmlformats.org/drawingml/2006/main">
            <a:r>
              <a:t>          "q_report_rel_diff": 0.01200567365629637,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0.8755121321884627,</a:t>
            </a:r>
          </a:p>
          <a:p xmlns:a="http://schemas.openxmlformats.org/drawingml/2006/main">
            <a:r>
              <a:t>            "q": 6.949919243436022,</a:t>
            </a:r>
          </a:p>
          <a:p xmlns:a="http://schemas.openxmlformats.org/drawingml/2006/main">
            <a:r>
              <a:t>            "shear": 3.915245677052556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0.872620871872402,</a:t>
            </a:r>
          </a:p>
          <a:p xmlns:a="http://schemas.openxmlformats.org/drawingml/2006/main">
            <a:r>
              <a:t>            "q": 8.079810607849039,</a:t>
            </a:r>
          </a:p>
          <a:p xmlns:a="http://schemas.openxmlformats.org/drawingml/2006/main">
            <a:r>
              <a:t>            "shear": 3.9737565519983864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0.9068799037661317,</a:t>
            </a:r>
          </a:p>
          <a:p xmlns:a="http://schemas.openxmlformats.org/drawingml/2006/main">
            <a:r>
              <a:t>            "q": 10.755446250224072,</a:t>
            </a:r>
          </a:p>
          <a:p xmlns:a="http://schemas.openxmlformats.org/drawingml/2006/main">
            <a:r>
              <a:t>            "shear": 4.297794362473909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0.000034592768882565753,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"/pscratch/sd/j/joeschm/cheaseBS_runs/20260925/20260925_03-42-09-129015_ne_ped_scale_0.950/iteration_49/artifacts/EQDSK_COCOS_02_POS_SOURCE_SIGNS.OUT",</a:t>
            </a:r>
          </a:p>
          <a:p xmlns:a="http://schemas.openxmlformats.org/drawingml/2006/main">
            <a:r>
              <a:t>          "final_ip_a": 742980.1796,</a:t>
            </a:r>
          </a:p>
          <a:p xmlns:a="http://schemas.openxmlformats.org/drawingml/2006/main">
            <a:r>
              <a:t>          "final_ip_error_a": -10928.122399999993,</a:t>
            </a:r>
          </a:p>
          <a:p xmlns:a="http://schemas.openxmlformats.org/drawingml/2006/main">
            <a:r>
              <a:t>          "final_ip_error_rel": 0.014495293885223713,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0.000029226292731161547,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10.165665327830537,</a:t>
            </a:r>
          </a:p>
          <a:p xmlns:a="http://schemas.openxmlformats.org/drawingml/2006/main">
            <a:r>
              <a:t>          "q_report_rel_diff": 0.00842539400857535,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0.922298247186883,</a:t>
            </a:r>
          </a:p>
          <a:p xmlns:a="http://schemas.openxmlformats.org/drawingml/2006/main">
            <a:r>
              <a:t>            "q": 6.919993687598844,</a:t>
            </a:r>
          </a:p>
          <a:p xmlns:a="http://schemas.openxmlformats.org/drawingml/2006/main">
            <a:r>
              <a:t>            "shear": 3.911530313374655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0.9211822034064181,</a:t>
            </a:r>
          </a:p>
          <a:p xmlns:a="http://schemas.openxmlformats.org/drawingml/2006/main">
            <a:r>
              <a:t>            "q": 8.045405602195197,</a:t>
            </a:r>
          </a:p>
          <a:p xmlns:a="http://schemas.openxmlformats.org/drawingml/2006/main">
            <a:r>
              <a:t>            "shear": 3.9927410357330966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0.9575253897237043,</a:t>
            </a:r>
          </a:p>
          <a:p xmlns:a="http://schemas.openxmlformats.org/drawingml/2006/main">
            <a:r>
              <a:t>            "q": 10.674572589262544,</a:t>
            </a:r>
          </a:p>
          <a:p xmlns:a="http://schemas.openxmlformats.org/drawingml/2006/main">
            <a:r>
              <a:t>            "shear": 4.201677515215887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0.00000262053464208815,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"/pscratch/sd/j/joeschm/cheaseBS_runs/20260925/20260925_04-15-34-129015_ne_ped_scale_1.000/iteration_49/artifacts/EQDSK_COCOS_02_POS_SOURCE_SIGNS.OUT",</a:t>
            </a:r>
          </a:p>
          <a:p xmlns:a="http://schemas.openxmlformats.org/drawingml/2006/main">
            <a:r>
              <a:t>          "final_ip_a": 748127.1031,</a:t>
            </a:r>
          </a:p>
          <a:p xmlns:a="http://schemas.openxmlformats.org/drawingml/2006/main">
            <a:r>
              <a:t>          "final_ip_error_a": -5781.198900000076,</a:t>
            </a:r>
          </a:p>
          <a:p xmlns:a="http://schemas.openxmlformats.org/drawingml/2006/main">
            <a:r>
              <a:t>          "final_ip_error_rel": 0.007668305130296968,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0.000014442637398012716,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10.125903324534725,</a:t>
            </a:r>
          </a:p>
          <a:p xmlns:a="http://schemas.openxmlformats.org/drawingml/2006/main">
            <a:r>
              <a:t>          "q_report_rel_diff": 0.004481036945159622,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0.969452999672198,</a:t>
            </a:r>
          </a:p>
          <a:p xmlns:a="http://schemas.openxmlformats.org/drawingml/2006/main">
            <a:r>
              <a:t>            "q": 6.8953580384723026,</a:t>
            </a:r>
          </a:p>
          <a:p xmlns:a="http://schemas.openxmlformats.org/drawingml/2006/main">
            <a:r>
              <a:t>            "shear": 3.909839163751903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0.969793458091177,</a:t>
            </a:r>
          </a:p>
          <a:p xmlns:a="http://schemas.openxmlformats.org/drawingml/2006/main">
            <a:r>
              <a:t>            "q": 8.017147561479204,</a:t>
            </a:r>
          </a:p>
          <a:p xmlns:a="http://schemas.openxmlformats.org/drawingml/2006/main">
            <a:r>
              <a:t>            "shear": 4.00411299155465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1.007535779171207,</a:t>
            </a:r>
          </a:p>
          <a:p xmlns:a="http://schemas.openxmlformats.org/drawingml/2006/main">
            <a:r>
              <a:t>            "q": 10.59333221079191,</a:t>
            </a:r>
          </a:p>
          <a:p xmlns:a="http://schemas.openxmlformats.org/drawingml/2006/main">
            <a:r>
              <a:t>            "shear": 4.082314016453757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0.000031765108292182064,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"/pscratch/sd/j/joeschm/cheaseBS_runs/20260925/20260925_04-48-48-129015_ne_ped_scale_1.050/iteration_49/artifacts/EQDSK_COCOS_02_POS_SOURCE_SIGNS.OUT",</a:t>
            </a:r>
          </a:p>
          <a:p xmlns:a="http://schemas.openxmlformats.org/drawingml/2006/main">
            <a:r>
              <a:t>          "final_ip_a": 748598.0694,</a:t>
            </a:r>
          </a:p>
          <a:p xmlns:a="http://schemas.openxmlformats.org/drawingml/2006/main">
            <a:r>
              <a:t>          "final_ip_error_a": -5310.232599999988,</a:t>
            </a:r>
          </a:p>
          <a:p xmlns:a="http://schemas.openxmlformats.org/drawingml/2006/main">
            <a:r>
              <a:t>          "final_ip_error_rel": 0.007043605417147917,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0.00003950211892555499,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10.075530705830161,</a:t>
            </a:r>
          </a:p>
          <a:p xmlns:a="http://schemas.openxmlformats.org/drawingml/2006/main">
            <a:r>
              <a:t>          "q_report_rel_diff": -0.0005158841835860802,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1.0158547761498165,</a:t>
            </a:r>
          </a:p>
          <a:p xmlns:a="http://schemas.openxmlformats.org/drawingml/2006/main">
            <a:r>
              <a:t>            "q": 6.866566984735826,</a:t>
            </a:r>
          </a:p>
          <a:p xmlns:a="http://schemas.openxmlformats.org/drawingml/2006/main">
            <a:r>
              <a:t>            "shear": 3.9013730460252503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1.0168394437427637,</a:t>
            </a:r>
          </a:p>
          <a:p xmlns:a="http://schemas.openxmlformats.org/drawingml/2006/main">
            <a:r>
              <a:t>            "q": 7.980528451175341,</a:t>
            </a:r>
          </a:p>
          <a:p xmlns:a="http://schemas.openxmlformats.org/drawingml/2006/main">
            <a:r>
              <a:t>            "shear": 4.0001183863432335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1.0442049944556717,</a:t>
            </a:r>
          </a:p>
          <a:p xmlns:a="http://schemas.openxmlformats.org/drawingml/2006/main">
            <a:r>
              <a:t>            "q": 10.605253776474962,</a:t>
            </a:r>
          </a:p>
          <a:p xmlns:a="http://schemas.openxmlformats.org/drawingml/2006/main">
            <a:r>
              <a:t>            "shear": 4.532378898659394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0.00019276786674548275,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"/pscratch/sd/j/joeschm/cheaseBS_runs/20260925/20260925_05-22-32-129015_ne_ped_scale_1.100/iteration_24/artifacts/EQDSK_COCOS_02_POS_SOURCE_SIGNS.OUT",</a:t>
            </a:r>
          </a:p>
          <a:p xmlns:a="http://schemas.openxmlformats.org/drawingml/2006/main">
            <a:r>
              <a:t>          "final_ip_a": 752417.6583,</a:t>
            </a:r>
          </a:p>
          <a:p xmlns:a="http://schemas.openxmlformats.org/drawingml/2006/main">
            <a:r>
              <a:t>          "final_ip_error_a": -1490.643700000015,</a:t>
            </a:r>
          </a:p>
          <a:p xmlns:a="http://schemas.openxmlformats.org/drawingml/2006/main">
            <a:r>
              <a:t>          "final_ip_error_rel": 0.0019772214950353672,</a:t>
            </a:r>
          </a:p>
          <a:p xmlns:a="http://schemas.openxmlformats.org/drawingml/2006/main">
            <a:r>
              <a:t>          "final_iteration": 24,</a:t>
            </a:r>
          </a:p>
          <a:p xmlns:a="http://schemas.openxmlformats.org/drawingml/2006/main">
            <a:r>
              <a:t>          "final_q_change_rel": 0.00020088915883454314,</a:t>
            </a:r>
          </a:p>
          <a:p xmlns:a="http://schemas.openxmlformats.org/drawingml/2006/main">
            <a:r>
              <a:t>          "iterations": 25,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10.038036850610535,</a:t>
            </a:r>
          </a:p>
          <a:p xmlns:a="http://schemas.openxmlformats.org/drawingml/2006/main">
            <a:r>
              <a:t>          "q_report_rel_diff": -0.004235242878116413,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1.0663138918235886,</a:t>
            </a:r>
          </a:p>
          <a:p xmlns:a="http://schemas.openxmlformats.org/drawingml/2006/main">
            <a:r>
              <a:t>            "q": 6.840774243753808,</a:t>
            </a:r>
          </a:p>
          <a:p xmlns:a="http://schemas.openxmlformats.org/drawingml/2006/main">
            <a:r>
              <a:t>            "shear": 3.902104577841421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1.0677003906395155,</a:t>
            </a:r>
          </a:p>
          <a:p xmlns:a="http://schemas.openxmlformats.org/drawingml/2006/main">
            <a:r>
              <a:t>            "q": 7.95293345965371,</a:t>
            </a:r>
          </a:p>
          <a:p xmlns:a="http://schemas.openxmlformats.org/drawingml/2006/main">
            <a:r>
              <a:t>            "shear": 4.0203380264006245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1.0894890663706174,</a:t>
            </a:r>
          </a:p>
          <a:p xmlns:a="http://schemas.openxmlformats.org/drawingml/2006/main">
            <a:r>
              <a:t>            "q": 10.561208126103162,</a:t>
            </a:r>
          </a:p>
          <a:p xmlns:a="http://schemas.openxmlformats.org/drawingml/2006/main">
            <a:r>
              <a:t>            "shear": 4.544883526815784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0.00016498231872549295,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"/pscratch/sd/j/joeschm/cheaseBS_runs/20260925/20260925_05-39-37-129015_ne_ped_scale_1.200/iteration_01/artifacts/EQDSK_COCOS_02_POS_SOURCE_SIGNS.OUT",</a:t>
            </a:r>
          </a:p>
          <a:p xmlns:a="http://schemas.openxmlformats.org/drawingml/2006/main">
            <a:r>
              <a:t>          "final_ip_a": 753086.4254,</a:t>
            </a:r>
          </a:p>
          <a:p xmlns:a="http://schemas.openxmlformats.org/drawingml/2006/main">
            <a:r>
              <a:t>          "final_ip_error_a": -821.876600000076,</a:t>
            </a:r>
          </a:p>
          <a:p xmlns:a="http://schemas.openxmlformats.org/drawingml/2006/main">
            <a:r>
              <a:t>          "final_ip_error_rel": 0.0010901545954856403,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0.0006120298184127946,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10.045254061104977,</a:t>
            </a:r>
          </a:p>
          <a:p xmlns:a="http://schemas.openxmlformats.org/drawingml/2006/main">
            <a:r>
              <a:t>          "q_report_rel_diff": -0.003519301707342711,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1.166292125972823,</a:t>
            </a:r>
          </a:p>
          <a:p xmlns:a="http://schemas.openxmlformats.org/drawingml/2006/main">
            <a:r>
              <a:t>            "q": 6.821496158002006,</a:t>
            </a:r>
          </a:p>
          <a:p xmlns:a="http://schemas.openxmlformats.org/drawingml/2006/main">
            <a:r>
              <a:t>            "shear": 3.9169649550926158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1.1642502396147583,</a:t>
            </a:r>
          </a:p>
          <a:p xmlns:a="http://schemas.openxmlformats.org/drawingml/2006/main">
            <a:r>
              <a:t>            "q": 7.938200732610469,</a:t>
            </a:r>
          </a:p>
          <a:p xmlns:a="http://schemas.openxmlformats.org/drawingml/2006/main">
            <a:r>
              <a:t>            "shear": 4.026314097139794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1.1496356809640151,</a:t>
            </a:r>
          </a:p>
          <a:p xmlns:a="http://schemas.openxmlformats.org/drawingml/2006/main">
            <a:r>
              <a:t>            "q": 10.63729179120003,</a:t>
            </a:r>
          </a:p>
          <a:p xmlns:a="http://schemas.openxmlformats.org/drawingml/2006/main">
            <a:r>
              <a:t>            "shear": 4.607313431798747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"mtanh_n1w1"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"n1w2",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"#009E73",</a:t>
            </a:r>
          </a:p>
          <a:p xmlns:a="http://schemas.openxmlformats.org/drawingml/2006/main">
            <a:r>
              <a:t>    "root": "C:\\Users\\joesc\\git\\cheaseBS_tests\\data\\129015_129038\\pm0.2_ncscal1_warmup2\\129015",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0.0000393953380220642,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"/pscratch/sd/j/joeschm/cheaseBS_runs/20260924/20260924_22-59-38-129015_Te_ped_scale_0.800/iteration_49/artifacts/EQDSK_COCOS_02_POS_SOURCE_SIGNS.OUT",</a:t>
            </a:r>
          </a:p>
          <a:p xmlns:a="http://schemas.openxmlformats.org/drawingml/2006/main">
            <a:r>
              <a:t>          "final_ip_a": 725588.3139,</a:t>
            </a:r>
          </a:p>
          <a:p xmlns:a="http://schemas.openxmlformats.org/drawingml/2006/main">
            <a:r>
              <a:t>          "final_ip_error_a": -28319.988100000075,</a:t>
            </a:r>
          </a:p>
          <a:p xmlns:a="http://schemas.openxmlformats.org/drawingml/2006/main">
            <a:r>
              <a:t>          "final_ip_error_rel": 0.03756423430392212,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0.00010395908414249352,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10.393080416896902,</a:t>
            </a:r>
          </a:p>
          <a:p xmlns:a="http://schemas.openxmlformats.org/drawingml/2006/main">
            <a:r>
              <a:t>          "q_report_rel_diff": 0.03098477830852915,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0.8376311406169361,</a:t>
            </a:r>
          </a:p>
          <a:p xmlns:a="http://schemas.openxmlformats.org/drawingml/2006/main">
            <a:r>
              <a:t>            "q": 7.040984690509832,</a:t>
            </a:r>
          </a:p>
          <a:p xmlns:a="http://schemas.openxmlformats.org/drawingml/2006/main">
            <a:r>
              <a:t>            "shear": 3.927887242887051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0.8292927154722469,</a:t>
            </a:r>
          </a:p>
          <a:p xmlns:a="http://schemas.openxmlformats.org/drawingml/2006/main">
            <a:r>
              <a:t>            "q": 8.194158626366162,</a:t>
            </a:r>
          </a:p>
          <a:p xmlns:a="http://schemas.openxmlformats.org/drawingml/2006/main">
            <a:r>
              <a:t>            "shear": 4.017864753490073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0.8935444020881786,</a:t>
            </a:r>
          </a:p>
          <a:p xmlns:a="http://schemas.openxmlformats.org/drawingml/2006/main">
            <a:r>
              <a:t>            "q": 11.007750151886313,</a:t>
            </a:r>
          </a:p>
          <a:p xmlns:a="http://schemas.openxmlformats.org/drawingml/2006/main">
            <a:r>
              <a:t>            "shear": 4.395964323535048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0.000029709522895433373,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"/pscratch/sd/j/joeschm/cheaseBS_runs/20260924/20260924_23-33-41-129015_Te_ped_scale_0.900/iteration_49/artifacts/EQDSK_COCOS_02_POS_SOURCE_SIGNS.OUT",</a:t>
            </a:r>
          </a:p>
          <a:p xmlns:a="http://schemas.openxmlformats.org/drawingml/2006/main">
            <a:r>
              <a:t>          "final_ip_a": 735654.4837,</a:t>
            </a:r>
          </a:p>
          <a:p xmlns:a="http://schemas.openxmlformats.org/drawingml/2006/main">
            <a:r>
              <a:t>          "final_ip_error_a": -18253.818300000043,</a:t>
            </a:r>
          </a:p>
          <a:p xmlns:a="http://schemas.openxmlformats.org/drawingml/2006/main">
            <a:r>
              <a:t>          "final_ip_error_rel": 0.024212252672606915,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0.00005939927663110618,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10.269157778160082,</a:t>
            </a:r>
          </a:p>
          <a:p xmlns:a="http://schemas.openxmlformats.org/drawingml/2006/main">
            <a:r>
              <a:t>          "q_report_rel_diff": 0.018691757461911384,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0.9035444522829645,</a:t>
            </a:r>
          </a:p>
          <a:p xmlns:a="http://schemas.openxmlformats.org/drawingml/2006/main">
            <a:r>
              <a:t>            "q": 6.9842345302681705,</a:t>
            </a:r>
          </a:p>
          <a:p xmlns:a="http://schemas.openxmlformats.org/drawingml/2006/main">
            <a:r>
              <a:t>            "shear": 3.9027843746244573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0.8959862862995881,</a:t>
            </a:r>
          </a:p>
          <a:p xmlns:a="http://schemas.openxmlformats.org/drawingml/2006/main">
            <a:r>
              <a:t>            "q": 8.120179602466429,</a:t>
            </a:r>
          </a:p>
          <a:p xmlns:a="http://schemas.openxmlformats.org/drawingml/2006/main">
            <a:r>
              <a:t>            "shear": 4.004458289532279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0.9481816206919943,</a:t>
            </a:r>
          </a:p>
          <a:p xmlns:a="http://schemas.openxmlformats.org/drawingml/2006/main">
            <a:r>
              <a:t>            "q": 10.808389325113358,</a:t>
            </a:r>
          </a:p>
          <a:p xmlns:a="http://schemas.openxmlformats.org/drawingml/2006/main">
            <a:r>
              <a:t>            "shear": 4.248037507408881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0.000023742447482351945,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"/pscratch/sd/j/joeschm/cheaseBS_runs/20260925/20260925_00-06-50-129015_Te_ped_scale_0.950/iteration_49/artifacts/EQDSK_COCOS_02_POS_SOURCE_SIGNS.OUT",</a:t>
            </a:r>
          </a:p>
          <a:p xmlns:a="http://schemas.openxmlformats.org/drawingml/2006/main">
            <a:r>
              <a:t>          "final_ip_a": 740407.6532,</a:t>
            </a:r>
          </a:p>
          <a:p xmlns:a="http://schemas.openxmlformats.org/drawingml/2006/main">
            <a:r>
              <a:t>          "final_ip_error_a": -13500.648800000083,</a:t>
            </a:r>
          </a:p>
          <a:p xmlns:a="http://schemas.openxmlformats.org/drawingml/2006/main">
            <a:r>
              <a:t>          "final_ip_error_rel": 0.01790754759456155,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0.000027191483394669956,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10.213471043571579,</a:t>
            </a:r>
          </a:p>
          <a:p xmlns:a="http://schemas.openxmlformats.org/drawingml/2006/main">
            <a:r>
              <a:t>          "q_report_rel_diff": 0.013167680536545311,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0.9367227502548354,</a:t>
            </a:r>
          </a:p>
          <a:p xmlns:a="http://schemas.openxmlformats.org/drawingml/2006/main">
            <a:r>
              <a:t>            "q": 6.955994218999196,</a:t>
            </a:r>
          </a:p>
          <a:p xmlns:a="http://schemas.openxmlformats.org/drawingml/2006/main">
            <a:r>
              <a:t>            "shear": 3.8910142096194287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0.9297102463416085,</a:t>
            </a:r>
          </a:p>
          <a:p xmlns:a="http://schemas.openxmlformats.org/drawingml/2006/main">
            <a:r>
              <a:t>            "q": 8.083372356790587,</a:t>
            </a:r>
          </a:p>
          <a:p xmlns:a="http://schemas.openxmlformats.org/drawingml/2006/main">
            <a:r>
              <a:t>            "shear": 3.999918532997115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0.9757820205974318,</a:t>
            </a:r>
          </a:p>
          <a:p xmlns:a="http://schemas.openxmlformats.org/drawingml/2006/main">
            <a:r>
              <a:t>            "q": 10.719725886974885,</a:t>
            </a:r>
          </a:p>
          <a:p xmlns:a="http://schemas.openxmlformats.org/drawingml/2006/main">
            <a:r>
              <a:t>            "shear": 4.171899441415002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0.000020509307338140312,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"/pscratch/sd/j/joeschm/cheaseBS_runs/20260925/20260925_00-40-08-129015_Te_ped_scale_1.000/iteration_49/artifacts/EQDSK_COCOS_02_POS_SOURCE_SIGNS.OUT",</a:t>
            </a:r>
          </a:p>
          <a:p xmlns:a="http://schemas.openxmlformats.org/drawingml/2006/main">
            <a:r>
              <a:t>          "final_ip_a": 741380.2728,</a:t>
            </a:r>
          </a:p>
          <a:p xmlns:a="http://schemas.openxmlformats.org/drawingml/2006/main">
            <a:r>
              <a:t>          "final_ip_error_a": -12528.02919999999,</a:t>
            </a:r>
          </a:p>
          <a:p xmlns:a="http://schemas.openxmlformats.org/drawingml/2006/main">
            <a:r>
              <a:t>          "final_ip_error_rel": 0.016617444279052374,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0.000027204563069281633,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10.150885881856235,</a:t>
            </a:r>
          </a:p>
          <a:p xmlns:a="http://schemas.openxmlformats.org/drawingml/2006/main">
            <a:r>
              <a:t>          "q_report_rel_diff": 0.006959285480581499,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0.9692414817622703,</a:t>
            </a:r>
          </a:p>
          <a:p xmlns:a="http://schemas.openxmlformats.org/drawingml/2006/main">
            <a:r>
              <a:t>            "q": 6.921982329018646,</a:t>
            </a:r>
          </a:p>
          <a:p xmlns:a="http://schemas.openxmlformats.org/drawingml/2006/main">
            <a:r>
              <a:t>            "shear": 3.8735514960661273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0.9620688748182484,</a:t>
            </a:r>
          </a:p>
          <a:p xmlns:a="http://schemas.openxmlformats.org/drawingml/2006/main">
            <a:r>
              <a:t>            "q": 8.03701478005336,</a:t>
            </a:r>
          </a:p>
          <a:p xmlns:a="http://schemas.openxmlformats.org/drawingml/2006/main">
            <a:r>
              <a:t>            "shear": 3.978217123679726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0.992661611328964,</a:t>
            </a:r>
          </a:p>
          <a:p xmlns:a="http://schemas.openxmlformats.org/drawingml/2006/main">
            <a:r>
              <a:t>            "q": 10.712228272296999,</a:t>
            </a:r>
          </a:p>
          <a:p xmlns:a="http://schemas.openxmlformats.org/drawingml/2006/main">
            <a:r>
              <a:t>            "shear": 4.538337723100058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0.000015307928096103416,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"/pscratch/sd/j/joeschm/cheaseBS_runs/20260925/20260925_01-13-15-129015_Te_ped_scale_1.050/iteration_49/artifacts/EQDSK_COCOS_02_POS_SOURCE_SIGNS.OUT",</a:t>
            </a:r>
          </a:p>
          <a:p xmlns:a="http://schemas.openxmlformats.org/drawingml/2006/main">
            <a:r>
              <a:t>          "final_ip_a": 746066.489,</a:t>
            </a:r>
          </a:p>
          <a:p xmlns:a="http://schemas.openxmlformats.org/drawingml/2006/main">
            <a:r>
              <a:t>          "final_ip_error_a": -7841.813000000082,</a:t>
            </a:r>
          </a:p>
          <a:p xmlns:a="http://schemas.openxmlformats.org/drawingml/2006/main">
            <a:r>
              <a:t>          "final_ip_error_rel": 0.010401547481566374,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0.0000492834719500412,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10.096079125815725,</a:t>
            </a:r>
          </a:p>
          <a:p xmlns:a="http://schemas.openxmlformats.org/drawingml/2006/main">
            <a:r>
              <a:t>          "q_report_rel_diff": 0.0015225016821640964,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1.0030310042811446,</a:t>
            </a:r>
          </a:p>
          <a:p xmlns:a="http://schemas.openxmlformats.org/drawingml/2006/main">
            <a:r>
              <a:t>            "q": 6.890930141163402,</a:t>
            </a:r>
          </a:p>
          <a:p xmlns:a="http://schemas.openxmlformats.org/drawingml/2006/main">
            <a:r>
              <a:t>            "shear": 3.861723423365449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0.9964209853480085,</a:t>
            </a:r>
          </a:p>
          <a:p xmlns:a="http://schemas.openxmlformats.org/drawingml/2006/main">
            <a:r>
              <a:t>            "q": 7.997087030917176,</a:t>
            </a:r>
          </a:p>
          <a:p xmlns:a="http://schemas.openxmlformats.org/drawingml/2006/main">
            <a:r>
              <a:t>            "shear": 3.9709556289176775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1.0209532548871205,</a:t>
            </a:r>
          </a:p>
          <a:p xmlns:a="http://schemas.openxmlformats.org/drawingml/2006/main">
            <a:r>
              <a:t>            "q": 10.626742909492906,</a:t>
            </a:r>
          </a:p>
          <a:p xmlns:a="http://schemas.openxmlformats.org/drawingml/2006/main">
            <a:r>
              <a:t>            "shear": 4.482960577163875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0.000015458696589160828,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"/pscratch/sd/j/joeschm/cheaseBS_runs/20260925/20260925_01-46-43-129015_Te_ped_scale_1.100/iteration_49/artifacts/EQDSK_COCOS_02_POS_SOURCE_SIGNS.OUT",</a:t>
            </a:r>
          </a:p>
          <a:p xmlns:a="http://schemas.openxmlformats.org/drawingml/2006/main">
            <a:r>
              <a:t>          "final_ip_a": 750177.5873,</a:t>
            </a:r>
          </a:p>
          <a:p xmlns:a="http://schemas.openxmlformats.org/drawingml/2006/main">
            <a:r>
              <a:t>          "final_ip_error_a": -3730.7147000000114,</a:t>
            </a:r>
          </a:p>
          <a:p xmlns:a="http://schemas.openxmlformats.org/drawingml/2006/main">
            <a:r>
              <a:t>          "final_ip_error_rel": 0.004948499293750994,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0.00007983754444293347,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10.050844305777671,</a:t>
            </a:r>
          </a:p>
          <a:p xmlns:a="http://schemas.openxmlformats.org/drawingml/2006/main">
            <a:r>
              <a:t>          "q_report_rel_diff": -0.002964754168655524,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1.0365577351830952,</a:t>
            </a:r>
          </a:p>
          <a:p xmlns:a="http://schemas.openxmlformats.org/drawingml/2006/main">
            <a:r>
              <a:t>            "q": 6.86799675811251,</a:t>
            </a:r>
          </a:p>
          <a:p xmlns:a="http://schemas.openxmlformats.org/drawingml/2006/main">
            <a:r>
              <a:t>            "shear": 3.84925896399903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1.0304400012698125,</a:t>
            </a:r>
          </a:p>
          <a:p xmlns:a="http://schemas.openxmlformats.org/drawingml/2006/main">
            <a:r>
              <a:t>            "q": 7.966281614953763,</a:t>
            </a:r>
          </a:p>
          <a:p xmlns:a="http://schemas.openxmlformats.org/drawingml/2006/main">
            <a:r>
              <a:t>            "shear": 3.9616294580562412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1.0485506239897298,</a:t>
            </a:r>
          </a:p>
          <a:p xmlns:a="http://schemas.openxmlformats.org/drawingml/2006/main">
            <a:r>
              <a:t>            "q": 10.55431900795705,</a:t>
            </a:r>
          </a:p>
          <a:p xmlns:a="http://schemas.openxmlformats.org/drawingml/2006/main">
            <a:r>
              <a:t>            "shear": 4.427004783405081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17,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0.00006289505945456948,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"/pscratch/sd/j/joeschm/cheaseBS_runs/20260925/20260925_02-19-45-129015_Te_ped_scale_1.200/iteration_16/artifacts/EQDSK_COCOS_02_POS_SOURCE_SIGNS.OUT",</a:t>
            </a:r>
          </a:p>
          <a:p xmlns:a="http://schemas.openxmlformats.org/drawingml/2006/main">
            <a:r>
              <a:t>          "final_ip_a": 752646.5465,</a:t>
            </a:r>
          </a:p>
          <a:p xmlns:a="http://schemas.openxmlformats.org/drawingml/2006/main">
            <a:r>
              <a:t>          "final_ip_error_a": -1261.7554999999702,</a:t>
            </a:r>
          </a:p>
          <a:p xmlns:a="http://schemas.openxmlformats.org/drawingml/2006/main">
            <a:r>
              <a:t>          "final_ip_error_rel": 0.0016736193203506734,</a:t>
            </a:r>
          </a:p>
          <a:p xmlns:a="http://schemas.openxmlformats.org/drawingml/2006/main">
            <a:r>
              <a:t>          "final_iteration": 16,</a:t>
            </a:r>
          </a:p>
          <a:p xmlns:a="http://schemas.openxmlformats.org/drawingml/2006/main">
            <a:r>
              <a:t>          "final_q_change_rel": 0.00044702139968537185,</a:t>
            </a:r>
          </a:p>
          <a:p xmlns:a="http://schemas.openxmlformats.org/drawingml/2006/main">
            <a:r>
              <a:t>          "iterations": 17,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10.032547323352768,</a:t>
            </a:r>
          </a:p>
          <a:p xmlns:a="http://schemas.openxmlformats.org/drawingml/2006/main">
            <a:r>
              <a:t>          "q_report_rel_diff": -0.004779799334512758,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1.101493400736764,</a:t>
            </a:r>
          </a:p>
          <a:p xmlns:a="http://schemas.openxmlformats.org/drawingml/2006/main">
            <a:r>
              <a:t>            "q": 6.83934363229853,</a:t>
            </a:r>
          </a:p>
          <a:p xmlns:a="http://schemas.openxmlformats.org/drawingml/2006/main">
            <a:r>
              <a:t>            "shear": 3.883773711522585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1.094098655270166,</a:t>
            </a:r>
          </a:p>
          <a:p xmlns:a="http://schemas.openxmlformats.org/drawingml/2006/main">
            <a:r>
              <a:t>            "q": 7.947187861769008,</a:t>
            </a:r>
          </a:p>
          <a:p xmlns:a="http://schemas.openxmlformats.org/drawingml/2006/main">
            <a:r>
              <a:t>            "shear": 4.023327397425545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1.0879951947459416,</a:t>
            </a:r>
          </a:p>
          <a:p xmlns:a="http://schemas.openxmlformats.org/drawingml/2006/main">
            <a:r>
              <a:t>            "q": 10.527875315675619,</a:t>
            </a:r>
          </a:p>
          <a:p xmlns:a="http://schemas.openxmlformats.org/drawingml/2006/main">
            <a:r>
              <a:t>            "shear": 4.442257775060648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0.00012331377200164735,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"/pscratch/sd/j/joeschm/cheaseBS_runs/20260925/20260925_02-31-29-129015_ne_ped_scale_0.800/iteration_49/artifacts/EQDSK_COCOS_02_POS_SOURCE_SIGNS.OUT",</a:t>
            </a:r>
          </a:p>
          <a:p xmlns:a="http://schemas.openxmlformats.org/drawingml/2006/main">
            <a:r>
              <a:t>          "final_ip_a": 731382.0895,</a:t>
            </a:r>
          </a:p>
          <a:p xmlns:a="http://schemas.openxmlformats.org/drawingml/2006/main">
            <a:r>
              <a:t>          "final_ip_error_a": -22526.212500000023,</a:t>
            </a:r>
          </a:p>
          <a:p xmlns:a="http://schemas.openxmlformats.org/drawingml/2006/main">
            <a:r>
              <a:t>          "final_ip_error_rel": 0.02987924717136226,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0.0001265651863465932,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10.290615089277212,</a:t>
            </a:r>
          </a:p>
          <a:p xmlns:a="http://schemas.openxmlformats.org/drawingml/2006/main">
            <a:r>
              <a:t>          "q_report_rel_diff": 0.02082030455842241,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0.7843620713963081,</a:t>
            </a:r>
          </a:p>
          <a:p xmlns:a="http://schemas.openxmlformats.org/drawingml/2006/main">
            <a:r>
              <a:t>            "q": 6.993051878533296,</a:t>
            </a:r>
          </a:p>
          <a:p xmlns:a="http://schemas.openxmlformats.org/drawingml/2006/main">
            <a:r>
              <a:t>            "shear": 3.921487751046663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0.7799534443611572,</a:t>
            </a:r>
          </a:p>
          <a:p xmlns:a="http://schemas.openxmlformats.org/drawingml/2006/main">
            <a:r>
              <a:t>            "q": 8.13195375241577,</a:t>
            </a:r>
          </a:p>
          <a:p xmlns:a="http://schemas.openxmlformats.org/drawingml/2006/main">
            <a:r>
              <a:t>            "shear": 3.9734446677541553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0.8252258952704643,</a:t>
            </a:r>
          </a:p>
          <a:p xmlns:a="http://schemas.openxmlformats.org/drawingml/2006/main">
            <a:r>
              <a:t>            "q": 10.879139452533968,</a:t>
            </a:r>
          </a:p>
          <a:p xmlns:a="http://schemas.openxmlformats.org/drawingml/2006/main">
            <a:r>
              <a:t>            "shear": 4.256518598121863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0.00006553373728625508,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"/pscratch/sd/j/joeschm/cheaseBS_runs/20260925/20260925_03-04-56-129015_ne_ped_scale_0.900/iteration_49/artifacts/EQDSK_COCOS_02_POS_SOURCE_SIGNS.OUT",</a:t>
            </a:r>
          </a:p>
          <a:p xmlns:a="http://schemas.openxmlformats.org/drawingml/2006/main">
            <a:r>
              <a:t>          "final_ip_a": 738202.9516,</a:t>
            </a:r>
          </a:p>
          <a:p xmlns:a="http://schemas.openxmlformats.org/drawingml/2006/main">
            <a:r>
              <a:t>          "final_ip_error_a": -15705.350399999996,</a:t>
            </a:r>
          </a:p>
          <a:p xmlns:a="http://schemas.openxmlformats.org/drawingml/2006/main">
            <a:r>
              <a:t>          "final_ip_error_rel": 0.020831910669157207,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0.00005906436382857191,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10.201757164564336,</a:t>
            </a:r>
          </a:p>
          <a:p xmlns:a="http://schemas.openxmlformats.org/drawingml/2006/main">
            <a:r>
              <a:t>          "q_report_rel_diff": 0.01200567365629637,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0.8755121321884627,</a:t>
            </a:r>
          </a:p>
          <a:p xmlns:a="http://schemas.openxmlformats.org/drawingml/2006/main">
            <a:r>
              <a:t>            "q": 6.949919243436022,</a:t>
            </a:r>
          </a:p>
          <a:p xmlns:a="http://schemas.openxmlformats.org/drawingml/2006/main">
            <a:r>
              <a:t>            "shear": 3.915245677052556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0.872620871872402,</a:t>
            </a:r>
          </a:p>
          <a:p xmlns:a="http://schemas.openxmlformats.org/drawingml/2006/main">
            <a:r>
              <a:t>            "q": 8.079810607849039,</a:t>
            </a:r>
          </a:p>
          <a:p xmlns:a="http://schemas.openxmlformats.org/drawingml/2006/main">
            <a:r>
              <a:t>            "shear": 3.9737565519983864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0.9068799037661317,</a:t>
            </a:r>
          </a:p>
          <a:p xmlns:a="http://schemas.openxmlformats.org/drawingml/2006/main">
            <a:r>
              <a:t>            "q": 10.755446250224072,</a:t>
            </a:r>
          </a:p>
          <a:p xmlns:a="http://schemas.openxmlformats.org/drawingml/2006/main">
            <a:r>
              <a:t>            "shear": 4.297794362473909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0.000034592768882565753,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"/pscratch/sd/j/joeschm/cheaseBS_runs/20260925/20260925_03-38-12-129015_ne_ped_scale_0.950/iteration_49/artifacts/EQDSK_COCOS_02_POS_SOURCE_SIGNS.OUT",</a:t>
            </a:r>
          </a:p>
          <a:p xmlns:a="http://schemas.openxmlformats.org/drawingml/2006/main">
            <a:r>
              <a:t>          "final_ip_a": 742980.1796,</a:t>
            </a:r>
          </a:p>
          <a:p xmlns:a="http://schemas.openxmlformats.org/drawingml/2006/main">
            <a:r>
              <a:t>          "final_ip_error_a": -10928.122399999993,</a:t>
            </a:r>
          </a:p>
          <a:p xmlns:a="http://schemas.openxmlformats.org/drawingml/2006/main">
            <a:r>
              <a:t>          "final_ip_error_rel": 0.014495293885223713,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0.000029226292731161547,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10.165665327830537,</a:t>
            </a:r>
          </a:p>
          <a:p xmlns:a="http://schemas.openxmlformats.org/drawingml/2006/main">
            <a:r>
              <a:t>          "q_report_rel_diff": 0.00842539400857535,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0.922298247186883,</a:t>
            </a:r>
          </a:p>
          <a:p xmlns:a="http://schemas.openxmlformats.org/drawingml/2006/main">
            <a:r>
              <a:t>            "q": 6.919993687598844,</a:t>
            </a:r>
          </a:p>
          <a:p xmlns:a="http://schemas.openxmlformats.org/drawingml/2006/main">
            <a:r>
              <a:t>            "shear": 3.911530313374655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0.9211822034064181,</a:t>
            </a:r>
          </a:p>
          <a:p xmlns:a="http://schemas.openxmlformats.org/drawingml/2006/main">
            <a:r>
              <a:t>            "q": 8.045405602195197,</a:t>
            </a:r>
          </a:p>
          <a:p xmlns:a="http://schemas.openxmlformats.org/drawingml/2006/main">
            <a:r>
              <a:t>            "shear": 3.9927410357330966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0.9575253897237043,</a:t>
            </a:r>
          </a:p>
          <a:p xmlns:a="http://schemas.openxmlformats.org/drawingml/2006/main">
            <a:r>
              <a:t>            "q": 10.674572589262544,</a:t>
            </a:r>
          </a:p>
          <a:p xmlns:a="http://schemas.openxmlformats.org/drawingml/2006/main">
            <a:r>
              <a:t>            "shear": 4.201677515215887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0.00000262053464208815,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"/pscratch/sd/j/joeschm/cheaseBS_runs/20260925/20260925_04-11-41-129015_ne_ped_scale_1.000/iteration_49/artifacts/EQDSK_COCOS_02_POS_SOURCE_SIGNS.OUT",</a:t>
            </a:r>
          </a:p>
          <a:p xmlns:a="http://schemas.openxmlformats.org/drawingml/2006/main">
            <a:r>
              <a:t>          "final_ip_a": 748127.1031,</a:t>
            </a:r>
          </a:p>
          <a:p xmlns:a="http://schemas.openxmlformats.org/drawingml/2006/main">
            <a:r>
              <a:t>          "final_ip_error_a": -5781.198900000076,</a:t>
            </a:r>
          </a:p>
          <a:p xmlns:a="http://schemas.openxmlformats.org/drawingml/2006/main">
            <a:r>
              <a:t>          "final_ip_error_rel": 0.007668305130296968,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0.000014442637398012716,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10.125903324534725,</a:t>
            </a:r>
          </a:p>
          <a:p xmlns:a="http://schemas.openxmlformats.org/drawingml/2006/main">
            <a:r>
              <a:t>          "q_report_rel_diff": 0.004481036945159622,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0.969452999672198,</a:t>
            </a:r>
          </a:p>
          <a:p xmlns:a="http://schemas.openxmlformats.org/drawingml/2006/main">
            <a:r>
              <a:t>            "q": 6.8953580384723026,</a:t>
            </a:r>
          </a:p>
          <a:p xmlns:a="http://schemas.openxmlformats.org/drawingml/2006/main">
            <a:r>
              <a:t>            "shear": 3.909839163751903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0.969793458091177,</a:t>
            </a:r>
          </a:p>
          <a:p xmlns:a="http://schemas.openxmlformats.org/drawingml/2006/main">
            <a:r>
              <a:t>            "q": 8.017147561479204,</a:t>
            </a:r>
          </a:p>
          <a:p xmlns:a="http://schemas.openxmlformats.org/drawingml/2006/main">
            <a:r>
              <a:t>            "shear": 4.00411299155465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1.007535779171207,</a:t>
            </a:r>
          </a:p>
          <a:p xmlns:a="http://schemas.openxmlformats.org/drawingml/2006/main">
            <a:r>
              <a:t>            "q": 10.59333221079191,</a:t>
            </a:r>
          </a:p>
          <a:p xmlns:a="http://schemas.openxmlformats.org/drawingml/2006/main">
            <a:r>
              <a:t>            "shear": 4.082314016453757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0.000031765108292182064,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"/pscratch/sd/j/joeschm/cheaseBS_runs/20260925/20260925_04-44-39-129015_ne_ped_scale_1.050/iteration_49/artifacts/EQDSK_COCOS_02_POS_SOURCE_SIGNS.OUT",</a:t>
            </a:r>
          </a:p>
          <a:p xmlns:a="http://schemas.openxmlformats.org/drawingml/2006/main">
            <a:r>
              <a:t>          "final_ip_a": 748598.0694,</a:t>
            </a:r>
          </a:p>
          <a:p xmlns:a="http://schemas.openxmlformats.org/drawingml/2006/main">
            <a:r>
              <a:t>          "final_ip_error_a": -5310.232599999988,</a:t>
            </a:r>
          </a:p>
          <a:p xmlns:a="http://schemas.openxmlformats.org/drawingml/2006/main">
            <a:r>
              <a:t>          "final_ip_error_rel": 0.007043605417147917,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0.00003950211892555499,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10.075530705830161,</a:t>
            </a:r>
          </a:p>
          <a:p xmlns:a="http://schemas.openxmlformats.org/drawingml/2006/main">
            <a:r>
              <a:t>          "q_report_rel_diff": -0.0005158841835860802,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1.0158547761498165,</a:t>
            </a:r>
          </a:p>
          <a:p xmlns:a="http://schemas.openxmlformats.org/drawingml/2006/main">
            <a:r>
              <a:t>            "q": 6.866566984735826,</a:t>
            </a:r>
          </a:p>
          <a:p xmlns:a="http://schemas.openxmlformats.org/drawingml/2006/main">
            <a:r>
              <a:t>            "shear": 3.9013730460252503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1.0168394437427637,</a:t>
            </a:r>
          </a:p>
          <a:p xmlns:a="http://schemas.openxmlformats.org/drawingml/2006/main">
            <a:r>
              <a:t>            "q": 7.980528451175341,</a:t>
            </a:r>
          </a:p>
          <a:p xmlns:a="http://schemas.openxmlformats.org/drawingml/2006/main">
            <a:r>
              <a:t>            "shear": 4.0001183863432335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1.0442049944556717,</a:t>
            </a:r>
          </a:p>
          <a:p xmlns:a="http://schemas.openxmlformats.org/drawingml/2006/main">
            <a:r>
              <a:t>            "q": 10.605253776474962,</a:t>
            </a:r>
          </a:p>
          <a:p xmlns:a="http://schemas.openxmlformats.org/drawingml/2006/main">
            <a:r>
              <a:t>            "shear": 4.532378898659394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0.00019276786674548275,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"/pscratch/sd/j/joeschm/cheaseBS_runs/20260925/20260925_05-17-25-129015_ne_ped_scale_1.100/iteration_24/artifacts/EQDSK_COCOS_02_POS_SOURCE_SIGNS.OUT",</a:t>
            </a:r>
          </a:p>
          <a:p xmlns:a="http://schemas.openxmlformats.org/drawingml/2006/main">
            <a:r>
              <a:t>          "final_ip_a": 752417.6583,</a:t>
            </a:r>
          </a:p>
          <a:p xmlns:a="http://schemas.openxmlformats.org/drawingml/2006/main">
            <a:r>
              <a:t>          "final_ip_error_a": -1490.643700000015,</a:t>
            </a:r>
          </a:p>
          <a:p xmlns:a="http://schemas.openxmlformats.org/drawingml/2006/main">
            <a:r>
              <a:t>          "final_ip_error_rel": 0.0019772214950353672,</a:t>
            </a:r>
          </a:p>
          <a:p xmlns:a="http://schemas.openxmlformats.org/drawingml/2006/main">
            <a:r>
              <a:t>          "final_iteration": 24,</a:t>
            </a:r>
          </a:p>
          <a:p xmlns:a="http://schemas.openxmlformats.org/drawingml/2006/main">
            <a:r>
              <a:t>          "final_q_change_rel": 0.00020088915883454314,</a:t>
            </a:r>
          </a:p>
          <a:p xmlns:a="http://schemas.openxmlformats.org/drawingml/2006/main">
            <a:r>
              <a:t>          "iterations": 25,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10.038036850610535,</a:t>
            </a:r>
          </a:p>
          <a:p xmlns:a="http://schemas.openxmlformats.org/drawingml/2006/main">
            <a:r>
              <a:t>          "q_report_rel_diff": -0.004235242878116413,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1.0663138918235886,</a:t>
            </a:r>
          </a:p>
          <a:p xmlns:a="http://schemas.openxmlformats.org/drawingml/2006/main">
            <a:r>
              <a:t>            "q": 6.840774243753808,</a:t>
            </a:r>
          </a:p>
          <a:p xmlns:a="http://schemas.openxmlformats.org/drawingml/2006/main">
            <a:r>
              <a:t>            "shear": 3.902104577841421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1.0677003906395155,</a:t>
            </a:r>
          </a:p>
          <a:p xmlns:a="http://schemas.openxmlformats.org/drawingml/2006/main">
            <a:r>
              <a:t>            "q": 7.95293345965371,</a:t>
            </a:r>
          </a:p>
          <a:p xmlns:a="http://schemas.openxmlformats.org/drawingml/2006/main">
            <a:r>
              <a:t>            "shear": 4.0203380264006245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1.0894890663706174,</a:t>
            </a:r>
          </a:p>
          <a:p xmlns:a="http://schemas.openxmlformats.org/drawingml/2006/main">
            <a:r>
              <a:t>            "q": 10.561208126103162,</a:t>
            </a:r>
          </a:p>
          <a:p xmlns:a="http://schemas.openxmlformats.org/drawingml/2006/main">
            <a:r>
              <a:t>            "shear": 4.544883526815784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0.00016498231872549295,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"/pscratch/sd/j/joeschm/cheaseBS_runs/20260925/20260925_05-34-31-129015_ne_ped_scale_1.200/iteration_01/artifacts/EQDSK_COCOS_02_POS_SOURCE_SIGNS.OUT",</a:t>
            </a:r>
          </a:p>
          <a:p xmlns:a="http://schemas.openxmlformats.org/drawingml/2006/main">
            <a:r>
              <a:t>          "final_ip_a": 753086.4254,</a:t>
            </a:r>
          </a:p>
          <a:p xmlns:a="http://schemas.openxmlformats.org/drawingml/2006/main">
            <a:r>
              <a:t>          "final_ip_error_a": -821.876600000076,</a:t>
            </a:r>
          </a:p>
          <a:p xmlns:a="http://schemas.openxmlformats.org/drawingml/2006/main">
            <a:r>
              <a:t>          "final_ip_error_rel": 0.0010901545954856403,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0.0006120298184127946,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10.045254061104977,</a:t>
            </a:r>
          </a:p>
          <a:p xmlns:a="http://schemas.openxmlformats.org/drawingml/2006/main">
            <a:r>
              <a:t>          "q_report_rel_diff": -0.003519301707342711,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1.166292125972823,</a:t>
            </a:r>
          </a:p>
          <a:p xmlns:a="http://schemas.openxmlformats.org/drawingml/2006/main">
            <a:r>
              <a:t>            "q": 6.821496158002006,</a:t>
            </a:r>
          </a:p>
          <a:p xmlns:a="http://schemas.openxmlformats.org/drawingml/2006/main">
            <a:r>
              <a:t>            "shear": 3.9169649550926158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1.1642502396147583,</a:t>
            </a:r>
          </a:p>
          <a:p xmlns:a="http://schemas.openxmlformats.org/drawingml/2006/main">
            <a:r>
              <a:t>            "q": 7.938200732610469,</a:t>
            </a:r>
          </a:p>
          <a:p xmlns:a="http://schemas.openxmlformats.org/drawingml/2006/main">
            <a:r>
              <a:t>            "shear": 4.026314097139794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1.1496356809640151,</a:t>
            </a:r>
          </a:p>
          <a:p xmlns:a="http://schemas.openxmlformats.org/drawingml/2006/main">
            <a:r>
              <a:t>            "q": 10.63729179120003,</a:t>
            </a:r>
          </a:p>
          <a:p xmlns:a="http://schemas.openxmlformats.org/drawingml/2006/main">
            <a:r>
              <a:t>            "shear": 4.607313431798747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"mtanh_n1w2"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"n1w2",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"#009E73",</a:t>
            </a:r>
          </a:p>
          <a:p xmlns:a="http://schemas.openxmlformats.org/drawingml/2006/main">
            <a:r>
              <a:t>    "root": "C:\\Users\\joesc\\git\\cheaseBS_tests\\data\\129015_129038\\pm0.2_ncscal1_warmup2\\129015",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0.0000393953380220642,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"/pscratch/sd/j/joeschm/cheaseBS_runs/20260924/20260924_22-59-38-129015_Te_ped_scale_0.800/iteration_49/artifacts/EQDSK_COCOS_02_POS_SOURCE_SIGNS.OUT",</a:t>
            </a:r>
          </a:p>
          <a:p xmlns:a="http://schemas.openxmlformats.org/drawingml/2006/main">
            <a:r>
              <a:t>          "final_ip_a": 725588.3139,</a:t>
            </a:r>
          </a:p>
          <a:p xmlns:a="http://schemas.openxmlformats.org/drawingml/2006/main">
            <a:r>
              <a:t>          "final_ip_error_a": -28319.988100000075,</a:t>
            </a:r>
          </a:p>
          <a:p xmlns:a="http://schemas.openxmlformats.org/drawingml/2006/main">
            <a:r>
              <a:t>          "final_ip_error_rel": 0.03756423430392212,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0.00010395908414249352,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10.393080416896902,</a:t>
            </a:r>
          </a:p>
          <a:p xmlns:a="http://schemas.openxmlformats.org/drawingml/2006/main">
            <a:r>
              <a:t>          "q_report_rel_diff": 0.03098477830852915,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0.8376311406169361,</a:t>
            </a:r>
          </a:p>
          <a:p xmlns:a="http://schemas.openxmlformats.org/drawingml/2006/main">
            <a:r>
              <a:t>            "q": 7.040984690509832,</a:t>
            </a:r>
          </a:p>
          <a:p xmlns:a="http://schemas.openxmlformats.org/drawingml/2006/main">
            <a:r>
              <a:t>            "shear": 3.927887242887051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0.8292927154722469,</a:t>
            </a:r>
          </a:p>
          <a:p xmlns:a="http://schemas.openxmlformats.org/drawingml/2006/main">
            <a:r>
              <a:t>            "q": 8.194158626366162,</a:t>
            </a:r>
          </a:p>
          <a:p xmlns:a="http://schemas.openxmlformats.org/drawingml/2006/main">
            <a:r>
              <a:t>            "shear": 4.017864753490073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0.8935444020881786,</a:t>
            </a:r>
          </a:p>
          <a:p xmlns:a="http://schemas.openxmlformats.org/drawingml/2006/main">
            <a:r>
              <a:t>            "q": 11.007750151886313,</a:t>
            </a:r>
          </a:p>
          <a:p xmlns:a="http://schemas.openxmlformats.org/drawingml/2006/main">
            <a:r>
              <a:t>            "shear": 4.395964323535048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0.000029709522895433373,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"/pscratch/sd/j/joeschm/cheaseBS_runs/20260924/20260924_23-33-41-129015_Te_ped_scale_0.900/iteration_49/artifacts/EQDSK_COCOS_02_POS_SOURCE_SIGNS.OUT",</a:t>
            </a:r>
          </a:p>
          <a:p xmlns:a="http://schemas.openxmlformats.org/drawingml/2006/main">
            <a:r>
              <a:t>          "final_ip_a": 735654.4837,</a:t>
            </a:r>
          </a:p>
          <a:p xmlns:a="http://schemas.openxmlformats.org/drawingml/2006/main">
            <a:r>
              <a:t>          "final_ip_error_a": -18253.818300000043,</a:t>
            </a:r>
          </a:p>
          <a:p xmlns:a="http://schemas.openxmlformats.org/drawingml/2006/main">
            <a:r>
              <a:t>          "final_ip_error_rel": 0.024212252672606915,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0.00005939927663110618,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10.269157778160082,</a:t>
            </a:r>
          </a:p>
          <a:p xmlns:a="http://schemas.openxmlformats.org/drawingml/2006/main">
            <a:r>
              <a:t>          "q_report_rel_diff": 0.018691757461911384,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0.9035444522829645,</a:t>
            </a:r>
          </a:p>
          <a:p xmlns:a="http://schemas.openxmlformats.org/drawingml/2006/main">
            <a:r>
              <a:t>            "q": 6.9842345302681705,</a:t>
            </a:r>
          </a:p>
          <a:p xmlns:a="http://schemas.openxmlformats.org/drawingml/2006/main">
            <a:r>
              <a:t>            "shear": 3.9027843746244573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0.8959862862995881,</a:t>
            </a:r>
          </a:p>
          <a:p xmlns:a="http://schemas.openxmlformats.org/drawingml/2006/main">
            <a:r>
              <a:t>            "q": 8.120179602466429,</a:t>
            </a:r>
          </a:p>
          <a:p xmlns:a="http://schemas.openxmlformats.org/drawingml/2006/main">
            <a:r>
              <a:t>            "shear": 4.004458289532279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0.9481816206919943,</a:t>
            </a:r>
          </a:p>
          <a:p xmlns:a="http://schemas.openxmlformats.org/drawingml/2006/main">
            <a:r>
              <a:t>            "q": 10.808389325113358,</a:t>
            </a:r>
          </a:p>
          <a:p xmlns:a="http://schemas.openxmlformats.org/drawingml/2006/main">
            <a:r>
              <a:t>            "shear": 4.248037507408881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0.000023742447482351945,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"/pscratch/sd/j/joeschm/cheaseBS_runs/20260925/20260925_00-06-50-129015_Te_ped_scale_0.950/iteration_49/artifacts/EQDSK_COCOS_02_POS_SOURCE_SIGNS.OUT",</a:t>
            </a:r>
          </a:p>
          <a:p xmlns:a="http://schemas.openxmlformats.org/drawingml/2006/main">
            <a:r>
              <a:t>          "final_ip_a": 740407.6532,</a:t>
            </a:r>
          </a:p>
          <a:p xmlns:a="http://schemas.openxmlformats.org/drawingml/2006/main">
            <a:r>
              <a:t>          "final_ip_error_a": -13500.648800000083,</a:t>
            </a:r>
          </a:p>
          <a:p xmlns:a="http://schemas.openxmlformats.org/drawingml/2006/main">
            <a:r>
              <a:t>          "final_ip_error_rel": 0.01790754759456155,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0.000027191483394669956,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10.213471043571579,</a:t>
            </a:r>
          </a:p>
          <a:p xmlns:a="http://schemas.openxmlformats.org/drawingml/2006/main">
            <a:r>
              <a:t>          "q_report_rel_diff": 0.013167680536545311,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0.9367227502548354,</a:t>
            </a:r>
          </a:p>
          <a:p xmlns:a="http://schemas.openxmlformats.org/drawingml/2006/main">
            <a:r>
              <a:t>            "q": 6.955994218999196,</a:t>
            </a:r>
          </a:p>
          <a:p xmlns:a="http://schemas.openxmlformats.org/drawingml/2006/main">
            <a:r>
              <a:t>            "shear": 3.8910142096194287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0.9297102463416085,</a:t>
            </a:r>
          </a:p>
          <a:p xmlns:a="http://schemas.openxmlformats.org/drawingml/2006/main">
            <a:r>
              <a:t>            "q": 8.083372356790587,</a:t>
            </a:r>
          </a:p>
          <a:p xmlns:a="http://schemas.openxmlformats.org/drawingml/2006/main">
            <a:r>
              <a:t>            "shear": 3.999918532997115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0.9757820205974318,</a:t>
            </a:r>
          </a:p>
          <a:p xmlns:a="http://schemas.openxmlformats.org/drawingml/2006/main">
            <a:r>
              <a:t>            "q": 10.719725886974885,</a:t>
            </a:r>
          </a:p>
          <a:p xmlns:a="http://schemas.openxmlformats.org/drawingml/2006/main">
            <a:r>
              <a:t>            "shear": 4.171899441415002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0.000020509307338140312,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"/pscratch/sd/j/joeschm/cheaseBS_runs/20260925/20260925_00-40-08-129015_Te_ped_scale_1.000/iteration_49/artifacts/EQDSK_COCOS_02_POS_SOURCE_SIGNS.OUT",</a:t>
            </a:r>
          </a:p>
          <a:p xmlns:a="http://schemas.openxmlformats.org/drawingml/2006/main">
            <a:r>
              <a:t>          "final_ip_a": 741380.2728,</a:t>
            </a:r>
          </a:p>
          <a:p xmlns:a="http://schemas.openxmlformats.org/drawingml/2006/main">
            <a:r>
              <a:t>          "final_ip_error_a": -12528.02919999999,</a:t>
            </a:r>
          </a:p>
          <a:p xmlns:a="http://schemas.openxmlformats.org/drawingml/2006/main">
            <a:r>
              <a:t>          "final_ip_error_rel": 0.016617444279052374,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0.000027204563069281633,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10.150885881856235,</a:t>
            </a:r>
          </a:p>
          <a:p xmlns:a="http://schemas.openxmlformats.org/drawingml/2006/main">
            <a:r>
              <a:t>          "q_report_rel_diff": 0.006959285480581499,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0.9692414817622703,</a:t>
            </a:r>
          </a:p>
          <a:p xmlns:a="http://schemas.openxmlformats.org/drawingml/2006/main">
            <a:r>
              <a:t>            "q": 6.921982329018646,</a:t>
            </a:r>
          </a:p>
          <a:p xmlns:a="http://schemas.openxmlformats.org/drawingml/2006/main">
            <a:r>
              <a:t>            "shear": 3.8735514960661273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0.9620688748182484,</a:t>
            </a:r>
          </a:p>
          <a:p xmlns:a="http://schemas.openxmlformats.org/drawingml/2006/main">
            <a:r>
              <a:t>            "q": 8.03701478005336,</a:t>
            </a:r>
          </a:p>
          <a:p xmlns:a="http://schemas.openxmlformats.org/drawingml/2006/main">
            <a:r>
              <a:t>            "shear": 3.978217123679726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0.992661611328964,</a:t>
            </a:r>
          </a:p>
          <a:p xmlns:a="http://schemas.openxmlformats.org/drawingml/2006/main">
            <a:r>
              <a:t>            "q": 10.712228272296999,</a:t>
            </a:r>
          </a:p>
          <a:p xmlns:a="http://schemas.openxmlformats.org/drawingml/2006/main">
            <a:r>
              <a:t>            "shear": 4.538337723100058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0.000015307928096103416,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"/pscratch/sd/j/joeschm/cheaseBS_runs/20260925/20260925_01-13-15-129015_Te_ped_scale_1.050/iteration_49/artifacts/EQDSK_COCOS_02_POS_SOURCE_SIGNS.OUT",</a:t>
            </a:r>
          </a:p>
          <a:p xmlns:a="http://schemas.openxmlformats.org/drawingml/2006/main">
            <a:r>
              <a:t>          "final_ip_a": 746066.489,</a:t>
            </a:r>
          </a:p>
          <a:p xmlns:a="http://schemas.openxmlformats.org/drawingml/2006/main">
            <a:r>
              <a:t>          "final_ip_error_a": -7841.813000000082,</a:t>
            </a:r>
          </a:p>
          <a:p xmlns:a="http://schemas.openxmlformats.org/drawingml/2006/main">
            <a:r>
              <a:t>          "final_ip_error_rel": 0.010401547481566374,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0.0000492834719500412,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10.096079125815725,</a:t>
            </a:r>
          </a:p>
          <a:p xmlns:a="http://schemas.openxmlformats.org/drawingml/2006/main">
            <a:r>
              <a:t>          "q_report_rel_diff": 0.0015225016821640964,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1.0030310042811446,</a:t>
            </a:r>
          </a:p>
          <a:p xmlns:a="http://schemas.openxmlformats.org/drawingml/2006/main">
            <a:r>
              <a:t>            "q": 6.890930141163402,</a:t>
            </a:r>
          </a:p>
          <a:p xmlns:a="http://schemas.openxmlformats.org/drawingml/2006/main">
            <a:r>
              <a:t>            "shear": 3.861723423365449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0.9964209853480085,</a:t>
            </a:r>
          </a:p>
          <a:p xmlns:a="http://schemas.openxmlformats.org/drawingml/2006/main">
            <a:r>
              <a:t>            "q": 7.997087030917176,</a:t>
            </a:r>
          </a:p>
          <a:p xmlns:a="http://schemas.openxmlformats.org/drawingml/2006/main">
            <a:r>
              <a:t>            "shear": 3.9709556289176775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1.0209532548871205,</a:t>
            </a:r>
          </a:p>
          <a:p xmlns:a="http://schemas.openxmlformats.org/drawingml/2006/main">
            <a:r>
              <a:t>            "q": 10.626742909492906,</a:t>
            </a:r>
          </a:p>
          <a:p xmlns:a="http://schemas.openxmlformats.org/drawingml/2006/main">
            <a:r>
              <a:t>            "shear": 4.482960577163875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0.000015458696589160828,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"/pscratch/sd/j/joeschm/cheaseBS_runs/20260925/20260925_01-46-43-129015_Te_ped_scale_1.100/iteration_49/artifacts/EQDSK_COCOS_02_POS_SOURCE_SIGNS.OUT",</a:t>
            </a:r>
          </a:p>
          <a:p xmlns:a="http://schemas.openxmlformats.org/drawingml/2006/main">
            <a:r>
              <a:t>          "final_ip_a": 750177.5873,</a:t>
            </a:r>
          </a:p>
          <a:p xmlns:a="http://schemas.openxmlformats.org/drawingml/2006/main">
            <a:r>
              <a:t>          "final_ip_error_a": -3730.7147000000114,</a:t>
            </a:r>
          </a:p>
          <a:p xmlns:a="http://schemas.openxmlformats.org/drawingml/2006/main">
            <a:r>
              <a:t>          "final_ip_error_rel": 0.004948499293750994,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0.00007983754444293347,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10.050844305777671,</a:t>
            </a:r>
          </a:p>
          <a:p xmlns:a="http://schemas.openxmlformats.org/drawingml/2006/main">
            <a:r>
              <a:t>          "q_report_rel_diff": -0.002964754168655524,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1.0365577351830952,</a:t>
            </a:r>
          </a:p>
          <a:p xmlns:a="http://schemas.openxmlformats.org/drawingml/2006/main">
            <a:r>
              <a:t>            "q": 6.86799675811251,</a:t>
            </a:r>
          </a:p>
          <a:p xmlns:a="http://schemas.openxmlformats.org/drawingml/2006/main">
            <a:r>
              <a:t>            "shear": 3.84925896399903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1.0304400012698125,</a:t>
            </a:r>
          </a:p>
          <a:p xmlns:a="http://schemas.openxmlformats.org/drawingml/2006/main">
            <a:r>
              <a:t>            "q": 7.966281614953763,</a:t>
            </a:r>
          </a:p>
          <a:p xmlns:a="http://schemas.openxmlformats.org/drawingml/2006/main">
            <a:r>
              <a:t>            "shear": 3.9616294580562412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1.0485506239897298,</a:t>
            </a:r>
          </a:p>
          <a:p xmlns:a="http://schemas.openxmlformats.org/drawingml/2006/main">
            <a:r>
              <a:t>            "q": 10.55431900795705,</a:t>
            </a:r>
          </a:p>
          <a:p xmlns:a="http://schemas.openxmlformats.org/drawingml/2006/main">
            <a:r>
              <a:t>            "shear": 4.427004783405081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17,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0.00006289505945456948,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"/pscratch/sd/j/joeschm/cheaseBS_runs/20260925/20260925_02-19-45-129015_Te_ped_scale_1.200/iteration_16/artifacts/EQDSK_COCOS_02_POS_SOURCE_SIGNS.OUT",</a:t>
            </a:r>
          </a:p>
          <a:p xmlns:a="http://schemas.openxmlformats.org/drawingml/2006/main">
            <a:r>
              <a:t>          "final_ip_a": 752646.5465,</a:t>
            </a:r>
          </a:p>
          <a:p xmlns:a="http://schemas.openxmlformats.org/drawingml/2006/main">
            <a:r>
              <a:t>          "final_ip_error_a": -1261.7554999999702,</a:t>
            </a:r>
          </a:p>
          <a:p xmlns:a="http://schemas.openxmlformats.org/drawingml/2006/main">
            <a:r>
              <a:t>          "final_ip_error_rel": 0.0016736193203506734,</a:t>
            </a:r>
          </a:p>
          <a:p xmlns:a="http://schemas.openxmlformats.org/drawingml/2006/main">
            <a:r>
              <a:t>          "final_iteration": 16,</a:t>
            </a:r>
          </a:p>
          <a:p xmlns:a="http://schemas.openxmlformats.org/drawingml/2006/main">
            <a:r>
              <a:t>          "final_q_change_rel": 0.00044702139968537185,</a:t>
            </a:r>
          </a:p>
          <a:p xmlns:a="http://schemas.openxmlformats.org/drawingml/2006/main">
            <a:r>
              <a:t>          "iterations": 17,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10.032547323352768,</a:t>
            </a:r>
          </a:p>
          <a:p xmlns:a="http://schemas.openxmlformats.org/drawingml/2006/main">
            <a:r>
              <a:t>          "q_report_rel_diff": -0.004779799334512758,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1.101493400736764,</a:t>
            </a:r>
          </a:p>
          <a:p xmlns:a="http://schemas.openxmlformats.org/drawingml/2006/main">
            <a:r>
              <a:t>            "q": 6.83934363229853,</a:t>
            </a:r>
          </a:p>
          <a:p xmlns:a="http://schemas.openxmlformats.org/drawingml/2006/main">
            <a:r>
              <a:t>            "shear": 3.883773711522585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1.094098655270166,</a:t>
            </a:r>
          </a:p>
          <a:p xmlns:a="http://schemas.openxmlformats.org/drawingml/2006/main">
            <a:r>
              <a:t>            "q": 7.947187861769008,</a:t>
            </a:r>
          </a:p>
          <a:p xmlns:a="http://schemas.openxmlformats.org/drawingml/2006/main">
            <a:r>
              <a:t>            "shear": 4.023327397425545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1.0879951947459416,</a:t>
            </a:r>
          </a:p>
          <a:p xmlns:a="http://schemas.openxmlformats.org/drawingml/2006/main">
            <a:r>
              <a:t>            "q": 10.527875315675619,</a:t>
            </a:r>
          </a:p>
          <a:p xmlns:a="http://schemas.openxmlformats.org/drawingml/2006/main">
            <a:r>
              <a:t>            "shear": 4.442257775060648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0.00012331377200164735,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"/pscratch/sd/j/joeschm/cheaseBS_runs/20260925/20260925_02-31-29-129015_ne_ped_scale_0.800/iteration_49/artifacts/EQDSK_COCOS_02_POS_SOURCE_SIGNS.OUT",</a:t>
            </a:r>
          </a:p>
          <a:p xmlns:a="http://schemas.openxmlformats.org/drawingml/2006/main">
            <a:r>
              <a:t>          "final_ip_a": 731382.0895,</a:t>
            </a:r>
          </a:p>
          <a:p xmlns:a="http://schemas.openxmlformats.org/drawingml/2006/main">
            <a:r>
              <a:t>          "final_ip_error_a": -22526.212500000023,</a:t>
            </a:r>
          </a:p>
          <a:p xmlns:a="http://schemas.openxmlformats.org/drawingml/2006/main">
            <a:r>
              <a:t>          "final_ip_error_rel": 0.02987924717136226,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0.0001265651863465932,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10.290615089277212,</a:t>
            </a:r>
          </a:p>
          <a:p xmlns:a="http://schemas.openxmlformats.org/drawingml/2006/main">
            <a:r>
              <a:t>          "q_report_rel_diff": 0.02082030455842241,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0.7843620713963081,</a:t>
            </a:r>
          </a:p>
          <a:p xmlns:a="http://schemas.openxmlformats.org/drawingml/2006/main">
            <a:r>
              <a:t>            "q": 6.993051878533296,</a:t>
            </a:r>
          </a:p>
          <a:p xmlns:a="http://schemas.openxmlformats.org/drawingml/2006/main">
            <a:r>
              <a:t>            "shear": 3.921487751046663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0.7799534443611572,</a:t>
            </a:r>
          </a:p>
          <a:p xmlns:a="http://schemas.openxmlformats.org/drawingml/2006/main">
            <a:r>
              <a:t>            "q": 8.13195375241577,</a:t>
            </a:r>
          </a:p>
          <a:p xmlns:a="http://schemas.openxmlformats.org/drawingml/2006/main">
            <a:r>
              <a:t>            "shear": 3.9734446677541553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0.8252258952704643,</a:t>
            </a:r>
          </a:p>
          <a:p xmlns:a="http://schemas.openxmlformats.org/drawingml/2006/main">
            <a:r>
              <a:t>            "q": 10.879139452533968,</a:t>
            </a:r>
          </a:p>
          <a:p xmlns:a="http://schemas.openxmlformats.org/drawingml/2006/main">
            <a:r>
              <a:t>            "shear": 4.256518598121863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0.00006553373728625508,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"/pscratch/sd/j/joeschm/cheaseBS_runs/20260925/20260925_03-04-56-129015_ne_ped_scale_0.900/iteration_49/artifacts/EQDSK_COCOS_02_POS_SOURCE_SIGNS.OUT",</a:t>
            </a:r>
          </a:p>
          <a:p xmlns:a="http://schemas.openxmlformats.org/drawingml/2006/main">
            <a:r>
              <a:t>          "final_ip_a": 738202.9516,</a:t>
            </a:r>
          </a:p>
          <a:p xmlns:a="http://schemas.openxmlformats.org/drawingml/2006/main">
            <a:r>
              <a:t>          "final_ip_error_a": -15705.350399999996,</a:t>
            </a:r>
          </a:p>
          <a:p xmlns:a="http://schemas.openxmlformats.org/drawingml/2006/main">
            <a:r>
              <a:t>          "final_ip_error_rel": 0.020831910669157207,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0.00005906436382857191,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10.201757164564336,</a:t>
            </a:r>
          </a:p>
          <a:p xmlns:a="http://schemas.openxmlformats.org/drawingml/2006/main">
            <a:r>
              <a:t>          "q_report_rel_diff": 0.01200567365629637,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0.8755121321884627,</a:t>
            </a:r>
          </a:p>
          <a:p xmlns:a="http://schemas.openxmlformats.org/drawingml/2006/main">
            <a:r>
              <a:t>            "q": 6.949919243436022,</a:t>
            </a:r>
          </a:p>
          <a:p xmlns:a="http://schemas.openxmlformats.org/drawingml/2006/main">
            <a:r>
              <a:t>            "shear": 3.915245677052556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0.872620871872402,</a:t>
            </a:r>
          </a:p>
          <a:p xmlns:a="http://schemas.openxmlformats.org/drawingml/2006/main">
            <a:r>
              <a:t>            "q": 8.079810607849039,</a:t>
            </a:r>
          </a:p>
          <a:p xmlns:a="http://schemas.openxmlformats.org/drawingml/2006/main">
            <a:r>
              <a:t>            "shear": 3.9737565519983864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0.9068799037661317,</a:t>
            </a:r>
          </a:p>
          <a:p xmlns:a="http://schemas.openxmlformats.org/drawingml/2006/main">
            <a:r>
              <a:t>            "q": 10.755446250224072,</a:t>
            </a:r>
          </a:p>
          <a:p xmlns:a="http://schemas.openxmlformats.org/drawingml/2006/main">
            <a:r>
              <a:t>            "shear": 4.297794362473909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0.000034592768882565753,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"/pscratch/sd/j/joeschm/cheaseBS_runs/20260925/20260925_03-38-12-129015_ne_ped_scale_0.950/iteration_49/artifacts/EQDSK_COCOS_02_POS_SOURCE_SIGNS.OUT",</a:t>
            </a:r>
          </a:p>
          <a:p xmlns:a="http://schemas.openxmlformats.org/drawingml/2006/main">
            <a:r>
              <a:t>          "final_ip_a": 742980.1796,</a:t>
            </a:r>
          </a:p>
          <a:p xmlns:a="http://schemas.openxmlformats.org/drawingml/2006/main">
            <a:r>
              <a:t>          "final_ip_error_a": -10928.122399999993,</a:t>
            </a:r>
          </a:p>
          <a:p xmlns:a="http://schemas.openxmlformats.org/drawingml/2006/main">
            <a:r>
              <a:t>          "final_ip_error_rel": 0.014495293885223713,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0.000029226292731161547,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10.165665327830537,</a:t>
            </a:r>
          </a:p>
          <a:p xmlns:a="http://schemas.openxmlformats.org/drawingml/2006/main">
            <a:r>
              <a:t>          "q_report_rel_diff": 0.00842539400857535,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0.922298247186883,</a:t>
            </a:r>
          </a:p>
          <a:p xmlns:a="http://schemas.openxmlformats.org/drawingml/2006/main">
            <a:r>
              <a:t>            "q": 6.919993687598844,</a:t>
            </a:r>
          </a:p>
          <a:p xmlns:a="http://schemas.openxmlformats.org/drawingml/2006/main">
            <a:r>
              <a:t>            "shear": 3.911530313374655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0.9211822034064181,</a:t>
            </a:r>
          </a:p>
          <a:p xmlns:a="http://schemas.openxmlformats.org/drawingml/2006/main">
            <a:r>
              <a:t>            "q": 8.045405602195197,</a:t>
            </a:r>
          </a:p>
          <a:p xmlns:a="http://schemas.openxmlformats.org/drawingml/2006/main">
            <a:r>
              <a:t>            "shear": 3.9927410357330966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0.9575253897237043,</a:t>
            </a:r>
          </a:p>
          <a:p xmlns:a="http://schemas.openxmlformats.org/drawingml/2006/main">
            <a:r>
              <a:t>            "q": 10.674572589262544,</a:t>
            </a:r>
          </a:p>
          <a:p xmlns:a="http://schemas.openxmlformats.org/drawingml/2006/main">
            <a:r>
              <a:t>            "shear": 4.201677515215887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0.00000262053464208815,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"/pscratch/sd/j/joeschm/cheaseBS_runs/20260925/20260925_04-11-41-129015_ne_ped_scale_1.000/iteration_49/artifacts/EQDSK_COCOS_02_POS_SOURCE_SIGNS.OUT",</a:t>
            </a:r>
          </a:p>
          <a:p xmlns:a="http://schemas.openxmlformats.org/drawingml/2006/main">
            <a:r>
              <a:t>          "final_ip_a": 748127.1031,</a:t>
            </a:r>
          </a:p>
          <a:p xmlns:a="http://schemas.openxmlformats.org/drawingml/2006/main">
            <a:r>
              <a:t>          "final_ip_error_a": -5781.198900000076,</a:t>
            </a:r>
          </a:p>
          <a:p xmlns:a="http://schemas.openxmlformats.org/drawingml/2006/main">
            <a:r>
              <a:t>          "final_ip_error_rel": 0.007668305130296968,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0.000014442637398012716,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10.125903324534725,</a:t>
            </a:r>
          </a:p>
          <a:p xmlns:a="http://schemas.openxmlformats.org/drawingml/2006/main">
            <a:r>
              <a:t>          "q_report_rel_diff": 0.004481036945159622,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0.969452999672198,</a:t>
            </a:r>
          </a:p>
          <a:p xmlns:a="http://schemas.openxmlformats.org/drawingml/2006/main">
            <a:r>
              <a:t>            "q": 6.8953580384723026,</a:t>
            </a:r>
          </a:p>
          <a:p xmlns:a="http://schemas.openxmlformats.org/drawingml/2006/main">
            <a:r>
              <a:t>            "shear": 3.909839163751903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0.969793458091177,</a:t>
            </a:r>
          </a:p>
          <a:p xmlns:a="http://schemas.openxmlformats.org/drawingml/2006/main">
            <a:r>
              <a:t>            "q": 8.017147561479204,</a:t>
            </a:r>
          </a:p>
          <a:p xmlns:a="http://schemas.openxmlformats.org/drawingml/2006/main">
            <a:r>
              <a:t>            "shear": 4.00411299155465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1.007535779171207,</a:t>
            </a:r>
          </a:p>
          <a:p xmlns:a="http://schemas.openxmlformats.org/drawingml/2006/main">
            <a:r>
              <a:t>            "q": 10.59333221079191,</a:t>
            </a:r>
          </a:p>
          <a:p xmlns:a="http://schemas.openxmlformats.org/drawingml/2006/main">
            <a:r>
              <a:t>            "shear": 4.082314016453757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0.000031765108292182064,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"/pscratch/sd/j/joeschm/cheaseBS_runs/20260925/20260925_04-44-39-129015_ne_ped_scale_1.050/iteration_49/artifacts/EQDSK_COCOS_02_POS_SOURCE_SIGNS.OUT",</a:t>
            </a:r>
          </a:p>
          <a:p xmlns:a="http://schemas.openxmlformats.org/drawingml/2006/main">
            <a:r>
              <a:t>          "final_ip_a": 748598.0694,</a:t>
            </a:r>
          </a:p>
          <a:p xmlns:a="http://schemas.openxmlformats.org/drawingml/2006/main">
            <a:r>
              <a:t>          "final_ip_error_a": -5310.232599999988,</a:t>
            </a:r>
          </a:p>
          <a:p xmlns:a="http://schemas.openxmlformats.org/drawingml/2006/main">
            <a:r>
              <a:t>          "final_ip_error_rel": 0.007043605417147917,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0.00003950211892555499,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10.075530705830161,</a:t>
            </a:r>
          </a:p>
          <a:p xmlns:a="http://schemas.openxmlformats.org/drawingml/2006/main">
            <a:r>
              <a:t>          "q_report_rel_diff": -0.0005158841835860802,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1.0158547761498165,</a:t>
            </a:r>
          </a:p>
          <a:p xmlns:a="http://schemas.openxmlformats.org/drawingml/2006/main">
            <a:r>
              <a:t>            "q": 6.866566984735826,</a:t>
            </a:r>
          </a:p>
          <a:p xmlns:a="http://schemas.openxmlformats.org/drawingml/2006/main">
            <a:r>
              <a:t>            "shear": 3.9013730460252503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1.0168394437427637,</a:t>
            </a:r>
          </a:p>
          <a:p xmlns:a="http://schemas.openxmlformats.org/drawingml/2006/main">
            <a:r>
              <a:t>            "q": 7.980528451175341,</a:t>
            </a:r>
          </a:p>
          <a:p xmlns:a="http://schemas.openxmlformats.org/drawingml/2006/main">
            <a:r>
              <a:t>            "shear": 4.0001183863432335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1.0442049944556717,</a:t>
            </a:r>
          </a:p>
          <a:p xmlns:a="http://schemas.openxmlformats.org/drawingml/2006/main">
            <a:r>
              <a:t>            "q": 10.605253776474962,</a:t>
            </a:r>
          </a:p>
          <a:p xmlns:a="http://schemas.openxmlformats.org/drawingml/2006/main">
            <a:r>
              <a:t>            "shear": 4.532378898659394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0.00019276786674548275,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"/pscratch/sd/j/joeschm/cheaseBS_runs/20260925/20260925_05-17-25-129015_ne_ped_scale_1.100/iteration_24/artifacts/EQDSK_COCOS_02_POS_SOURCE_SIGNS.OUT",</a:t>
            </a:r>
          </a:p>
          <a:p xmlns:a="http://schemas.openxmlformats.org/drawingml/2006/main">
            <a:r>
              <a:t>          "final_ip_a": 752417.6583,</a:t>
            </a:r>
          </a:p>
          <a:p xmlns:a="http://schemas.openxmlformats.org/drawingml/2006/main">
            <a:r>
              <a:t>          "final_ip_error_a": -1490.643700000015,</a:t>
            </a:r>
          </a:p>
          <a:p xmlns:a="http://schemas.openxmlformats.org/drawingml/2006/main">
            <a:r>
              <a:t>          "final_ip_error_rel": 0.0019772214950353672,</a:t>
            </a:r>
          </a:p>
          <a:p xmlns:a="http://schemas.openxmlformats.org/drawingml/2006/main">
            <a:r>
              <a:t>          "final_iteration": 24,</a:t>
            </a:r>
          </a:p>
          <a:p xmlns:a="http://schemas.openxmlformats.org/drawingml/2006/main">
            <a:r>
              <a:t>          "final_q_change_rel": 0.00020088915883454314,</a:t>
            </a:r>
          </a:p>
          <a:p xmlns:a="http://schemas.openxmlformats.org/drawingml/2006/main">
            <a:r>
              <a:t>          "iterations": 25,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10.038036850610535,</a:t>
            </a:r>
          </a:p>
          <a:p xmlns:a="http://schemas.openxmlformats.org/drawingml/2006/main">
            <a:r>
              <a:t>          "q_report_rel_diff": -0.004235242878116413,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1.0663138918235886,</a:t>
            </a:r>
          </a:p>
          <a:p xmlns:a="http://schemas.openxmlformats.org/drawingml/2006/main">
            <a:r>
              <a:t>            "q": 6.840774243753808,</a:t>
            </a:r>
          </a:p>
          <a:p xmlns:a="http://schemas.openxmlformats.org/drawingml/2006/main">
            <a:r>
              <a:t>            "shear": 3.902104577841421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1.0677003906395155,</a:t>
            </a:r>
          </a:p>
          <a:p xmlns:a="http://schemas.openxmlformats.org/drawingml/2006/main">
            <a:r>
              <a:t>            "q": 7.95293345965371,</a:t>
            </a:r>
          </a:p>
          <a:p xmlns:a="http://schemas.openxmlformats.org/drawingml/2006/main">
            <a:r>
              <a:t>            "shear": 4.0203380264006245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1.0894890663706174,</a:t>
            </a:r>
          </a:p>
          <a:p xmlns:a="http://schemas.openxmlformats.org/drawingml/2006/main">
            <a:r>
              <a:t>            "q": 10.561208126103162,</a:t>
            </a:r>
          </a:p>
          <a:p xmlns:a="http://schemas.openxmlformats.org/drawingml/2006/main">
            <a:r>
              <a:t>            "shear": 4.544883526815784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0.00016498231872549295,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"/pscratch/sd/j/joeschm/cheaseBS_runs/20260925/20260925_05-34-31-129015_ne_ped_scale_1.200/iteration_01/artifacts/EQDSK_COCOS_02_POS_SOURCE_SIGNS.OUT",</a:t>
            </a:r>
          </a:p>
          <a:p xmlns:a="http://schemas.openxmlformats.org/drawingml/2006/main">
            <a:r>
              <a:t>          "final_ip_a": 753086.4254,</a:t>
            </a:r>
          </a:p>
          <a:p xmlns:a="http://schemas.openxmlformats.org/drawingml/2006/main">
            <a:r>
              <a:t>          "final_ip_error_a": -821.876600000076,</a:t>
            </a:r>
          </a:p>
          <a:p xmlns:a="http://schemas.openxmlformats.org/drawingml/2006/main">
            <a:r>
              <a:t>          "final_ip_error_rel": 0.0010901545954856403,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0.0006120298184127946,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10.045254061104977,</a:t>
            </a:r>
          </a:p>
          <a:p xmlns:a="http://schemas.openxmlformats.org/drawingml/2006/main">
            <a:r>
              <a:t>          "q_report_rel_diff": -0.003519301707342711,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1.166292125972823,</a:t>
            </a:r>
          </a:p>
          <a:p xmlns:a="http://schemas.openxmlformats.org/drawingml/2006/main">
            <a:r>
              <a:t>            "q": 6.821496158002006,</a:t>
            </a:r>
          </a:p>
          <a:p xmlns:a="http://schemas.openxmlformats.org/drawingml/2006/main">
            <a:r>
              <a:t>            "shear": 3.9169649550926158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1.1642502396147583,</a:t>
            </a:r>
          </a:p>
          <a:p xmlns:a="http://schemas.openxmlformats.org/drawingml/2006/main">
            <a:r>
              <a:t>            "q": 7.938200732610469,</a:t>
            </a:r>
          </a:p>
          <a:p xmlns:a="http://schemas.openxmlformats.org/drawingml/2006/main">
            <a:r>
              <a:t>            "shear": 4.026314097139794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1.1496356809640151,</a:t>
            </a:r>
          </a:p>
          <a:p xmlns:a="http://schemas.openxmlformats.org/drawingml/2006/main">
            <a:r>
              <a:t>            "q": 10.63729179120003,</a:t>
            </a:r>
          </a:p>
          <a:p xmlns:a="http://schemas.openxmlformats.org/drawingml/2006/main">
            <a:r>
              <a:t>            "shear": 4.607313431798747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"mtanh_n1w2"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"n4w0",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"#D55E00",</a:t>
            </a:r>
          </a:p>
          <a:p xmlns:a="http://schemas.openxmlformats.org/drawingml/2006/main">
            <a:r>
              <a:t>    "root": "C:\\Users\\joesc\\git\\cheaseBS_tests\\data\\129015_129038\\pm0.2_ncscal4_warmup0\\129015",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1.0006371738829747,</a:t>
            </a:r>
          </a:p>
          <a:p xmlns:a="http://schemas.openxmlformats.org/drawingml/2006/main">
            <a:r>
              <a:t>          "final_amplitude_next": 1.0006371738829747,</a:t>
            </a:r>
          </a:p>
          <a:p xmlns:a="http://schemas.openxmlformats.org/drawingml/2006/main">
            <a:r>
              <a:t>          "final_bootstrap_change_rel": 0.00013396018693643717,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"/pscratch/sd/j/joeschm/cheaseBS_runs/20260924/20260924_23-00-55-129015_Te_ped_scale_0.800/iteration_01/artifacts/EQDSK_COCOS_02_POS_SOURCE_SIGNS.OUT",</a:t>
            </a:r>
          </a:p>
          <a:p xmlns:a="http://schemas.openxmlformats.org/drawingml/2006/main">
            <a:r>
              <a:t>          "final_ip_a": 752997.8804,</a:t>
            </a:r>
          </a:p>
          <a:p xmlns:a="http://schemas.openxmlformats.org/drawingml/2006/main">
            <a:r>
              <a:t>          "final_ip_error_a": -910.4216000000015,</a:t>
            </a:r>
          </a:p>
          <a:p xmlns:a="http://schemas.openxmlformats.org/drawingml/2006/main">
            <a:r>
              <a:t>          "final_ip_error_rel": 0.0012076025659682966,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0.0001233134903758909,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9.989129202887936,</a:t>
            </a:r>
          </a:p>
          <a:p xmlns:a="http://schemas.openxmlformats.org/drawingml/2006/main">
            <a:r>
              <a:t>          "q_report_rel_diff": -0.009086840125733043,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0.8673299873218181,</a:t>
            </a:r>
          </a:p>
          <a:p xmlns:a="http://schemas.openxmlformats.org/drawingml/2006/main">
            <a:r>
              <a:t>            "q": 6.820071283296874,</a:t>
            </a:r>
          </a:p>
          <a:p xmlns:a="http://schemas.openxmlformats.org/drawingml/2006/main">
            <a:r>
              <a:t>            "shear": 3.8905483417170306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0.8627544069525301,</a:t>
            </a:r>
          </a:p>
          <a:p xmlns:a="http://schemas.openxmlformats.org/drawingml/2006/main">
            <a:r>
              <a:t>            "q": 7.923998904910422,</a:t>
            </a:r>
          </a:p>
          <a:p xmlns:a="http://schemas.openxmlformats.org/drawingml/2006/main">
            <a:r>
              <a:t>            "shear": 3.974286900476449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0.941303494445838,</a:t>
            </a:r>
          </a:p>
          <a:p xmlns:a="http://schemas.openxmlformats.org/drawingml/2006/main">
            <a:r>
              <a:t>            "q": 10.518757544798037,</a:t>
            </a:r>
          </a:p>
          <a:p xmlns:a="http://schemas.openxmlformats.org/drawingml/2006/main">
            <a:r>
              <a:t>            "shear": 4.371366390704532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1.0004617256565607,</a:t>
            </a:r>
          </a:p>
          <a:p xmlns:a="http://schemas.openxmlformats.org/drawingml/2006/main">
            <a:r>
              <a:t>          "final_amplitude_next": 1.0004617256565607,</a:t>
            </a:r>
          </a:p>
          <a:p xmlns:a="http://schemas.openxmlformats.org/drawingml/2006/main">
            <a:r>
              <a:t>          "final_bootstrap_change_rel": 0.00007865014328345566,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"/pscratch/sd/j/joeschm/cheaseBS_runs/20260924/20260924_23-02-58-129015_Te_ped_scale_0.900/iteration_01/artifacts/EQDSK_COCOS_02_POS_SOURCE_SIGNS.OUT",</a:t>
            </a:r>
          </a:p>
          <a:p xmlns:a="http://schemas.openxmlformats.org/drawingml/2006/main">
            <a:r>
              <a:t>          "final_ip_a": 753326.2414,</a:t>
            </a:r>
          </a:p>
          <a:p xmlns:a="http://schemas.openxmlformats.org/drawingml/2006/main">
            <a:r>
              <a:t>          "final_ip_error_a": -582.060599999968,</a:t>
            </a:r>
          </a:p>
          <a:p xmlns:a="http://schemas.openxmlformats.org/drawingml/2006/main">
            <a:r>
              <a:t>          "final_ip_error_rel": 0.0007720575545538534,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0.00016247975707630235,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9.988765001244602,</a:t>
            </a:r>
          </a:p>
          <a:p xmlns:a="http://schemas.openxmlformats.org/drawingml/2006/main">
            <a:r>
              <a:t>          "q_report_rel_diff": -0.009122968620409379,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0.9277599778172486,</a:t>
            </a:r>
          </a:p>
          <a:p xmlns:a="http://schemas.openxmlformats.org/drawingml/2006/main">
            <a:r>
              <a:t>            "q": 6.809494112212387,</a:t>
            </a:r>
          </a:p>
          <a:p xmlns:a="http://schemas.openxmlformats.org/drawingml/2006/main">
            <a:r>
              <a:t>            "shear": 3.897808975212333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0.9218818744280484,</a:t>
            </a:r>
          </a:p>
          <a:p xmlns:a="http://schemas.openxmlformats.org/drawingml/2006/main">
            <a:r>
              <a:t>            "q": 7.9150882252310755,</a:t>
            </a:r>
          </a:p>
          <a:p xmlns:a="http://schemas.openxmlformats.org/drawingml/2006/main">
            <a:r>
              <a:t>            "shear": 3.9912119459715654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0.974785773384597,</a:t>
            </a:r>
          </a:p>
          <a:p xmlns:a="http://schemas.openxmlformats.org/drawingml/2006/main">
            <a:r>
              <a:t>            "q": 10.523732299820338,</a:t>
            </a:r>
          </a:p>
          <a:p xmlns:a="http://schemas.openxmlformats.org/drawingml/2006/main">
            <a:r>
              <a:t>            "shear": 4.410065633136715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1.0003742721172322,</a:t>
            </a:r>
          </a:p>
          <a:p xmlns:a="http://schemas.openxmlformats.org/drawingml/2006/main">
            <a:r>
              <a:t>          "final_amplitude_next": 1.0003742721172322,</a:t>
            </a:r>
          </a:p>
          <a:p xmlns:a="http://schemas.openxmlformats.org/drawingml/2006/main">
            <a:r>
              <a:t>          "final_bootstrap_change_rel": 0.00005427412238261504,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"/pscratch/sd/j/joeschm/cheaseBS_runs/20260924/20260924_23-05-01-129015_Te_ped_scale_0.950/iteration_01/artifacts/EQDSK_COCOS_02_POS_SOURCE_SIGNS.OUT",</a:t>
            </a:r>
          </a:p>
          <a:p xmlns:a="http://schemas.openxmlformats.org/drawingml/2006/main">
            <a:r>
              <a:t>          "final_ip_a": 753536.3391,</a:t>
            </a:r>
          </a:p>
          <a:p xmlns:a="http://schemas.openxmlformats.org/drawingml/2006/main">
            <a:r>
              <a:t>          "final_ip_error_a": -371.9629000000423,</a:t>
            </a:r>
          </a:p>
          <a:p xmlns:a="http://schemas.openxmlformats.org/drawingml/2006/main">
            <a:r>
              <a:t>          "final_ip_error_rel": 0.0004933794985587548,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0.00027846519466278045,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9.988683540685162,</a:t>
            </a:r>
          </a:p>
          <a:p xmlns:a="http://schemas.openxmlformats.org/drawingml/2006/main">
            <a:r>
              <a:t>          "q_report_rel_diff": -0.00913104943893916,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0.9579719538341308,</a:t>
            </a:r>
          </a:p>
          <a:p xmlns:a="http://schemas.openxmlformats.org/drawingml/2006/main">
            <a:r>
              <a:t>            "q": 6.804272446237248,</a:t>
            </a:r>
          </a:p>
          <a:p xmlns:a="http://schemas.openxmlformats.org/drawingml/2006/main">
            <a:r>
              <a:t>            "shear": 3.9015194993433795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0.95145052034898,</a:t>
            </a:r>
          </a:p>
          <a:p xmlns:a="http://schemas.openxmlformats.org/drawingml/2006/main">
            <a:r>
              <a:t>            "q": 7.910749952295064,</a:t>
            </a:r>
          </a:p>
          <a:p xmlns:a="http://schemas.openxmlformats.org/drawingml/2006/main">
            <a:r>
              <a:t>            "shear": 3.999916277502505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0.9916209642557686,</a:t>
            </a:r>
          </a:p>
          <a:p xmlns:a="http://schemas.openxmlformats.org/drawingml/2006/main">
            <a:r>
              <a:t>            "q": 10.525366595025599,</a:t>
            </a:r>
          </a:p>
          <a:p xmlns:a="http://schemas.openxmlformats.org/drawingml/2006/main">
            <a:r>
              <a:t>            "shear": 4.424578659399233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1.0002870031783333,</a:t>
            </a:r>
          </a:p>
          <a:p xmlns:a="http://schemas.openxmlformats.org/drawingml/2006/main">
            <a:r>
              <a:t>          "final_amplitude_next": 1.0002870031783333,</a:t>
            </a:r>
          </a:p>
          <a:p xmlns:a="http://schemas.openxmlformats.org/drawingml/2006/main">
            <a:r>
              <a:t>          "final_bootstrap_change_rel": 0.00009479044466302292,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"/pscratch/sd/j/joeschm/cheaseBS_runs/20260924/20260924_23-07-03-129015_Te_ped_scale_1.000/iteration_01/artifacts/EQDSK_COCOS_02_POS_SOURCE_SIGNS.OUT",</a:t>
            </a:r>
          </a:p>
          <a:p xmlns:a="http://schemas.openxmlformats.org/drawingml/2006/main">
            <a:r>
              <a:t>          "final_ip_a": 754124.3684,</a:t>
            </a:r>
          </a:p>
          <a:p xmlns:a="http://schemas.openxmlformats.org/drawingml/2006/main">
            <a:r>
              <a:t>          "final_ip_error_a": 216.06640000001062,</a:t>
            </a:r>
          </a:p>
          <a:p xmlns:a="http://schemas.openxmlformats.org/drawingml/2006/main">
            <a:r>
              <a:t>          "final_ip_error_rel": 0.0002865950665708555,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0.0009859531497939447,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9.98925952417747,</a:t>
            </a:r>
          </a:p>
          <a:p xmlns:a="http://schemas.openxmlformats.org/drawingml/2006/main">
            <a:r>
              <a:t>          "q_report_rel_diff": -0.0090739123641446,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0.9882313722422658,</a:t>
            </a:r>
          </a:p>
          <a:p xmlns:a="http://schemas.openxmlformats.org/drawingml/2006/main">
            <a:r>
              <a:t>            "q": 6.799477092080268,</a:t>
            </a:r>
          </a:p>
          <a:p xmlns:a="http://schemas.openxmlformats.org/drawingml/2006/main">
            <a:r>
              <a:t>            "shear": 3.905782973218318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0.9811389344041063,</a:t>
            </a:r>
          </a:p>
          <a:p xmlns:a="http://schemas.openxmlformats.org/drawingml/2006/main">
            <a:r>
              <a:t>            "q": 7.907190493343389,</a:t>
            </a:r>
          </a:p>
          <a:p xmlns:a="http://schemas.openxmlformats.org/drawingml/2006/main">
            <a:r>
              <a:t>            "shear": 4.01010374778881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1.009551035182769,</a:t>
            </a:r>
          </a:p>
          <a:p xmlns:a="http://schemas.openxmlformats.org/drawingml/2006/main">
            <a:r>
              <a:t>            "q": 10.519160656586818,</a:t>
            </a:r>
          </a:p>
          <a:p xmlns:a="http://schemas.openxmlformats.org/drawingml/2006/main">
            <a:r>
              <a:t>            "shear": 4.396067087615413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1.0001999177998329,</a:t>
            </a:r>
          </a:p>
          <a:p xmlns:a="http://schemas.openxmlformats.org/drawingml/2006/main">
            <a:r>
              <a:t>          "final_amplitude_next": 1.0001999177998329,</a:t>
            </a:r>
          </a:p>
          <a:p xmlns:a="http://schemas.openxmlformats.org/drawingml/2006/main">
            <a:r>
              <a:t>          "final_bootstrap_change_rel": 0.000038227973644588075,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"/pscratch/sd/j/joeschm/cheaseBS_runs/20260924/20260924_23-09-04-129015_Te_ped_scale_1.050/iteration_01/artifacts/EQDSK_COCOS_02_POS_SOURCE_SIGNS.OUT",</a:t>
            </a:r>
          </a:p>
          <a:p xmlns:a="http://schemas.openxmlformats.org/drawingml/2006/main">
            <a:r>
              <a:t>          "final_ip_a": 753445.0686,</a:t>
            </a:r>
          </a:p>
          <a:p xmlns:a="http://schemas.openxmlformats.org/drawingml/2006/main">
            <a:r>
              <a:t>          "final_ip_error_a": -463.23340000002645,</a:t>
            </a:r>
          </a:p>
          <a:p xmlns:a="http://schemas.openxmlformats.org/drawingml/2006/main">
            <a:r>
              <a:t>          "final_ip_error_rel": 0.000614442630186113,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0.0002677385736838077,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9.98745101772674,</a:t>
            </a:r>
          </a:p>
          <a:p xmlns:a="http://schemas.openxmlformats.org/drawingml/2006/main">
            <a:r>
              <a:t>          "q_report_rel_diff": -0.00925331467292928,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1.0183024933541542,</a:t>
            </a:r>
          </a:p>
          <a:p xmlns:a="http://schemas.openxmlformats.org/drawingml/2006/main">
            <a:r>
              <a:t>            "q": 6.7933146951640815,</a:t>
            </a:r>
          </a:p>
          <a:p xmlns:a="http://schemas.openxmlformats.org/drawingml/2006/main">
            <a:r>
              <a:t>            "shear": 3.9082430553035703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1.0103944735590464,</a:t>
            </a:r>
          </a:p>
          <a:p xmlns:a="http://schemas.openxmlformats.org/drawingml/2006/main">
            <a:r>
              <a:t>            "q": 7.901111578501799,</a:t>
            </a:r>
          </a:p>
          <a:p xmlns:a="http://schemas.openxmlformats.org/drawingml/2006/main">
            <a:r>
              <a:t>            "shear": 4.015562972592553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1.0236880872546197,</a:t>
            </a:r>
          </a:p>
          <a:p xmlns:a="http://schemas.openxmlformats.org/drawingml/2006/main">
            <a:r>
              <a:t>            "q": 10.539495430159414,</a:t>
            </a:r>
          </a:p>
          <a:p xmlns:a="http://schemas.openxmlformats.org/drawingml/2006/main">
            <a:r>
              <a:t>            "shear": 4.514237981555337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1.000113013284586,</a:t>
            </a:r>
          </a:p>
          <a:p xmlns:a="http://schemas.openxmlformats.org/drawingml/2006/main">
            <a:r>
              <a:t>          "final_amplitude_next": 1.000113013284586,</a:t>
            </a:r>
          </a:p>
          <a:p xmlns:a="http://schemas.openxmlformats.org/drawingml/2006/main">
            <a:r>
              <a:t>          "final_bootstrap_change_rel": 0.000044580116287569604,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"/pscratch/sd/j/joeschm/cheaseBS_runs/20260924/20260924_23-11-04-129015_Te_ped_scale_1.100/iteration_01/artifacts/EQDSK_COCOS_02_POS_SOURCE_SIGNS.OUT",</a:t>
            </a:r>
          </a:p>
          <a:p xmlns:a="http://schemas.openxmlformats.org/drawingml/2006/main">
            <a:r>
              <a:t>          "final_ip_a": 753779.6942,</a:t>
            </a:r>
          </a:p>
          <a:p xmlns:a="http://schemas.openxmlformats.org/drawingml/2006/main">
            <a:r>
              <a:t>          "final_ip_error_a": -128.60779999999795,</a:t>
            </a:r>
          </a:p>
          <a:p xmlns:a="http://schemas.openxmlformats.org/drawingml/2006/main">
            <a:r>
              <a:t>          "final_ip_error_rel": 0.0001705881201451446,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0.0000864639719939951,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9.987252369439686,</a:t>
            </a:r>
          </a:p>
          <a:p xmlns:a="http://schemas.openxmlformats.org/drawingml/2006/main">
            <a:r>
              <a:t>          "q_report_rel_diff": -0.00927302041482427,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1.048513025617074,</a:t>
            </a:r>
          </a:p>
          <a:p xmlns:a="http://schemas.openxmlformats.org/drawingml/2006/main">
            <a:r>
              <a:t>            "q": 6.788272183512635,</a:t>
            </a:r>
          </a:p>
          <a:p xmlns:a="http://schemas.openxmlformats.org/drawingml/2006/main">
            <a:r>
              <a:t>            "shear": 3.912172270635791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1.0399861974685265,</a:t>
            </a:r>
          </a:p>
          <a:p xmlns:a="http://schemas.openxmlformats.org/drawingml/2006/main">
            <a:r>
              <a:t>            "q": 7.897091601847184,</a:t>
            </a:r>
          </a:p>
          <a:p xmlns:a="http://schemas.openxmlformats.org/drawingml/2006/main">
            <a:r>
              <a:t>            "shear": 4.025003901857227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1.0408181782233898,</a:t>
            </a:r>
          </a:p>
          <a:p xmlns:a="http://schemas.openxmlformats.org/drawingml/2006/main">
            <a:r>
              <a:t>            "q": 10.538517138349196,</a:t>
            </a:r>
          </a:p>
          <a:p xmlns:a="http://schemas.openxmlformats.org/drawingml/2006/main">
            <a:r>
              <a:t>            "shear": 4.5177922945162745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0.9999397492697473,</a:t>
            </a:r>
          </a:p>
          <a:p xmlns:a="http://schemas.openxmlformats.org/drawingml/2006/main">
            <a:r>
              <a:t>          "final_amplitude_next": 0.9999397492697473,</a:t>
            </a:r>
          </a:p>
          <a:p xmlns:a="http://schemas.openxmlformats.org/drawingml/2006/main">
            <a:r>
              <a:t>          "final_bootstrap_change_rel": 0.00015943142635072358,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"/pscratch/sd/j/joeschm/cheaseBS_runs/20260924/20260924_23-13-06-129015_Te_ped_scale_1.200/iteration_01/artifacts/EQDSK_COCOS_02_POS_SOURCE_SIGNS.OUT",</a:t>
            </a:r>
          </a:p>
          <a:p xmlns:a="http://schemas.openxmlformats.org/drawingml/2006/main">
            <a:r>
              <a:t>          "final_ip_a": 754513.3976,</a:t>
            </a:r>
          </a:p>
          <a:p xmlns:a="http://schemas.openxmlformats.org/drawingml/2006/main">
            <a:r>
              <a:t>          "final_ip_error_a": 605.0956000000006,</a:t>
            </a:r>
          </a:p>
          <a:p xmlns:a="http://schemas.openxmlformats.org/drawingml/2006/main">
            <a:r>
              <a:t>          "final_ip_error_rel": 0.0008026116682821734,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0.0007966354095387924,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9.980604346209203,</a:t>
            </a:r>
          </a:p>
          <a:p xmlns:a="http://schemas.openxmlformats.org/drawingml/2006/main">
            <a:r>
              <a:t>          "q_report_rel_diff": -0.009932498690901683,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1.1089520859379483,</a:t>
            </a:r>
          </a:p>
          <a:p xmlns:a="http://schemas.openxmlformats.org/drawingml/2006/main">
            <a:r>
              <a:t>            "q": 6.7782867948252505,</a:t>
            </a:r>
          </a:p>
          <a:p xmlns:a="http://schemas.openxmlformats.org/drawingml/2006/main">
            <a:r>
              <a:t>            "shear": 3.920275083428969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1.0992452311476624,</a:t>
            </a:r>
          </a:p>
          <a:p xmlns:a="http://schemas.openxmlformats.org/drawingml/2006/main">
            <a:r>
              <a:t>            "q": 7.8893225391555095,</a:t>
            </a:r>
          </a:p>
          <a:p xmlns:a="http://schemas.openxmlformats.org/drawingml/2006/main">
            <a:r>
              <a:t>            "shear": 4.046538128697446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1.075386402188213,</a:t>
            </a:r>
          </a:p>
          <a:p xmlns:a="http://schemas.openxmlformats.org/drawingml/2006/main">
            <a:r>
              <a:t>            "q": 10.53271072046816,</a:t>
            </a:r>
          </a:p>
          <a:p xmlns:a="http://schemas.openxmlformats.org/drawingml/2006/main">
            <a:r>
              <a:t>            "shear": 4.56196330413222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1.0006900980988311,</a:t>
            </a:r>
          </a:p>
          <a:p xmlns:a="http://schemas.openxmlformats.org/drawingml/2006/main">
            <a:r>
              <a:t>          "final_amplitude_next": 1.0006900980988311,</a:t>
            </a:r>
          </a:p>
          <a:p xmlns:a="http://schemas.openxmlformats.org/drawingml/2006/main">
            <a:r>
              <a:t>          "final_bootstrap_change_rel": 0.000214407445805416,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"/pscratch/sd/j/joeschm/cheaseBS_runs/20260924/20260924_23-15-07-129015_ne_ped_scale_0.800/iteration_01/artifacts/EQDSK_COCOS_02_POS_SOURCE_SIGNS.OUT",</a:t>
            </a:r>
          </a:p>
          <a:p xmlns:a="http://schemas.openxmlformats.org/drawingml/2006/main">
            <a:r>
              <a:t>          "final_ip_a": 752713.8303,</a:t>
            </a:r>
          </a:p>
          <a:p xmlns:a="http://schemas.openxmlformats.org/drawingml/2006/main">
            <a:r>
              <a:t>          "final_ip_error_a": -1194.4716999999946,</a:t>
            </a:r>
          </a:p>
          <a:p xmlns:a="http://schemas.openxmlformats.org/drawingml/2006/main">
            <a:r>
              <a:t>          "final_ip_error_rel": 0.0015843726575649178,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0.00026575043700439847,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9.957365497491642,</a:t>
            </a:r>
          </a:p>
          <a:p xmlns:a="http://schemas.openxmlformats.org/drawingml/2006/main">
            <a:r>
              <a:t>          "q_report_rel_diff": -0.012237772809080187,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0.8068538244752703,</a:t>
            </a:r>
          </a:p>
          <a:p xmlns:a="http://schemas.openxmlformats.org/drawingml/2006/main">
            <a:r>
              <a:t>            "q": 6.788019651518253,</a:t>
            </a:r>
          </a:p>
          <a:p xmlns:a="http://schemas.openxmlformats.org/drawingml/2006/main">
            <a:r>
              <a:t>            "shear": 3.8705268069453806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0.8069127520039994,</a:t>
            </a:r>
          </a:p>
          <a:p xmlns:a="http://schemas.openxmlformats.org/drawingml/2006/main">
            <a:r>
              <a:t>            "q": 7.8831643587732625,</a:t>
            </a:r>
          </a:p>
          <a:p xmlns:a="http://schemas.openxmlformats.org/drawingml/2006/main">
            <a:r>
              <a:t>            "shear": 3.9844478389687077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0.8624497359111332,</a:t>
            </a:r>
          </a:p>
          <a:p xmlns:a="http://schemas.openxmlformats.org/drawingml/2006/main">
            <a:r>
              <a:t>            "q": 10.460296342593542,</a:t>
            </a:r>
          </a:p>
          <a:p xmlns:a="http://schemas.openxmlformats.org/drawingml/2006/main">
            <a:r>
              <a:t>            "shear": 4.337993787633992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1.0004921173466443,</a:t>
            </a:r>
          </a:p>
          <a:p xmlns:a="http://schemas.openxmlformats.org/drawingml/2006/main">
            <a:r>
              <a:t>          "final_amplitude_next": 1.0004921173466443,</a:t>
            </a:r>
          </a:p>
          <a:p xmlns:a="http://schemas.openxmlformats.org/drawingml/2006/main">
            <a:r>
              <a:t>          "final_bootstrap_change_rel": 0.00011075477367017906,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"/pscratch/sd/j/joeschm/cheaseBS_runs/20260924/20260924_23-17-10-129015_ne_ped_scale_0.900/iteration_01/artifacts/EQDSK_COCOS_02_POS_SOURCE_SIGNS.OUT",</a:t>
            </a:r>
          </a:p>
          <a:p xmlns:a="http://schemas.openxmlformats.org/drawingml/2006/main">
            <a:r>
              <a:t>          "final_ip_a": 753212.6136,</a:t>
            </a:r>
          </a:p>
          <a:p xmlns:a="http://schemas.openxmlformats.org/drawingml/2006/main">
            <a:r>
              <a:t>          "final_ip_error_a": -695.6883999999845,</a:t>
            </a:r>
          </a:p>
          <a:p xmlns:a="http://schemas.openxmlformats.org/drawingml/2006/main">
            <a:r>
              <a:t>          "final_ip_error_rel": 0.0009227758842215065,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0.0001221081560128409,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9.973691438793711,</a:t>
            </a:r>
          </a:p>
          <a:p xmlns:a="http://schemas.openxmlformats.org/drawingml/2006/main">
            <a:r>
              <a:t>          "q_report_rel_diff": -0.010618253253874289,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0.8942914935934048,</a:t>
            </a:r>
          </a:p>
          <a:p xmlns:a="http://schemas.openxmlformats.org/drawingml/2006/main">
            <a:r>
              <a:t>            "q": 6.791923090116063,</a:t>
            </a:r>
          </a:p>
          <a:p xmlns:a="http://schemas.openxmlformats.org/drawingml/2006/main">
            <a:r>
              <a:t>            "shear": 3.8813614883441527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0.8942911667202423,</a:t>
            </a:r>
          </a:p>
          <a:p xmlns:a="http://schemas.openxmlformats.org/drawingml/2006/main">
            <a:r>
              <a:t>            "q": 7.891738340277753,</a:t>
            </a:r>
          </a:p>
          <a:p xmlns:a="http://schemas.openxmlformats.org/drawingml/2006/main">
            <a:r>
              <a:t>            "shear": 3.998650773119285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0.9356988577857425,</a:t>
            </a:r>
          </a:p>
          <a:p xmlns:a="http://schemas.openxmlformats.org/drawingml/2006/main">
            <a:r>
              <a:t>            "q": 10.49183352815302,</a:t>
            </a:r>
          </a:p>
          <a:p xmlns:a="http://schemas.openxmlformats.org/drawingml/2006/main">
            <a:r>
              <a:t>            "shear": 4.393973313034497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1.0003926403536674,</a:t>
            </a:r>
          </a:p>
          <a:p xmlns:a="http://schemas.openxmlformats.org/drawingml/2006/main">
            <a:r>
              <a:t>          "final_amplitude_next": 1.0003926403536674,</a:t>
            </a:r>
          </a:p>
          <a:p xmlns:a="http://schemas.openxmlformats.org/drawingml/2006/main">
            <a:r>
              <a:t>          "final_bootstrap_change_rel": 0.00005840328906720935,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"/pscratch/sd/j/joeschm/cheaseBS_runs/20260924/20260924_23-19-11-129015_ne_ped_scale_0.950/iteration_01/artifacts/EQDSK_COCOS_02_POS_SOURCE_SIGNS.OUT",</a:t>
            </a:r>
          </a:p>
          <a:p xmlns:a="http://schemas.openxmlformats.org/drawingml/2006/main">
            <a:r>
              <a:t>          "final_ip_a": 753431.4786,</a:t>
            </a:r>
          </a:p>
          <a:p xmlns:a="http://schemas.openxmlformats.org/drawingml/2006/main">
            <a:r>
              <a:t>          "final_ip_error_a": -476.82339999999385,</a:t>
            </a:r>
          </a:p>
          <a:p xmlns:a="http://schemas.openxmlformats.org/drawingml/2006/main">
            <a:r>
              <a:t>          "final_ip_error_rel": 0.000632468695111934,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0.000181938956837503,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9.981158354492564,</a:t>
            </a:r>
          </a:p>
          <a:p xmlns:a="http://schemas.openxmlformats.org/drawingml/2006/main">
            <a:r>
              <a:t>          "q_report_rel_diff": -0.009877541538229869,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0.9379527898373232,</a:t>
            </a:r>
          </a:p>
          <a:p xmlns:a="http://schemas.openxmlformats.org/drawingml/2006/main">
            <a:r>
              <a:t>            "q": 6.793946998227973,</a:t>
            </a:r>
          </a:p>
          <a:p xmlns:a="http://schemas.openxmlformats.org/drawingml/2006/main">
            <a:r>
              <a:t>            "shear": 3.886840134129277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0.9378790451254123,</a:t>
            </a:r>
          </a:p>
          <a:p xmlns:a="http://schemas.openxmlformats.org/drawingml/2006/main">
            <a:r>
              <a:t>            "q": 7.896131592385044,</a:t>
            </a:r>
          </a:p>
          <a:p xmlns:a="http://schemas.openxmlformats.org/drawingml/2006/main">
            <a:r>
              <a:t>            "shear": 4.005718159110967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0.9718751932375116,</a:t>
            </a:r>
          </a:p>
          <a:p xmlns:a="http://schemas.openxmlformats.org/drawingml/2006/main">
            <a:r>
              <a:t>            "q": 10.507127193797002,</a:t>
            </a:r>
          </a:p>
          <a:p xmlns:a="http://schemas.openxmlformats.org/drawingml/2006/main">
            <a:r>
              <a:t>            "shear": 4.425905320302754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1.0002928371055044,</a:t>
            </a:r>
          </a:p>
          <a:p xmlns:a="http://schemas.openxmlformats.org/drawingml/2006/main">
            <a:r>
              <a:t>          "final_amplitude_next": 1.0002928371055044,</a:t>
            </a:r>
          </a:p>
          <a:p xmlns:a="http://schemas.openxmlformats.org/drawingml/2006/main">
            <a:r>
              <a:t>          "final_bootstrap_change_rel": 0.0000695970495639258,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"/pscratch/sd/j/joeschm/cheaseBS_runs/20260924/20260924_23-21-11-129015_ne_ped_scale_1.000/iteration_01/artifacts/EQDSK_COCOS_02_POS_SOURCE_SIGNS.OUT",</a:t>
            </a:r>
          </a:p>
          <a:p xmlns:a="http://schemas.openxmlformats.org/drawingml/2006/main">
            <a:r>
              <a:t>          "final_ip_a": 753963.7029,</a:t>
            </a:r>
          </a:p>
          <a:p xmlns:a="http://schemas.openxmlformats.org/drawingml/2006/main">
            <a:r>
              <a:t>          "final_ip_error_a": 55.40090000000782,</a:t>
            </a:r>
          </a:p>
          <a:p xmlns:a="http://schemas.openxmlformats.org/drawingml/2006/main">
            <a:r>
              <a:t>          "final_ip_error_rel": 0.00007348493159318973,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0.0007516266574776496,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9.989195199162207,</a:t>
            </a:r>
          </a:p>
          <a:p xmlns:a="http://schemas.openxmlformats.org/drawingml/2006/main">
            <a:r>
              <a:t>          "q_report_rel_diff": -0.009080293351199463,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0.9814003899127556,</a:t>
            </a:r>
          </a:p>
          <a:p xmlns:a="http://schemas.openxmlformats.org/drawingml/2006/main">
            <a:r>
              <a:t>            "q": 6.801325876744668,</a:t>
            </a:r>
          </a:p>
          <a:p xmlns:a="http://schemas.openxmlformats.org/drawingml/2006/main">
            <a:r>
              <a:t>            "shear": 3.8944907369366315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0.9809448623384521,</a:t>
            </a:r>
          </a:p>
          <a:p xmlns:a="http://schemas.openxmlformats.org/drawingml/2006/main">
            <a:r>
              <a:t>            "q": 7.906828829230068,</a:t>
            </a:r>
          </a:p>
          <a:p xmlns:a="http://schemas.openxmlformats.org/drawingml/2006/main">
            <a:r>
              <a:t>            "shear": 4.008208040475365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1.0056038071559168,</a:t>
            </a:r>
          </a:p>
          <a:p xmlns:a="http://schemas.openxmlformats.org/drawingml/2006/main">
            <a:r>
              <a:t>            "q": 10.522307172088087,</a:t>
            </a:r>
          </a:p>
          <a:p xmlns:a="http://schemas.openxmlformats.org/drawingml/2006/main">
            <a:r>
              <a:t>            "shear": 4.412599848501599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1.0001927128613723,</a:t>
            </a:r>
          </a:p>
          <a:p xmlns:a="http://schemas.openxmlformats.org/drawingml/2006/main">
            <a:r>
              <a:t>          "final_amplitude_next": 1.0001927128613723,</a:t>
            </a:r>
          </a:p>
          <a:p xmlns:a="http://schemas.openxmlformats.org/drawingml/2006/main">
            <a:r>
              <a:t>          "final_bootstrap_change_rel": 0.00005922383929461377,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"/pscratch/sd/j/joeschm/cheaseBS_runs/20260924/20260924_23-23-10-129015_ne_ped_scale_1.050/iteration_01/artifacts/EQDSK_COCOS_02_POS_SOURCE_SIGNS.OUT",</a:t>
            </a:r>
          </a:p>
          <a:p xmlns:a="http://schemas.openxmlformats.org/drawingml/2006/main">
            <a:r>
              <a:t>          "final_ip_a": 753574.7433,</a:t>
            </a:r>
          </a:p>
          <a:p xmlns:a="http://schemas.openxmlformats.org/drawingml/2006/main">
            <a:r>
              <a:t>          "final_ip_error_a": -333.55870000005234,</a:t>
            </a:r>
          </a:p>
          <a:p xmlns:a="http://schemas.openxmlformats.org/drawingml/2006/main">
            <a:r>
              <a:t>          "final_ip_error_rel": 0.00044243935119851264,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0.00011757132325285397,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9.99536395577629,</a:t>
            </a:r>
          </a:p>
          <a:p xmlns:a="http://schemas.openxmlformats.org/drawingml/2006/main">
            <a:r>
              <a:t>          "q_report_rel_diff": -0.008468357917709599,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1.0249065020966623,</a:t>
            </a:r>
          </a:p>
          <a:p xmlns:a="http://schemas.openxmlformats.org/drawingml/2006/main">
            <a:r>
              <a:t>            "q": 6.802621134456635,</a:t>
            </a:r>
          </a:p>
          <a:p xmlns:a="http://schemas.openxmlformats.org/drawingml/2006/main">
            <a:r>
              <a:t>            "shear": 3.8991999470697145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1.024197580920695,</a:t>
            </a:r>
          </a:p>
          <a:p xmlns:a="http://schemas.openxmlformats.org/drawingml/2006/main">
            <a:r>
              <a:t>            "q": 7.910001030079433,</a:t>
            </a:r>
          </a:p>
          <a:p xmlns:a="http://schemas.openxmlformats.org/drawingml/2006/main">
            <a:r>
              <a:t>            "shear": 4.013516717684429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1.0394377325081128,</a:t>
            </a:r>
          </a:p>
          <a:p xmlns:a="http://schemas.openxmlformats.org/drawingml/2006/main">
            <a:r>
              <a:t>            "q": 10.550625223810394,</a:t>
            </a:r>
          </a:p>
          <a:p xmlns:a="http://schemas.openxmlformats.org/drawingml/2006/main">
            <a:r>
              <a:t>            "shear": 4.517976253650191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1.0000922166791328,</a:t>
            </a:r>
          </a:p>
          <a:p xmlns:a="http://schemas.openxmlformats.org/drawingml/2006/main">
            <a:r>
              <a:t>          "final_amplitude_next": 1.0000922166791328,</a:t>
            </a:r>
          </a:p>
          <a:p xmlns:a="http://schemas.openxmlformats.org/drawingml/2006/main">
            <a:r>
              <a:t>          "final_bootstrap_change_rel": 0.00011581399248271305,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"/pscratch/sd/j/joeschm/cheaseBS_runs/20260924/20260924_23-25-09-129015_ne_ped_scale_1.100/iteration_01/artifacts/EQDSK_COCOS_02_POS_SOURCE_SIGNS.OUT",</a:t>
            </a:r>
          </a:p>
          <a:p xmlns:a="http://schemas.openxmlformats.org/drawingml/2006/main">
            <a:r>
              <a:t>          "final_ip_a": 753923.808,</a:t>
            </a:r>
          </a:p>
          <a:p xmlns:a="http://schemas.openxmlformats.org/drawingml/2006/main">
            <a:r>
              <a:t>          "final_ip_error_a": 15.505999999935739,</a:t>
            </a:r>
          </a:p>
          <a:p xmlns:a="http://schemas.openxmlformats.org/drawingml/2006/main">
            <a:r>
              <a:t>          "final_ip_error_rel": 0.000020567488060286326,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0.0002156227510504039,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10.002086928820576,</a:t>
            </a:r>
          </a:p>
          <a:p xmlns:a="http://schemas.openxmlformats.org/drawingml/2006/main">
            <a:r>
              <a:t>          "q_report_rel_diff": -0.007801444683557239,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1.0684675569168283,</a:t>
            </a:r>
          </a:p>
          <a:p xmlns:a="http://schemas.openxmlformats.org/drawingml/2006/main">
            <a:r>
              <a:t>            "q": 6.8047669019077945,</a:t>
            </a:r>
          </a:p>
          <a:p xmlns:a="http://schemas.openxmlformats.org/drawingml/2006/main">
            <a:r>
              <a:t>            "shear": 3.905067089791417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1.0676398737750565,</a:t>
            </a:r>
          </a:p>
          <a:p xmlns:a="http://schemas.openxmlformats.org/drawingml/2006/main">
            <a:r>
              <a:t>            "q": 7.914745545626175,</a:t>
            </a:r>
          </a:p>
          <a:p xmlns:a="http://schemas.openxmlformats.org/drawingml/2006/main">
            <a:r>
              <a:t>            "shear": 4.022008822341859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1.0752771677645714,</a:t>
            </a:r>
          </a:p>
          <a:p xmlns:a="http://schemas.openxmlformats.org/drawingml/2006/main">
            <a:r>
              <a:t>            "q": 10.563304382963592,</a:t>
            </a:r>
          </a:p>
          <a:p xmlns:a="http://schemas.openxmlformats.org/drawingml/2006/main">
            <a:r>
              <a:t>            "shear": 4.544731322966021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0.9998900134066266,</a:t>
            </a:r>
          </a:p>
          <a:p xmlns:a="http://schemas.openxmlformats.org/drawingml/2006/main">
            <a:r>
              <a:t>          "final_amplitude_next": 0.9998900134066266,</a:t>
            </a:r>
          </a:p>
          <a:p xmlns:a="http://schemas.openxmlformats.org/drawingml/2006/main">
            <a:r>
              <a:t>          "final_bootstrap_change_rel": 0.000268515615994691,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"/pscratch/sd/j/joeschm/cheaseBS_runs/20260924/20260924_23-27-06-129015_ne_ped_scale_1.200/iteration_01/artifacts/EQDSK_COCOS_02_POS_SOURCE_SIGNS.OUT",</a:t>
            </a:r>
          </a:p>
          <a:p xmlns:a="http://schemas.openxmlformats.org/drawingml/2006/main">
            <a:r>
              <a:t>          "final_ip_a": 753457.9844,</a:t>
            </a:r>
          </a:p>
          <a:p xmlns:a="http://schemas.openxmlformats.org/drawingml/2006/main">
            <a:r>
              <a:t>          "final_ip_error_a": -450.3176000000676,</a:t>
            </a:r>
          </a:p>
          <a:p xmlns:a="http://schemas.openxmlformats.org/drawingml/2006/main">
            <a:r>
              <a:t>          "final_ip_error_rel": 0.0005973108384739178,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0.001030995845831179,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10.034163831960196,</a:t>
            </a:r>
          </a:p>
          <a:p xmlns:a="http://schemas.openxmlformats.org/drawingml/2006/main">
            <a:r>
              <a:t>          "q_report_rel_diff": -0.004619443049233378,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1.1552296113138874,</a:t>
            </a:r>
          </a:p>
          <a:p xmlns:a="http://schemas.openxmlformats.org/drawingml/2006/main">
            <a:r>
              <a:t>            "q": 6.807890368203506,</a:t>
            </a:r>
          </a:p>
          <a:p xmlns:a="http://schemas.openxmlformats.org/drawingml/2006/main">
            <a:r>
              <a:t>            "shear": 3.914873346655003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1.1536453175479982,</a:t>
            </a:r>
          </a:p>
          <a:p xmlns:a="http://schemas.openxmlformats.org/drawingml/2006/main">
            <a:r>
              <a:t>            "q": 7.92174610636269,</a:t>
            </a:r>
          </a:p>
          <a:p xmlns:a="http://schemas.openxmlformats.org/drawingml/2006/main">
            <a:r>
              <a:t>            "shear": 4.026653065131005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1.141962713539047,</a:t>
            </a:r>
          </a:p>
          <a:p xmlns:a="http://schemas.openxmlformats.org/drawingml/2006/main">
            <a:r>
              <a:t>            "q": 10.622602878080635,</a:t>
            </a:r>
          </a:p>
          <a:p xmlns:a="http://schemas.openxmlformats.org/drawingml/2006/main">
            <a:r>
              <a:t>            "shear": 4.591753044178326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"n4w0",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"#D55E00",</a:t>
            </a:r>
          </a:p>
          <a:p xmlns:a="http://schemas.openxmlformats.org/drawingml/2006/main">
            <a:r>
              <a:t>    "root": "C:\\Users\\joesc\\git\\cheaseBS_tests\\data\\129015_129038\\pm0.2_ncscal4_warmup0\\129015",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1.0006371738829747,</a:t>
            </a:r>
          </a:p>
          <a:p xmlns:a="http://schemas.openxmlformats.org/drawingml/2006/main">
            <a:r>
              <a:t>          "final_amplitude_next": 1.0006371738829747,</a:t>
            </a:r>
          </a:p>
          <a:p xmlns:a="http://schemas.openxmlformats.org/drawingml/2006/main">
            <a:r>
              <a:t>          "final_bootstrap_change_rel": 0.00013396018693643717,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"/pscratch/sd/j/joeschm/cheaseBS_runs/20260924/20260924_23-00-55-129015_Te_ped_scale_0.800/iteration_01/artifacts/EQDSK_COCOS_02_POS_SOURCE_SIGNS.OUT",</a:t>
            </a:r>
          </a:p>
          <a:p xmlns:a="http://schemas.openxmlformats.org/drawingml/2006/main">
            <a:r>
              <a:t>          "final_ip_a": 752997.8804,</a:t>
            </a:r>
          </a:p>
          <a:p xmlns:a="http://schemas.openxmlformats.org/drawingml/2006/main">
            <a:r>
              <a:t>          "final_ip_error_a": -910.4216000000015,</a:t>
            </a:r>
          </a:p>
          <a:p xmlns:a="http://schemas.openxmlformats.org/drawingml/2006/main">
            <a:r>
              <a:t>          "final_ip_error_rel": 0.0012076025659682966,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0.0001233134903758909,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9.989129202887936,</a:t>
            </a:r>
          </a:p>
          <a:p xmlns:a="http://schemas.openxmlformats.org/drawingml/2006/main">
            <a:r>
              <a:t>          "q_report_rel_diff": -0.009086840125733043,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0.8673299873218181,</a:t>
            </a:r>
          </a:p>
          <a:p xmlns:a="http://schemas.openxmlformats.org/drawingml/2006/main">
            <a:r>
              <a:t>            "q": 6.820071283296874,</a:t>
            </a:r>
          </a:p>
          <a:p xmlns:a="http://schemas.openxmlformats.org/drawingml/2006/main">
            <a:r>
              <a:t>            "shear": 3.8905483417170306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0.8627544069525301,</a:t>
            </a:r>
          </a:p>
          <a:p xmlns:a="http://schemas.openxmlformats.org/drawingml/2006/main">
            <a:r>
              <a:t>            "q": 7.923998904910422,</a:t>
            </a:r>
          </a:p>
          <a:p xmlns:a="http://schemas.openxmlformats.org/drawingml/2006/main">
            <a:r>
              <a:t>            "shear": 3.974286900476449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0.941303494445838,</a:t>
            </a:r>
          </a:p>
          <a:p xmlns:a="http://schemas.openxmlformats.org/drawingml/2006/main">
            <a:r>
              <a:t>            "q": 10.518757544798037,</a:t>
            </a:r>
          </a:p>
          <a:p xmlns:a="http://schemas.openxmlformats.org/drawingml/2006/main">
            <a:r>
              <a:t>            "shear": 4.371366390704532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1.0004617256565607,</a:t>
            </a:r>
          </a:p>
          <a:p xmlns:a="http://schemas.openxmlformats.org/drawingml/2006/main">
            <a:r>
              <a:t>          "final_amplitude_next": 1.0004617256565607,</a:t>
            </a:r>
          </a:p>
          <a:p xmlns:a="http://schemas.openxmlformats.org/drawingml/2006/main">
            <a:r>
              <a:t>          "final_bootstrap_change_rel": 0.00007865014328345566,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"/pscratch/sd/j/joeschm/cheaseBS_runs/20260924/20260924_23-02-58-129015_Te_ped_scale_0.900/iteration_01/artifacts/EQDSK_COCOS_02_POS_SOURCE_SIGNS.OUT",</a:t>
            </a:r>
          </a:p>
          <a:p xmlns:a="http://schemas.openxmlformats.org/drawingml/2006/main">
            <a:r>
              <a:t>          "final_ip_a": 753326.2414,</a:t>
            </a:r>
          </a:p>
          <a:p xmlns:a="http://schemas.openxmlformats.org/drawingml/2006/main">
            <a:r>
              <a:t>          "final_ip_error_a": -582.060599999968,</a:t>
            </a:r>
          </a:p>
          <a:p xmlns:a="http://schemas.openxmlformats.org/drawingml/2006/main">
            <a:r>
              <a:t>          "final_ip_error_rel": 0.0007720575545538534,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0.00016247975707630235,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9.988765001244602,</a:t>
            </a:r>
          </a:p>
          <a:p xmlns:a="http://schemas.openxmlformats.org/drawingml/2006/main">
            <a:r>
              <a:t>          "q_report_rel_diff": -0.009122968620409379,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0.9277599778172486,</a:t>
            </a:r>
          </a:p>
          <a:p xmlns:a="http://schemas.openxmlformats.org/drawingml/2006/main">
            <a:r>
              <a:t>            "q": 6.809494112212387,</a:t>
            </a:r>
          </a:p>
          <a:p xmlns:a="http://schemas.openxmlformats.org/drawingml/2006/main">
            <a:r>
              <a:t>            "shear": 3.897808975212333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0.9218818744280484,</a:t>
            </a:r>
          </a:p>
          <a:p xmlns:a="http://schemas.openxmlformats.org/drawingml/2006/main">
            <a:r>
              <a:t>            "q": 7.9150882252310755,</a:t>
            </a:r>
          </a:p>
          <a:p xmlns:a="http://schemas.openxmlformats.org/drawingml/2006/main">
            <a:r>
              <a:t>            "shear": 3.9912119459715654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0.974785773384597,</a:t>
            </a:r>
          </a:p>
          <a:p xmlns:a="http://schemas.openxmlformats.org/drawingml/2006/main">
            <a:r>
              <a:t>            "q": 10.523732299820338,</a:t>
            </a:r>
          </a:p>
          <a:p xmlns:a="http://schemas.openxmlformats.org/drawingml/2006/main">
            <a:r>
              <a:t>            "shear": 4.410065633136715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1.0003742721172322,</a:t>
            </a:r>
          </a:p>
          <a:p xmlns:a="http://schemas.openxmlformats.org/drawingml/2006/main">
            <a:r>
              <a:t>          "final_amplitude_next": 1.0003742721172322,</a:t>
            </a:r>
          </a:p>
          <a:p xmlns:a="http://schemas.openxmlformats.org/drawingml/2006/main">
            <a:r>
              <a:t>          "final_bootstrap_change_rel": 0.00005427412238261504,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"/pscratch/sd/j/joeschm/cheaseBS_runs/20260924/20260924_23-05-01-129015_Te_ped_scale_0.950/iteration_01/artifacts/EQDSK_COCOS_02_POS_SOURCE_SIGNS.OUT",</a:t>
            </a:r>
          </a:p>
          <a:p xmlns:a="http://schemas.openxmlformats.org/drawingml/2006/main">
            <a:r>
              <a:t>          "final_ip_a": 753536.3391,</a:t>
            </a:r>
          </a:p>
          <a:p xmlns:a="http://schemas.openxmlformats.org/drawingml/2006/main">
            <a:r>
              <a:t>          "final_ip_error_a": -371.9629000000423,</a:t>
            </a:r>
          </a:p>
          <a:p xmlns:a="http://schemas.openxmlformats.org/drawingml/2006/main">
            <a:r>
              <a:t>          "final_ip_error_rel": 0.0004933794985587548,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0.00027846519466278045,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9.988683540685162,</a:t>
            </a:r>
          </a:p>
          <a:p xmlns:a="http://schemas.openxmlformats.org/drawingml/2006/main">
            <a:r>
              <a:t>          "q_report_rel_diff": -0.00913104943893916,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0.9579719538341308,</a:t>
            </a:r>
          </a:p>
          <a:p xmlns:a="http://schemas.openxmlformats.org/drawingml/2006/main">
            <a:r>
              <a:t>            "q": 6.804272446237248,</a:t>
            </a:r>
          </a:p>
          <a:p xmlns:a="http://schemas.openxmlformats.org/drawingml/2006/main">
            <a:r>
              <a:t>            "shear": 3.9015194993433795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0.95145052034898,</a:t>
            </a:r>
          </a:p>
          <a:p xmlns:a="http://schemas.openxmlformats.org/drawingml/2006/main">
            <a:r>
              <a:t>            "q": 7.910749952295064,</a:t>
            </a:r>
          </a:p>
          <a:p xmlns:a="http://schemas.openxmlformats.org/drawingml/2006/main">
            <a:r>
              <a:t>            "shear": 3.999916277502505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0.9916209642557686,</a:t>
            </a:r>
          </a:p>
          <a:p xmlns:a="http://schemas.openxmlformats.org/drawingml/2006/main">
            <a:r>
              <a:t>            "q": 10.525366595025599,</a:t>
            </a:r>
          </a:p>
          <a:p xmlns:a="http://schemas.openxmlformats.org/drawingml/2006/main">
            <a:r>
              <a:t>            "shear": 4.424578659399233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1.0002870031783333,</a:t>
            </a:r>
          </a:p>
          <a:p xmlns:a="http://schemas.openxmlformats.org/drawingml/2006/main">
            <a:r>
              <a:t>          "final_amplitude_next": 1.0002870031783333,</a:t>
            </a:r>
          </a:p>
          <a:p xmlns:a="http://schemas.openxmlformats.org/drawingml/2006/main">
            <a:r>
              <a:t>          "final_bootstrap_change_rel": 0.00009479044466302292,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"/pscratch/sd/j/joeschm/cheaseBS_runs/20260924/20260924_23-07-03-129015_Te_ped_scale_1.000/iteration_01/artifacts/EQDSK_COCOS_02_POS_SOURCE_SIGNS.OUT",</a:t>
            </a:r>
          </a:p>
          <a:p xmlns:a="http://schemas.openxmlformats.org/drawingml/2006/main">
            <a:r>
              <a:t>          "final_ip_a": 754124.3684,</a:t>
            </a:r>
          </a:p>
          <a:p xmlns:a="http://schemas.openxmlformats.org/drawingml/2006/main">
            <a:r>
              <a:t>          "final_ip_error_a": 216.06640000001062,</a:t>
            </a:r>
          </a:p>
          <a:p xmlns:a="http://schemas.openxmlformats.org/drawingml/2006/main">
            <a:r>
              <a:t>          "final_ip_error_rel": 0.0002865950665708555,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0.0009859531497939447,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9.98925952417747,</a:t>
            </a:r>
          </a:p>
          <a:p xmlns:a="http://schemas.openxmlformats.org/drawingml/2006/main">
            <a:r>
              <a:t>          "q_report_rel_diff": -0.0090739123641446,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0.9882313722422658,</a:t>
            </a:r>
          </a:p>
          <a:p xmlns:a="http://schemas.openxmlformats.org/drawingml/2006/main">
            <a:r>
              <a:t>            "q": 6.799477092080268,</a:t>
            </a:r>
          </a:p>
          <a:p xmlns:a="http://schemas.openxmlformats.org/drawingml/2006/main">
            <a:r>
              <a:t>            "shear": 3.905782973218318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0.9811389344041063,</a:t>
            </a:r>
          </a:p>
          <a:p xmlns:a="http://schemas.openxmlformats.org/drawingml/2006/main">
            <a:r>
              <a:t>            "q": 7.907190493343389,</a:t>
            </a:r>
          </a:p>
          <a:p xmlns:a="http://schemas.openxmlformats.org/drawingml/2006/main">
            <a:r>
              <a:t>            "shear": 4.01010374778881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1.009551035182769,</a:t>
            </a:r>
          </a:p>
          <a:p xmlns:a="http://schemas.openxmlformats.org/drawingml/2006/main">
            <a:r>
              <a:t>            "q": 10.519160656586818,</a:t>
            </a:r>
          </a:p>
          <a:p xmlns:a="http://schemas.openxmlformats.org/drawingml/2006/main">
            <a:r>
              <a:t>            "shear": 4.396067087615413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1.0001999177998329,</a:t>
            </a:r>
          </a:p>
          <a:p xmlns:a="http://schemas.openxmlformats.org/drawingml/2006/main">
            <a:r>
              <a:t>          "final_amplitude_next": 1.0001999177998329,</a:t>
            </a:r>
          </a:p>
          <a:p xmlns:a="http://schemas.openxmlformats.org/drawingml/2006/main">
            <a:r>
              <a:t>          "final_bootstrap_change_rel": 0.000038227973644588075,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"/pscratch/sd/j/joeschm/cheaseBS_runs/20260924/20260924_23-09-04-129015_Te_ped_scale_1.050/iteration_01/artifacts/EQDSK_COCOS_02_POS_SOURCE_SIGNS.OUT",</a:t>
            </a:r>
          </a:p>
          <a:p xmlns:a="http://schemas.openxmlformats.org/drawingml/2006/main">
            <a:r>
              <a:t>          "final_ip_a": 753445.0686,</a:t>
            </a:r>
          </a:p>
          <a:p xmlns:a="http://schemas.openxmlformats.org/drawingml/2006/main">
            <a:r>
              <a:t>          "final_ip_error_a": -463.23340000002645,</a:t>
            </a:r>
          </a:p>
          <a:p xmlns:a="http://schemas.openxmlformats.org/drawingml/2006/main">
            <a:r>
              <a:t>          "final_ip_error_rel": 0.000614442630186113,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0.0002677385736838077,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9.98745101772674,</a:t>
            </a:r>
          </a:p>
          <a:p xmlns:a="http://schemas.openxmlformats.org/drawingml/2006/main">
            <a:r>
              <a:t>          "q_report_rel_diff": -0.00925331467292928,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1.0183024933541542,</a:t>
            </a:r>
          </a:p>
          <a:p xmlns:a="http://schemas.openxmlformats.org/drawingml/2006/main">
            <a:r>
              <a:t>            "q": 6.7933146951640815,</a:t>
            </a:r>
          </a:p>
          <a:p xmlns:a="http://schemas.openxmlformats.org/drawingml/2006/main">
            <a:r>
              <a:t>            "shear": 3.9082430553035703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1.0103944735590464,</a:t>
            </a:r>
          </a:p>
          <a:p xmlns:a="http://schemas.openxmlformats.org/drawingml/2006/main">
            <a:r>
              <a:t>            "q": 7.901111578501799,</a:t>
            </a:r>
          </a:p>
          <a:p xmlns:a="http://schemas.openxmlformats.org/drawingml/2006/main">
            <a:r>
              <a:t>            "shear": 4.015562972592553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1.0236880872546197,</a:t>
            </a:r>
          </a:p>
          <a:p xmlns:a="http://schemas.openxmlformats.org/drawingml/2006/main">
            <a:r>
              <a:t>            "q": 10.539495430159414,</a:t>
            </a:r>
          </a:p>
          <a:p xmlns:a="http://schemas.openxmlformats.org/drawingml/2006/main">
            <a:r>
              <a:t>            "shear": 4.514237981555337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1.000113013284586,</a:t>
            </a:r>
          </a:p>
          <a:p xmlns:a="http://schemas.openxmlformats.org/drawingml/2006/main">
            <a:r>
              <a:t>          "final_amplitude_next": 1.000113013284586,</a:t>
            </a:r>
          </a:p>
          <a:p xmlns:a="http://schemas.openxmlformats.org/drawingml/2006/main">
            <a:r>
              <a:t>          "final_bootstrap_change_rel": 0.000044580116287569604,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"/pscratch/sd/j/joeschm/cheaseBS_runs/20260924/20260924_23-11-04-129015_Te_ped_scale_1.100/iteration_01/artifacts/EQDSK_COCOS_02_POS_SOURCE_SIGNS.OUT",</a:t>
            </a:r>
          </a:p>
          <a:p xmlns:a="http://schemas.openxmlformats.org/drawingml/2006/main">
            <a:r>
              <a:t>          "final_ip_a": 753779.6942,</a:t>
            </a:r>
          </a:p>
          <a:p xmlns:a="http://schemas.openxmlformats.org/drawingml/2006/main">
            <a:r>
              <a:t>          "final_ip_error_a": -128.60779999999795,</a:t>
            </a:r>
          </a:p>
          <a:p xmlns:a="http://schemas.openxmlformats.org/drawingml/2006/main">
            <a:r>
              <a:t>          "final_ip_error_rel": 0.0001705881201451446,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0.0000864639719939951,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9.987252369439686,</a:t>
            </a:r>
          </a:p>
          <a:p xmlns:a="http://schemas.openxmlformats.org/drawingml/2006/main">
            <a:r>
              <a:t>          "q_report_rel_diff": -0.00927302041482427,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1.048513025617074,</a:t>
            </a:r>
          </a:p>
          <a:p xmlns:a="http://schemas.openxmlformats.org/drawingml/2006/main">
            <a:r>
              <a:t>            "q": 6.788272183512635,</a:t>
            </a:r>
          </a:p>
          <a:p xmlns:a="http://schemas.openxmlformats.org/drawingml/2006/main">
            <a:r>
              <a:t>            "shear": 3.912172270635791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1.0399861974685265,</a:t>
            </a:r>
          </a:p>
          <a:p xmlns:a="http://schemas.openxmlformats.org/drawingml/2006/main">
            <a:r>
              <a:t>            "q": 7.897091601847184,</a:t>
            </a:r>
          </a:p>
          <a:p xmlns:a="http://schemas.openxmlformats.org/drawingml/2006/main">
            <a:r>
              <a:t>            "shear": 4.025003901857227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1.0408181782233898,</a:t>
            </a:r>
          </a:p>
          <a:p xmlns:a="http://schemas.openxmlformats.org/drawingml/2006/main">
            <a:r>
              <a:t>            "q": 10.538517138349196,</a:t>
            </a:r>
          </a:p>
          <a:p xmlns:a="http://schemas.openxmlformats.org/drawingml/2006/main">
            <a:r>
              <a:t>            "shear": 4.5177922945162745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0.9999397492697473,</a:t>
            </a:r>
          </a:p>
          <a:p xmlns:a="http://schemas.openxmlformats.org/drawingml/2006/main">
            <a:r>
              <a:t>          "final_amplitude_next": 0.9999397492697473,</a:t>
            </a:r>
          </a:p>
          <a:p xmlns:a="http://schemas.openxmlformats.org/drawingml/2006/main">
            <a:r>
              <a:t>          "final_bootstrap_change_rel": 0.00015943142635072358,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"/pscratch/sd/j/joeschm/cheaseBS_runs/20260924/20260924_23-13-06-129015_Te_ped_scale_1.200/iteration_01/artifacts/EQDSK_COCOS_02_POS_SOURCE_SIGNS.OUT",</a:t>
            </a:r>
          </a:p>
          <a:p xmlns:a="http://schemas.openxmlformats.org/drawingml/2006/main">
            <a:r>
              <a:t>          "final_ip_a": 754513.3976,</a:t>
            </a:r>
          </a:p>
          <a:p xmlns:a="http://schemas.openxmlformats.org/drawingml/2006/main">
            <a:r>
              <a:t>          "final_ip_error_a": 605.0956000000006,</a:t>
            </a:r>
          </a:p>
          <a:p xmlns:a="http://schemas.openxmlformats.org/drawingml/2006/main">
            <a:r>
              <a:t>          "final_ip_error_rel": 0.0008026116682821734,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0.0007966354095387924,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9.980604346209203,</a:t>
            </a:r>
          </a:p>
          <a:p xmlns:a="http://schemas.openxmlformats.org/drawingml/2006/main">
            <a:r>
              <a:t>          "q_report_rel_diff": -0.009932498690901683,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1.1089520859379483,</a:t>
            </a:r>
          </a:p>
          <a:p xmlns:a="http://schemas.openxmlformats.org/drawingml/2006/main">
            <a:r>
              <a:t>            "q": 6.7782867948252505,</a:t>
            </a:r>
          </a:p>
          <a:p xmlns:a="http://schemas.openxmlformats.org/drawingml/2006/main">
            <a:r>
              <a:t>            "shear": 3.920275083428969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1.0992452311476624,</a:t>
            </a:r>
          </a:p>
          <a:p xmlns:a="http://schemas.openxmlformats.org/drawingml/2006/main">
            <a:r>
              <a:t>            "q": 7.8893225391555095,</a:t>
            </a:r>
          </a:p>
          <a:p xmlns:a="http://schemas.openxmlformats.org/drawingml/2006/main">
            <a:r>
              <a:t>            "shear": 4.046538128697446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1.075386402188213,</a:t>
            </a:r>
          </a:p>
          <a:p xmlns:a="http://schemas.openxmlformats.org/drawingml/2006/main">
            <a:r>
              <a:t>            "q": 10.53271072046816,</a:t>
            </a:r>
          </a:p>
          <a:p xmlns:a="http://schemas.openxmlformats.org/drawingml/2006/main">
            <a:r>
              <a:t>            "shear": 4.56196330413222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1.0006900980988311,</a:t>
            </a:r>
          </a:p>
          <a:p xmlns:a="http://schemas.openxmlformats.org/drawingml/2006/main">
            <a:r>
              <a:t>          "final_amplitude_next": 1.0006900980988311,</a:t>
            </a:r>
          </a:p>
          <a:p xmlns:a="http://schemas.openxmlformats.org/drawingml/2006/main">
            <a:r>
              <a:t>          "final_bootstrap_change_rel": 0.000214407445805416,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"/pscratch/sd/j/joeschm/cheaseBS_runs/20260924/20260924_23-15-07-129015_ne_ped_scale_0.800/iteration_01/artifacts/EQDSK_COCOS_02_POS_SOURCE_SIGNS.OUT",</a:t>
            </a:r>
          </a:p>
          <a:p xmlns:a="http://schemas.openxmlformats.org/drawingml/2006/main">
            <a:r>
              <a:t>          "final_ip_a": 752713.8303,</a:t>
            </a:r>
          </a:p>
          <a:p xmlns:a="http://schemas.openxmlformats.org/drawingml/2006/main">
            <a:r>
              <a:t>          "final_ip_error_a": -1194.4716999999946,</a:t>
            </a:r>
          </a:p>
          <a:p xmlns:a="http://schemas.openxmlformats.org/drawingml/2006/main">
            <a:r>
              <a:t>          "final_ip_error_rel": 0.0015843726575649178,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0.00026575043700439847,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9.957365497491642,</a:t>
            </a:r>
          </a:p>
          <a:p xmlns:a="http://schemas.openxmlformats.org/drawingml/2006/main">
            <a:r>
              <a:t>          "q_report_rel_diff": -0.012237772809080187,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0.8068538244752703,</a:t>
            </a:r>
          </a:p>
          <a:p xmlns:a="http://schemas.openxmlformats.org/drawingml/2006/main">
            <a:r>
              <a:t>            "q": 6.788019651518253,</a:t>
            </a:r>
          </a:p>
          <a:p xmlns:a="http://schemas.openxmlformats.org/drawingml/2006/main">
            <a:r>
              <a:t>            "shear": 3.8705268069453806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0.8069127520039994,</a:t>
            </a:r>
          </a:p>
          <a:p xmlns:a="http://schemas.openxmlformats.org/drawingml/2006/main">
            <a:r>
              <a:t>            "q": 7.8831643587732625,</a:t>
            </a:r>
          </a:p>
          <a:p xmlns:a="http://schemas.openxmlformats.org/drawingml/2006/main">
            <a:r>
              <a:t>            "shear": 3.9844478389687077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0.8624497359111332,</a:t>
            </a:r>
          </a:p>
          <a:p xmlns:a="http://schemas.openxmlformats.org/drawingml/2006/main">
            <a:r>
              <a:t>            "q": 10.460296342593542,</a:t>
            </a:r>
          </a:p>
          <a:p xmlns:a="http://schemas.openxmlformats.org/drawingml/2006/main">
            <a:r>
              <a:t>            "shear": 4.337993787633992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1.0004921173466443,</a:t>
            </a:r>
          </a:p>
          <a:p xmlns:a="http://schemas.openxmlformats.org/drawingml/2006/main">
            <a:r>
              <a:t>          "final_amplitude_next": 1.0004921173466443,</a:t>
            </a:r>
          </a:p>
          <a:p xmlns:a="http://schemas.openxmlformats.org/drawingml/2006/main">
            <a:r>
              <a:t>          "final_bootstrap_change_rel": 0.00011075477367017906,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"/pscratch/sd/j/joeschm/cheaseBS_runs/20260924/20260924_23-17-10-129015_ne_ped_scale_0.900/iteration_01/artifacts/EQDSK_COCOS_02_POS_SOURCE_SIGNS.OUT",</a:t>
            </a:r>
          </a:p>
          <a:p xmlns:a="http://schemas.openxmlformats.org/drawingml/2006/main">
            <a:r>
              <a:t>          "final_ip_a": 753212.6136,</a:t>
            </a:r>
          </a:p>
          <a:p xmlns:a="http://schemas.openxmlformats.org/drawingml/2006/main">
            <a:r>
              <a:t>          "final_ip_error_a": -695.6883999999845,</a:t>
            </a:r>
          </a:p>
          <a:p xmlns:a="http://schemas.openxmlformats.org/drawingml/2006/main">
            <a:r>
              <a:t>          "final_ip_error_rel": 0.0009227758842215065,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0.0001221081560128409,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9.973691438793711,</a:t>
            </a:r>
          </a:p>
          <a:p xmlns:a="http://schemas.openxmlformats.org/drawingml/2006/main">
            <a:r>
              <a:t>          "q_report_rel_diff": -0.010618253253874289,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0.8942914935934048,</a:t>
            </a:r>
          </a:p>
          <a:p xmlns:a="http://schemas.openxmlformats.org/drawingml/2006/main">
            <a:r>
              <a:t>            "q": 6.791923090116063,</a:t>
            </a:r>
          </a:p>
          <a:p xmlns:a="http://schemas.openxmlformats.org/drawingml/2006/main">
            <a:r>
              <a:t>            "shear": 3.8813614883441527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0.8942911667202423,</a:t>
            </a:r>
          </a:p>
          <a:p xmlns:a="http://schemas.openxmlformats.org/drawingml/2006/main">
            <a:r>
              <a:t>            "q": 7.891738340277753,</a:t>
            </a:r>
          </a:p>
          <a:p xmlns:a="http://schemas.openxmlformats.org/drawingml/2006/main">
            <a:r>
              <a:t>            "shear": 3.998650773119285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0.9356988577857425,</a:t>
            </a:r>
          </a:p>
          <a:p xmlns:a="http://schemas.openxmlformats.org/drawingml/2006/main">
            <a:r>
              <a:t>            "q": 10.49183352815302,</a:t>
            </a:r>
          </a:p>
          <a:p xmlns:a="http://schemas.openxmlformats.org/drawingml/2006/main">
            <a:r>
              <a:t>            "shear": 4.393973313034497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1.0003926403536674,</a:t>
            </a:r>
          </a:p>
          <a:p xmlns:a="http://schemas.openxmlformats.org/drawingml/2006/main">
            <a:r>
              <a:t>          "final_amplitude_next": 1.0003926403536674,</a:t>
            </a:r>
          </a:p>
          <a:p xmlns:a="http://schemas.openxmlformats.org/drawingml/2006/main">
            <a:r>
              <a:t>          "final_bootstrap_change_rel": 0.00005840328906720935,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"/pscratch/sd/j/joeschm/cheaseBS_runs/20260924/20260924_23-19-11-129015_ne_ped_scale_0.950/iteration_01/artifacts/EQDSK_COCOS_02_POS_SOURCE_SIGNS.OUT",</a:t>
            </a:r>
          </a:p>
          <a:p xmlns:a="http://schemas.openxmlformats.org/drawingml/2006/main">
            <a:r>
              <a:t>          "final_ip_a": 753431.4786,</a:t>
            </a:r>
          </a:p>
          <a:p xmlns:a="http://schemas.openxmlformats.org/drawingml/2006/main">
            <a:r>
              <a:t>          "final_ip_error_a": -476.82339999999385,</a:t>
            </a:r>
          </a:p>
          <a:p xmlns:a="http://schemas.openxmlformats.org/drawingml/2006/main">
            <a:r>
              <a:t>          "final_ip_error_rel": 0.000632468695111934,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0.000181938956837503,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9.981158354492564,</a:t>
            </a:r>
          </a:p>
          <a:p xmlns:a="http://schemas.openxmlformats.org/drawingml/2006/main">
            <a:r>
              <a:t>          "q_report_rel_diff": -0.009877541538229869,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0.9379527898373232,</a:t>
            </a:r>
          </a:p>
          <a:p xmlns:a="http://schemas.openxmlformats.org/drawingml/2006/main">
            <a:r>
              <a:t>            "q": 6.793946998227973,</a:t>
            </a:r>
          </a:p>
          <a:p xmlns:a="http://schemas.openxmlformats.org/drawingml/2006/main">
            <a:r>
              <a:t>            "shear": 3.886840134129277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0.9378790451254123,</a:t>
            </a:r>
          </a:p>
          <a:p xmlns:a="http://schemas.openxmlformats.org/drawingml/2006/main">
            <a:r>
              <a:t>            "q": 7.896131592385044,</a:t>
            </a:r>
          </a:p>
          <a:p xmlns:a="http://schemas.openxmlformats.org/drawingml/2006/main">
            <a:r>
              <a:t>            "shear": 4.005718159110967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0.9718751932375116,</a:t>
            </a:r>
          </a:p>
          <a:p xmlns:a="http://schemas.openxmlformats.org/drawingml/2006/main">
            <a:r>
              <a:t>            "q": 10.507127193797002,</a:t>
            </a:r>
          </a:p>
          <a:p xmlns:a="http://schemas.openxmlformats.org/drawingml/2006/main">
            <a:r>
              <a:t>            "shear": 4.425905320302754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1.0002928371055044,</a:t>
            </a:r>
          </a:p>
          <a:p xmlns:a="http://schemas.openxmlformats.org/drawingml/2006/main">
            <a:r>
              <a:t>          "final_amplitude_next": 1.0002928371055044,</a:t>
            </a:r>
          </a:p>
          <a:p xmlns:a="http://schemas.openxmlformats.org/drawingml/2006/main">
            <a:r>
              <a:t>          "final_bootstrap_change_rel": 0.0000695970495639258,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"/pscratch/sd/j/joeschm/cheaseBS_runs/20260924/20260924_23-21-11-129015_ne_ped_scale_1.000/iteration_01/artifacts/EQDSK_COCOS_02_POS_SOURCE_SIGNS.OUT",</a:t>
            </a:r>
          </a:p>
          <a:p xmlns:a="http://schemas.openxmlformats.org/drawingml/2006/main">
            <a:r>
              <a:t>          "final_ip_a": 753963.7029,</a:t>
            </a:r>
          </a:p>
          <a:p xmlns:a="http://schemas.openxmlformats.org/drawingml/2006/main">
            <a:r>
              <a:t>          "final_ip_error_a": 55.40090000000782,</a:t>
            </a:r>
          </a:p>
          <a:p xmlns:a="http://schemas.openxmlformats.org/drawingml/2006/main">
            <a:r>
              <a:t>          "final_ip_error_rel": 0.00007348493159318973,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0.0007516266574776496,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9.989195199162207,</a:t>
            </a:r>
          </a:p>
          <a:p xmlns:a="http://schemas.openxmlformats.org/drawingml/2006/main">
            <a:r>
              <a:t>          "q_report_rel_diff": -0.009080293351199463,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0.9814003899127556,</a:t>
            </a:r>
          </a:p>
          <a:p xmlns:a="http://schemas.openxmlformats.org/drawingml/2006/main">
            <a:r>
              <a:t>            "q": 6.801325876744668,</a:t>
            </a:r>
          </a:p>
          <a:p xmlns:a="http://schemas.openxmlformats.org/drawingml/2006/main">
            <a:r>
              <a:t>            "shear": 3.8944907369366315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0.9809448623384521,</a:t>
            </a:r>
          </a:p>
          <a:p xmlns:a="http://schemas.openxmlformats.org/drawingml/2006/main">
            <a:r>
              <a:t>            "q": 7.906828829230068,</a:t>
            </a:r>
          </a:p>
          <a:p xmlns:a="http://schemas.openxmlformats.org/drawingml/2006/main">
            <a:r>
              <a:t>            "shear": 4.008208040475365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1.0056038071559168,</a:t>
            </a:r>
          </a:p>
          <a:p xmlns:a="http://schemas.openxmlformats.org/drawingml/2006/main">
            <a:r>
              <a:t>            "q": 10.522307172088087,</a:t>
            </a:r>
          </a:p>
          <a:p xmlns:a="http://schemas.openxmlformats.org/drawingml/2006/main">
            <a:r>
              <a:t>            "shear": 4.412599848501599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1.0001927128613723,</a:t>
            </a:r>
          </a:p>
          <a:p xmlns:a="http://schemas.openxmlformats.org/drawingml/2006/main">
            <a:r>
              <a:t>          "final_amplitude_next": 1.0001927128613723,</a:t>
            </a:r>
          </a:p>
          <a:p xmlns:a="http://schemas.openxmlformats.org/drawingml/2006/main">
            <a:r>
              <a:t>          "final_bootstrap_change_rel": 0.00005922383929461377,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"/pscratch/sd/j/joeschm/cheaseBS_runs/20260924/20260924_23-23-10-129015_ne_ped_scale_1.050/iteration_01/artifacts/EQDSK_COCOS_02_POS_SOURCE_SIGNS.OUT",</a:t>
            </a:r>
          </a:p>
          <a:p xmlns:a="http://schemas.openxmlformats.org/drawingml/2006/main">
            <a:r>
              <a:t>          "final_ip_a": 753574.7433,</a:t>
            </a:r>
          </a:p>
          <a:p xmlns:a="http://schemas.openxmlformats.org/drawingml/2006/main">
            <a:r>
              <a:t>          "final_ip_error_a": -333.55870000005234,</a:t>
            </a:r>
          </a:p>
          <a:p xmlns:a="http://schemas.openxmlformats.org/drawingml/2006/main">
            <a:r>
              <a:t>          "final_ip_error_rel": 0.00044243935119851264,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0.00011757132325285397,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9.99536395577629,</a:t>
            </a:r>
          </a:p>
          <a:p xmlns:a="http://schemas.openxmlformats.org/drawingml/2006/main">
            <a:r>
              <a:t>          "q_report_rel_diff": -0.008468357917709599,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1.0249065020966623,</a:t>
            </a:r>
          </a:p>
          <a:p xmlns:a="http://schemas.openxmlformats.org/drawingml/2006/main">
            <a:r>
              <a:t>            "q": 6.802621134456635,</a:t>
            </a:r>
          </a:p>
          <a:p xmlns:a="http://schemas.openxmlformats.org/drawingml/2006/main">
            <a:r>
              <a:t>            "shear": 3.8991999470697145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1.024197580920695,</a:t>
            </a:r>
          </a:p>
          <a:p xmlns:a="http://schemas.openxmlformats.org/drawingml/2006/main">
            <a:r>
              <a:t>            "q": 7.910001030079433,</a:t>
            </a:r>
          </a:p>
          <a:p xmlns:a="http://schemas.openxmlformats.org/drawingml/2006/main">
            <a:r>
              <a:t>            "shear": 4.013516717684429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1.0394377325081128,</a:t>
            </a:r>
          </a:p>
          <a:p xmlns:a="http://schemas.openxmlformats.org/drawingml/2006/main">
            <a:r>
              <a:t>            "q": 10.550625223810394,</a:t>
            </a:r>
          </a:p>
          <a:p xmlns:a="http://schemas.openxmlformats.org/drawingml/2006/main">
            <a:r>
              <a:t>            "shear": 4.517976253650191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1.0000922166791328,</a:t>
            </a:r>
          </a:p>
          <a:p xmlns:a="http://schemas.openxmlformats.org/drawingml/2006/main">
            <a:r>
              <a:t>          "final_amplitude_next": 1.0000922166791328,</a:t>
            </a:r>
          </a:p>
          <a:p xmlns:a="http://schemas.openxmlformats.org/drawingml/2006/main">
            <a:r>
              <a:t>          "final_bootstrap_change_rel": 0.00011581399248271305,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"/pscratch/sd/j/joeschm/cheaseBS_runs/20260924/20260924_23-25-09-129015_ne_ped_scale_1.100/iteration_01/artifacts/EQDSK_COCOS_02_POS_SOURCE_SIGNS.OUT",</a:t>
            </a:r>
          </a:p>
          <a:p xmlns:a="http://schemas.openxmlformats.org/drawingml/2006/main">
            <a:r>
              <a:t>          "final_ip_a": 753923.808,</a:t>
            </a:r>
          </a:p>
          <a:p xmlns:a="http://schemas.openxmlformats.org/drawingml/2006/main">
            <a:r>
              <a:t>          "final_ip_error_a": 15.505999999935739,</a:t>
            </a:r>
          </a:p>
          <a:p xmlns:a="http://schemas.openxmlformats.org/drawingml/2006/main">
            <a:r>
              <a:t>          "final_ip_error_rel": 0.000020567488060286326,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0.0002156227510504039,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10.002086928820576,</a:t>
            </a:r>
          </a:p>
          <a:p xmlns:a="http://schemas.openxmlformats.org/drawingml/2006/main">
            <a:r>
              <a:t>          "q_report_rel_diff": -0.007801444683557239,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1.0684675569168283,</a:t>
            </a:r>
          </a:p>
          <a:p xmlns:a="http://schemas.openxmlformats.org/drawingml/2006/main">
            <a:r>
              <a:t>            "q": 6.8047669019077945,</a:t>
            </a:r>
          </a:p>
          <a:p xmlns:a="http://schemas.openxmlformats.org/drawingml/2006/main">
            <a:r>
              <a:t>            "shear": 3.905067089791417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1.0676398737750565,</a:t>
            </a:r>
          </a:p>
          <a:p xmlns:a="http://schemas.openxmlformats.org/drawingml/2006/main">
            <a:r>
              <a:t>            "q": 7.914745545626175,</a:t>
            </a:r>
          </a:p>
          <a:p xmlns:a="http://schemas.openxmlformats.org/drawingml/2006/main">
            <a:r>
              <a:t>            "shear": 4.022008822341859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1.0752771677645714,</a:t>
            </a:r>
          </a:p>
          <a:p xmlns:a="http://schemas.openxmlformats.org/drawingml/2006/main">
            <a:r>
              <a:t>            "q": 10.563304382963592,</a:t>
            </a:r>
          </a:p>
          <a:p xmlns:a="http://schemas.openxmlformats.org/drawingml/2006/main">
            <a:r>
              <a:t>            "shear": 4.544731322966021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0.9998900134066266,</a:t>
            </a:r>
          </a:p>
          <a:p xmlns:a="http://schemas.openxmlformats.org/drawingml/2006/main">
            <a:r>
              <a:t>          "final_amplitude_next": 0.9998900134066266,</a:t>
            </a:r>
          </a:p>
          <a:p xmlns:a="http://schemas.openxmlformats.org/drawingml/2006/main">
            <a:r>
              <a:t>          "final_bootstrap_change_rel": 0.000268515615994691,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"/pscratch/sd/j/joeschm/cheaseBS_runs/20260924/20260924_23-27-06-129015_ne_ped_scale_1.200/iteration_01/artifacts/EQDSK_COCOS_02_POS_SOURCE_SIGNS.OUT",</a:t>
            </a:r>
          </a:p>
          <a:p xmlns:a="http://schemas.openxmlformats.org/drawingml/2006/main">
            <a:r>
              <a:t>          "final_ip_a": 753457.9844,</a:t>
            </a:r>
          </a:p>
          <a:p xmlns:a="http://schemas.openxmlformats.org/drawingml/2006/main">
            <a:r>
              <a:t>          "final_ip_error_a": -450.3176000000676,</a:t>
            </a:r>
          </a:p>
          <a:p xmlns:a="http://schemas.openxmlformats.org/drawingml/2006/main">
            <a:r>
              <a:t>          "final_ip_error_rel": 0.0005973108384739178,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0.001030995845831179,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10.034163831960196,</a:t>
            </a:r>
          </a:p>
          <a:p xmlns:a="http://schemas.openxmlformats.org/drawingml/2006/main">
            <a:r>
              <a:t>          "q_report_rel_diff": -0.004619443049233378,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1.1552296113138874,</a:t>
            </a:r>
          </a:p>
          <a:p xmlns:a="http://schemas.openxmlformats.org/drawingml/2006/main">
            <a:r>
              <a:t>            "q": 6.807890368203506,</a:t>
            </a:r>
          </a:p>
          <a:p xmlns:a="http://schemas.openxmlformats.org/drawingml/2006/main">
            <a:r>
              <a:t>            "shear": 3.914873346655003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1.1536453175479982,</a:t>
            </a:r>
          </a:p>
          <a:p xmlns:a="http://schemas.openxmlformats.org/drawingml/2006/main">
            <a:r>
              <a:t>            "q": 7.92174610636269,</a:t>
            </a:r>
          </a:p>
          <a:p xmlns:a="http://schemas.openxmlformats.org/drawingml/2006/main">
            <a:r>
              <a:t>            "shear": 4.026653065131005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1.141962713539047,</a:t>
            </a:r>
          </a:p>
          <a:p xmlns:a="http://schemas.openxmlformats.org/drawingml/2006/main">
            <a:r>
              <a:t>            "q": 10.622602878080635,</a:t>
            </a:r>
          </a:p>
          <a:p xmlns:a="http://schemas.openxmlformats.org/drawingml/2006/main">
            <a:r>
              <a:t>            "shear": 4.591753044178326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"n4w1",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"#CC79A7",</a:t>
            </a:r>
          </a:p>
          <a:p xmlns:a="http://schemas.openxmlformats.org/drawingml/2006/main">
            <a:r>
              <a:t>    "root": "C:\\Users\\joesc\\git\\cheaseBS_tests\\data\\129015_129038\\pm0.2_ncscal4_warmup1\\129015",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0.00011096182308541413,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"/pscratch/sd/j/joeschm/cheaseBS_runs/20260924/20260924_23-00-49-129015_Te_ped_scale_0.800/iteration_01/artifacts/EQDSK_COCOS_02_POS_SOURCE_SIGNS.OUT",</a:t>
            </a:r>
          </a:p>
          <a:p xmlns:a="http://schemas.openxmlformats.org/drawingml/2006/main">
            <a:r>
              <a:t>          "final_ip_a": 752977.6197,</a:t>
            </a:r>
          </a:p>
          <a:p xmlns:a="http://schemas.openxmlformats.org/drawingml/2006/main">
            <a:r>
              <a:t>          "final_ip_error_a": -930.6822999999858,</a:t>
            </a:r>
          </a:p>
          <a:p xmlns:a="http://schemas.openxmlformats.org/drawingml/2006/main">
            <a:r>
              <a:t>          "final_ip_error_rel": 0.0012344767891944316,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0.00010365173503336947,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9.989406226764912,</a:t>
            </a:r>
          </a:p>
          <a:p xmlns:a="http://schemas.openxmlformats.org/drawingml/2006/main">
            <a:r>
              <a:t>          "q_report_rel_diff": -0.009059359591672561,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0.8673069945754085,</a:t>
            </a:r>
          </a:p>
          <a:p xmlns:a="http://schemas.openxmlformats.org/drawingml/2006/main">
            <a:r>
              <a:t>            "q": 6.820282833863689,</a:t>
            </a:r>
          </a:p>
          <a:p xmlns:a="http://schemas.openxmlformats.org/drawingml/2006/main">
            <a:r>
              <a:t>            "shear": 3.890545206283638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0.8627316766823441,</a:t>
            </a:r>
          </a:p>
          <a:p xmlns:a="http://schemas.openxmlformats.org/drawingml/2006/main">
            <a:r>
              <a:t>            "q": 7.924242589265092,</a:t>
            </a:r>
          </a:p>
          <a:p xmlns:a="http://schemas.openxmlformats.org/drawingml/2006/main">
            <a:r>
              <a:t>            "shear": 3.9742714272479276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0.9412844541065485,</a:t>
            </a:r>
          </a:p>
          <a:p xmlns:a="http://schemas.openxmlformats.org/drawingml/2006/main">
            <a:r>
              <a:t>            "q": 10.519042790192808,</a:t>
            </a:r>
          </a:p>
          <a:p xmlns:a="http://schemas.openxmlformats.org/drawingml/2006/main">
            <a:r>
              <a:t>            "shear": 4.3713550183606245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0.00006234776310979113,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"/pscratch/sd/j/joeschm/cheaseBS_runs/20260924/20260924_23-02-44-129015_Te_ped_scale_0.900/iteration_01/artifacts/EQDSK_COCOS_02_POS_SOURCE_SIGNS.OUT",</a:t>
            </a:r>
          </a:p>
          <a:p xmlns:a="http://schemas.openxmlformats.org/drawingml/2006/main">
            <a:r>
              <a:t>          "final_ip_a": 753312.5242,</a:t>
            </a:r>
          </a:p>
          <a:p xmlns:a="http://schemas.openxmlformats.org/drawingml/2006/main">
            <a:r>
              <a:t>          "final_ip_error_a": -595.7778000000399,</a:t>
            </a:r>
          </a:p>
          <a:p xmlns:a="http://schemas.openxmlformats.org/drawingml/2006/main">
            <a:r>
              <a:t>          "final_ip_error_rel": 0.000790252340264108,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0.00015250484195471306,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9.988959637433595,</a:t>
            </a:r>
          </a:p>
          <a:p xmlns:a="http://schemas.openxmlformats.org/drawingml/2006/main">
            <a:r>
              <a:t>          "q_report_rel_diff": -0.009103660875245197,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0.9277424778845836,</a:t>
            </a:r>
          </a:p>
          <a:p xmlns:a="http://schemas.openxmlformats.org/drawingml/2006/main">
            <a:r>
              <a:t>            "q": 6.8096414853413885,</a:t>
            </a:r>
          </a:p>
          <a:p xmlns:a="http://schemas.openxmlformats.org/drawingml/2006/main">
            <a:r>
              <a:t>            "shear": 3.897808649107524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0.9218647237398283,</a:t>
            </a:r>
          </a:p>
          <a:p xmlns:a="http://schemas.openxmlformats.org/drawingml/2006/main">
            <a:r>
              <a:t>            "q": 7.915258754690141,</a:t>
            </a:r>
          </a:p>
          <a:p xmlns:a="http://schemas.openxmlformats.org/drawingml/2006/main">
            <a:r>
              <a:t>            "shear": 3.9912049985396227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0.9747731746465554,</a:t>
            </a:r>
          </a:p>
          <a:p xmlns:a="http://schemas.openxmlformats.org/drawingml/2006/main">
            <a:r>
              <a:t>            "q": 10.523924238705343,</a:t>
            </a:r>
          </a:p>
          <a:p xmlns:a="http://schemas.openxmlformats.org/drawingml/2006/main">
            <a:r>
              <a:t>            "shear": 4.410019289988118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0.00004239281656733762,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"/pscratch/sd/j/joeschm/cheaseBS_runs/20260924/20260924_23-04-37-129015_Te_ped_scale_0.950/iteration_01/artifacts/EQDSK_COCOS_02_POS_SOURCE_SIGNS.OUT",</a:t>
            </a:r>
          </a:p>
          <a:p xmlns:a="http://schemas.openxmlformats.org/drawingml/2006/main">
            <a:r>
              <a:t>          "final_ip_a": 753525.6564,</a:t>
            </a:r>
          </a:p>
          <a:p xmlns:a="http://schemas.openxmlformats.org/drawingml/2006/main">
            <a:r>
              <a:t>          "final_ip_error_a": -382.6456000000471,</a:t>
            </a:r>
          </a:p>
          <a:p xmlns:a="http://schemas.openxmlformats.org/drawingml/2006/main">
            <a:r>
              <a:t>          "final_ip_error_rel": 0.0005075492589549002,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0.00027334707708069226,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9.9888410335909,</a:t>
            </a:r>
          </a:p>
          <a:p xmlns:a="http://schemas.openxmlformats.org/drawingml/2006/main">
            <a:r>
              <a:t>          "q_report_rel_diff": -0.00911542627602754,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0.9579573334146345,</a:t>
            </a:r>
          </a:p>
          <a:p xmlns:a="http://schemas.openxmlformats.org/drawingml/2006/main">
            <a:r>
              <a:t>            "q": 6.80439214354523,</a:t>
            </a:r>
          </a:p>
          <a:p xmlns:a="http://schemas.openxmlformats.org/drawingml/2006/main">
            <a:r>
              <a:t>            "shear": 3.901519951416567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0.9514362783304494,</a:t>
            </a:r>
          </a:p>
          <a:p xmlns:a="http://schemas.openxmlformats.org/drawingml/2006/main">
            <a:r>
              <a:t>            "q": 7.910888831073442,</a:t>
            </a:r>
          </a:p>
          <a:p xmlns:a="http://schemas.openxmlformats.org/drawingml/2006/main">
            <a:r>
              <a:t>            "shear": 3.9999124931803562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0.9916117329712123,</a:t>
            </a:r>
          </a:p>
          <a:p xmlns:a="http://schemas.openxmlformats.org/drawingml/2006/main">
            <a:r>
              <a:t>            "q": 10.525513443625927,</a:t>
            </a:r>
          </a:p>
          <a:p xmlns:a="http://schemas.openxmlformats.org/drawingml/2006/main">
            <a:r>
              <a:t>            "shear": 4.424500679090024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0.00009304858508887238,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"/pscratch/sd/j/joeschm/cheaseBS_runs/20260924/20260924_23-06-30-129015_Te_ped_scale_1.000/iteration_01/artifacts/EQDSK_COCOS_02_POS_SOURCE_SIGNS.OUT",</a:t>
            </a:r>
          </a:p>
          <a:p xmlns:a="http://schemas.openxmlformats.org/drawingml/2006/main">
            <a:r>
              <a:t>          "final_ip_a": 754118.1566,</a:t>
            </a:r>
          </a:p>
          <a:p xmlns:a="http://schemas.openxmlformats.org/drawingml/2006/main">
            <a:r>
              <a:t>          "final_ip_error_a": 209.85459999996237,</a:t>
            </a:r>
          </a:p>
          <a:p xmlns:a="http://schemas.openxmlformats.org/drawingml/2006/main">
            <a:r>
              <a:t>          "final_ip_error_rel": 0.00027835560298679715,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0.0009860237433617402,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9.989382645500447,</a:t>
            </a:r>
          </a:p>
          <a:p xmlns:a="http://schemas.openxmlformats.org/drawingml/2006/main">
            <a:r>
              <a:t>          "q_report_rel_diff": -0.009061698833142956,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0.9882200644085564,</a:t>
            </a:r>
          </a:p>
          <a:p xmlns:a="http://schemas.openxmlformats.org/drawingml/2006/main">
            <a:r>
              <a:t>            "q": 6.79957086799702,</a:t>
            </a:r>
          </a:p>
          <a:p xmlns:a="http://schemas.openxmlformats.org/drawingml/2006/main">
            <a:r>
              <a:t>            "shear": 3.905786216177174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0.9811283089514407,</a:t>
            </a:r>
          </a:p>
          <a:p xmlns:a="http://schemas.openxmlformats.org/drawingml/2006/main">
            <a:r>
              <a:t>            "q": 7.907300807525324,</a:t>
            </a:r>
          </a:p>
          <a:p xmlns:a="http://schemas.openxmlformats.org/drawingml/2006/main">
            <a:r>
              <a:t>            "shear": 4.010108540345586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1.0095496015708267,</a:t>
            </a:r>
          </a:p>
          <a:p xmlns:a="http://schemas.openxmlformats.org/drawingml/2006/main">
            <a:r>
              <a:t>            "q": 10.519232032594322,</a:t>
            </a:r>
          </a:p>
          <a:p xmlns:a="http://schemas.openxmlformats.org/drawingml/2006/main">
            <a:r>
              <a:t>            "shear": 4.39578800439352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0.000041271965597233944,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"/pscratch/sd/j/joeschm/cheaseBS_runs/20260924/20260924_23-08-22-129015_Te_ped_scale_1.050/iteration_01/artifacts/EQDSK_COCOS_02_POS_SOURCE_SIGNS.OUT",</a:t>
            </a:r>
          </a:p>
          <a:p xmlns:a="http://schemas.openxmlformats.org/drawingml/2006/main">
            <a:r>
              <a:t>          "final_ip_a": 753438.2569,</a:t>
            </a:r>
          </a:p>
          <a:p xmlns:a="http://schemas.openxmlformats.org/drawingml/2006/main">
            <a:r>
              <a:t>          "final_ip_error_a": -470.04509999998845,</a:t>
            </a:r>
          </a:p>
          <a:p xmlns:a="http://schemas.openxmlformats.org/drawingml/2006/main">
            <a:r>
              <a:t>          "final_ip_error_rel": 0.0006234778138840398,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0.00027154922244224567,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9.987531041576956,</a:t>
            </a:r>
          </a:p>
          <a:p xmlns:a="http://schemas.openxmlformats.org/drawingml/2006/main">
            <a:r>
              <a:t>          "q_report_rel_diff": -0.009245376374738037,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1.0182940000915235,</a:t>
            </a:r>
          </a:p>
          <a:p xmlns:a="http://schemas.openxmlformats.org/drawingml/2006/main">
            <a:r>
              <a:t>            "q": 6.793377172818538,</a:t>
            </a:r>
          </a:p>
          <a:p xmlns:a="http://schemas.openxmlformats.org/drawingml/2006/main">
            <a:r>
              <a:t>            "shear": 3.908241788188325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1.0103859892089506,</a:t>
            </a:r>
          </a:p>
          <a:p xmlns:a="http://schemas.openxmlformats.org/drawingml/2006/main">
            <a:r>
              <a:t>            "q": 7.9011833030197405,</a:t>
            </a:r>
          </a:p>
          <a:p xmlns:a="http://schemas.openxmlformats.org/drawingml/2006/main">
            <a:r>
              <a:t>            "shear": 4.015557126806671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1.0236795691994516,</a:t>
            </a:r>
          </a:p>
          <a:p xmlns:a="http://schemas.openxmlformats.org/drawingml/2006/main">
            <a:r>
              <a:t>            "q": 10.5395971788995,</a:t>
            </a:r>
          </a:p>
          <a:p xmlns:a="http://schemas.openxmlformats.org/drawingml/2006/main">
            <a:r>
              <a:t>            "shear": 4.514339478404827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0.00004840500256305223,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"/pscratch/sd/j/joeschm/cheaseBS_runs/20260924/20260924_23-10-14-129015_Te_ped_scale_1.100/iteration_01/artifacts/EQDSK_COCOS_02_POS_SOURCE_SIGNS.OUT",</a:t>
            </a:r>
          </a:p>
          <a:p xmlns:a="http://schemas.openxmlformats.org/drawingml/2006/main">
            <a:r>
              <a:t>          "final_ip_a": 753776.1824,</a:t>
            </a:r>
          </a:p>
          <a:p xmlns:a="http://schemas.openxmlformats.org/drawingml/2006/main">
            <a:r>
              <a:t>          "final_ip_error_a": -132.11959999997634,</a:t>
            </a:r>
          </a:p>
          <a:p xmlns:a="http://schemas.openxmlformats.org/drawingml/2006/main">
            <a:r>
              <a:t>          "final_ip_error_rel": 0.0001752462463266207,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0.00008649320612082442,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9.987297063918843,</a:t>
            </a:r>
          </a:p>
          <a:p xmlns:a="http://schemas.openxmlformats.org/drawingml/2006/main">
            <a:r>
              <a:t>          "q_report_rel_diff": -0.009268586760331318,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1.0485081280204116,</a:t>
            </a:r>
          </a:p>
          <a:p xmlns:a="http://schemas.openxmlformats.org/drawingml/2006/main">
            <a:r>
              <a:t>            "q": 6.7883078124567895,</a:t>
            </a:r>
          </a:p>
          <a:p xmlns:a="http://schemas.openxmlformats.org/drawingml/2006/main">
            <a:r>
              <a:t>            "shear": 3.9121721107162295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1.0399813809630425,</a:t>
            </a:r>
          </a:p>
          <a:p xmlns:a="http://schemas.openxmlformats.org/drawingml/2006/main">
            <a:r>
              <a:t>            "q": 7.897132787066713,</a:t>
            </a:r>
          </a:p>
          <a:p xmlns:a="http://schemas.openxmlformats.org/drawingml/2006/main">
            <a:r>
              <a:t>            "shear": 4.025002165928457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1.0408143060965724,</a:t>
            </a:r>
          </a:p>
          <a:p xmlns:a="http://schemas.openxmlformats.org/drawingml/2006/main">
            <a:r>
              <a:t>            "q": 10.538567173257652,</a:t>
            </a:r>
          </a:p>
          <a:p xmlns:a="http://schemas.openxmlformats.org/drawingml/2006/main">
            <a:r>
              <a:t>            "shear": 4.5178188814639215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0.00015780887124272505,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"/pscratch/sd/j/joeschm/cheaseBS_runs/20260924/20260924_23-12-07-129015_Te_ped_scale_1.200/iteration_01/artifacts/EQDSK_COCOS_02_POS_SOURCE_SIGNS.OUT",</a:t>
            </a:r>
          </a:p>
          <a:p xmlns:a="http://schemas.openxmlformats.org/drawingml/2006/main">
            <a:r>
              <a:t>          "final_ip_a": 754514.8875,</a:t>
            </a:r>
          </a:p>
          <a:p xmlns:a="http://schemas.openxmlformats.org/drawingml/2006/main">
            <a:r>
              <a:t>          "final_ip_error_a": 606.5854999999283,</a:t>
            </a:r>
          </a:p>
          <a:p xmlns:a="http://schemas.openxmlformats.org/drawingml/2006/main">
            <a:r>
              <a:t>          "final_ip_error_rel": 0.0008045879033176216,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0.0007967764255527239,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9.980586312302357,</a:t>
            </a:r>
          </a:p>
          <a:p xmlns:a="http://schemas.openxmlformats.org/drawingml/2006/main">
            <a:r>
              <a:t>          "q_report_rel_diff": -0.009934287639192846,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1.1089547696295576,</a:t>
            </a:r>
          </a:p>
          <a:p xmlns:a="http://schemas.openxmlformats.org/drawingml/2006/main">
            <a:r>
              <a:t>            "q": 6.778267462857987,</a:t>
            </a:r>
          </a:p>
          <a:p xmlns:a="http://schemas.openxmlformats.org/drawingml/2006/main">
            <a:r>
              <a:t>            "shear": 3.9202744750863383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1.0992477464352115,</a:t>
            </a:r>
          </a:p>
          <a:p xmlns:a="http://schemas.openxmlformats.org/drawingml/2006/main">
            <a:r>
              <a:t>            "q": 7.889299804707479,</a:t>
            </a:r>
          </a:p>
          <a:p xmlns:a="http://schemas.openxmlformats.org/drawingml/2006/main">
            <a:r>
              <a:t>            "shear": 4.04653554195958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1.0753872292892486,</a:t>
            </a:r>
          </a:p>
          <a:p xmlns:a="http://schemas.openxmlformats.org/drawingml/2006/main">
            <a:r>
              <a:t>            "q": 10.532694618217292,</a:t>
            </a:r>
          </a:p>
          <a:p xmlns:a="http://schemas.openxmlformats.org/drawingml/2006/main">
            <a:r>
              <a:t>            "shear": 4.561948882835357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0.00018942144494216325,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"/pscratch/sd/j/joeschm/cheaseBS_runs/20260924/20260924_23-13-59-129015_ne_ped_scale_0.800/iteration_01/artifacts/EQDSK_COCOS_02_POS_SOURCE_SIGNS.OUT",</a:t>
            </a:r>
          </a:p>
          <a:p xmlns:a="http://schemas.openxmlformats.org/drawingml/2006/main">
            <a:r>
              <a:t>          "final_ip_a": 752693.9304,</a:t>
            </a:r>
          </a:p>
          <a:p xmlns:a="http://schemas.openxmlformats.org/drawingml/2006/main">
            <a:r>
              <a:t>          "final_ip_error_a": -1214.3716000000713,</a:t>
            </a:r>
          </a:p>
          <a:p xmlns:a="http://schemas.openxmlformats.org/drawingml/2006/main">
            <a:r>
              <a:t>          "final_ip_error_rel": 0.0016107683080005017,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0.0002651268751014542,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9.957676780530404,</a:t>
            </a:r>
          </a:p>
          <a:p xmlns:a="http://schemas.openxmlformats.org/drawingml/2006/main">
            <a:r>
              <a:t>          "q_report_rel_diff": -0.012206893795175162,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0.8068315461532931,</a:t>
            </a:r>
          </a:p>
          <a:p xmlns:a="http://schemas.openxmlformats.org/drawingml/2006/main">
            <a:r>
              <a:t>            "q": 6.788236551962298,</a:t>
            </a:r>
          </a:p>
          <a:p xmlns:a="http://schemas.openxmlformats.org/drawingml/2006/main">
            <a:r>
              <a:t>            "shear": 3.870526931741349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0.8068909882655575,</a:t>
            </a:r>
          </a:p>
          <a:p xmlns:a="http://schemas.openxmlformats.org/drawingml/2006/main">
            <a:r>
              <a:t>            "q": 7.883415795601835,</a:t>
            </a:r>
          </a:p>
          <a:p xmlns:a="http://schemas.openxmlformats.org/drawingml/2006/main">
            <a:r>
              <a:t>            "shear": 3.9844449111302374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0.8624372920784011,</a:t>
            </a:r>
          </a:p>
          <a:p xmlns:a="http://schemas.openxmlformats.org/drawingml/2006/main">
            <a:r>
              <a:t>            "q": 10.460595094295726,</a:t>
            </a:r>
          </a:p>
          <a:p xmlns:a="http://schemas.openxmlformats.org/drawingml/2006/main">
            <a:r>
              <a:t>            "shear": 4.337773083930956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0.00009307333418342164,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"/pscratch/sd/j/joeschm/cheaseBS_runs/20260924/20260924_23-15-52-129015_ne_ped_scale_0.900/iteration_01/artifacts/EQDSK_COCOS_02_POS_SOURCE_SIGNS.OUT",</a:t>
            </a:r>
          </a:p>
          <a:p xmlns:a="http://schemas.openxmlformats.org/drawingml/2006/main">
            <a:r>
              <a:t>          "final_ip_a": 753197.6244,</a:t>
            </a:r>
          </a:p>
          <a:p xmlns:a="http://schemas.openxmlformats.org/drawingml/2006/main">
            <a:r>
              <a:t>          "final_ip_error_a": -710.6776000000536,</a:t>
            </a:r>
          </a:p>
          <a:p xmlns:a="http://schemas.openxmlformats.org/drawingml/2006/main">
            <a:r>
              <a:t>          "final_ip_error_rel": 0.000942657877774708,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0.00011384869047039138,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9.973896760685397,</a:t>
            </a:r>
          </a:p>
          <a:p xmlns:a="http://schemas.openxmlformats.org/drawingml/2006/main">
            <a:r>
              <a:t>          "q_report_rel_diff": -0.010597885496049803,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0.8942735787543009,</a:t>
            </a:r>
          </a:p>
          <a:p xmlns:a="http://schemas.openxmlformats.org/drawingml/2006/main">
            <a:r>
              <a:t>            "q": 6.792078480708837,</a:t>
            </a:r>
          </a:p>
          <a:p xmlns:a="http://schemas.openxmlformats.org/drawingml/2006/main">
            <a:r>
              <a:t>            "shear": 3.8813606654243054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0.8942734175801973,</a:t>
            </a:r>
          </a:p>
          <a:p xmlns:a="http://schemas.openxmlformats.org/drawingml/2006/main">
            <a:r>
              <a:t>            "q": 7.891917888695927,</a:t>
            </a:r>
          </a:p>
          <a:p xmlns:a="http://schemas.openxmlformats.org/drawingml/2006/main">
            <a:r>
              <a:t>            "shear": 3.998642285922236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0.9356852606281493,</a:t>
            </a:r>
          </a:p>
          <a:p xmlns:a="http://schemas.openxmlformats.org/drawingml/2006/main">
            <a:r>
              <a:t>            "q": 10.492041795454934,</a:t>
            </a:r>
          </a:p>
          <a:p xmlns:a="http://schemas.openxmlformats.org/drawingml/2006/main">
            <a:r>
              <a:t>            "shear": 4.393955146510353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0.00004483216043267918,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"/pscratch/sd/j/joeschm/cheaseBS_runs/20260924/20260924_23-17-44-129015_ne_ped_scale_0.950/iteration_01/artifacts/EQDSK_COCOS_02_POS_SOURCE_SIGNS.OUT",</a:t>
            </a:r>
          </a:p>
          <a:p xmlns:a="http://schemas.openxmlformats.org/drawingml/2006/main">
            <a:r>
              <a:t>          "final_ip_a": 753419.9397,</a:t>
            </a:r>
          </a:p>
          <a:p xmlns:a="http://schemas.openxmlformats.org/drawingml/2006/main">
            <a:r>
              <a:t>          "final_ip_error_a": -488.36230000003707,</a:t>
            </a:r>
          </a:p>
          <a:p xmlns:a="http://schemas.openxmlformats.org/drawingml/2006/main">
            <a:r>
              <a:t>          "final_ip_error_rel": 0.0006477741373910976,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0.00017648986159826796,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9.981322772347706,</a:t>
            </a:r>
          </a:p>
          <a:p xmlns:a="http://schemas.openxmlformats.org/drawingml/2006/main">
            <a:r>
              <a:t>          "q_report_rel_diff": -0.009861231426200111,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0.9379377809915913,</a:t>
            </a:r>
          </a:p>
          <a:p xmlns:a="http://schemas.openxmlformats.org/drawingml/2006/main">
            <a:r>
              <a:t>            "q": 6.794071677718528,</a:t>
            </a:r>
          </a:p>
          <a:p xmlns:a="http://schemas.openxmlformats.org/drawingml/2006/main">
            <a:r>
              <a:t>            "shear": 3.8868401108877175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0.9378642475691267,</a:t>
            </a:r>
          </a:p>
          <a:p xmlns:a="http://schemas.openxmlformats.org/drawingml/2006/main">
            <a:r>
              <a:t>            "q": 7.896276003470097,</a:t>
            </a:r>
          </a:p>
          <a:p xmlns:a="http://schemas.openxmlformats.org/drawingml/2006/main">
            <a:r>
              <a:t>            "shear": 4.005713085652833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0.9718648683579206,</a:t>
            </a:r>
          </a:p>
          <a:p xmlns:a="http://schemas.openxmlformats.org/drawingml/2006/main">
            <a:r>
              <a:t>            "q": 10.507287284434845,</a:t>
            </a:r>
          </a:p>
          <a:p xmlns:a="http://schemas.openxmlformats.org/drawingml/2006/main">
            <a:r>
              <a:t>            "shear": 4.425856543829328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0.00006996139694020941,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"/pscratch/sd/j/joeschm/cheaseBS_runs/20260924/20260924_23-19-37-129015_ne_ped_scale_1.000/iteration_01/artifacts/EQDSK_COCOS_02_POS_SOURCE_SIGNS.OUT",</a:t>
            </a:r>
          </a:p>
          <a:p xmlns:a="http://schemas.openxmlformats.org/drawingml/2006/main">
            <a:r>
              <a:t>          "final_ip_a": 753956.7014,</a:t>
            </a:r>
          </a:p>
          <a:p xmlns:a="http://schemas.openxmlformats.org/drawingml/2006/main">
            <a:r>
              <a:t>          "final_ip_error_a": 48.399399999994785,</a:t>
            </a:r>
          </a:p>
          <a:p xmlns:a="http://schemas.openxmlformats.org/drawingml/2006/main">
            <a:r>
              <a:t>          "final_ip_error_rel": 0.00006419799314001292,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0.0007507477346398946,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9.989319759418983,</a:t>
            </a:r>
          </a:p>
          <a:p xmlns:a="http://schemas.openxmlformats.org/drawingml/2006/main">
            <a:r>
              <a:t>          "q_report_rel_diff": -0.009067937079183217,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0.9813888315220717,</a:t>
            </a:r>
          </a:p>
          <a:p xmlns:a="http://schemas.openxmlformats.org/drawingml/2006/main">
            <a:r>
              <a:t>            "q": 6.801420889287426,</a:t>
            </a:r>
          </a:p>
          <a:p xmlns:a="http://schemas.openxmlformats.org/drawingml/2006/main">
            <a:r>
              <a:t>            "shear": 3.894493167080524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0.9809338009975517,</a:t>
            </a:r>
          </a:p>
          <a:p xmlns:a="http://schemas.openxmlformats.org/drawingml/2006/main">
            <a:r>
              <a:t>            "q": 7.906940101804123,</a:t>
            </a:r>
          </a:p>
          <a:p xmlns:a="http://schemas.openxmlformats.org/drawingml/2006/main">
            <a:r>
              <a:t>            "shear": 4.0082103889821505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1.005600450155316,</a:t>
            </a:r>
          </a:p>
          <a:p xmlns:a="http://schemas.openxmlformats.org/drawingml/2006/main">
            <a:r>
              <a:t>            "q": 10.522393769635086,</a:t>
            </a:r>
          </a:p>
          <a:p xmlns:a="http://schemas.openxmlformats.org/drawingml/2006/main">
            <a:r>
              <a:t>            "shear": 4.412390906066833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0.00006585923760115073,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"/pscratch/sd/j/joeschm/cheaseBS_runs/20260924/20260924_23-21-29-129015_ne_ped_scale_1.050/iteration_01/artifacts/EQDSK_COCOS_02_POS_SOURCE_SIGNS.OUT",</a:t>
            </a:r>
          </a:p>
          <a:p xmlns:a="http://schemas.openxmlformats.org/drawingml/2006/main">
            <a:r>
              <a:t>          "final_ip_a": 753568.512,</a:t>
            </a:r>
          </a:p>
          <a:p xmlns:a="http://schemas.openxmlformats.org/drawingml/2006/main">
            <a:r>
              <a:t>          "final_ip_error_a": -339.79000000003725,</a:t>
            </a:r>
          </a:p>
          <a:p xmlns:a="http://schemas.openxmlformats.org/drawingml/2006/main">
            <a:r>
              <a:t>          "final_ip_error_rel": 0.0004507046799970605,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0.0001205401746879746,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9.995441618122166,</a:t>
            </a:r>
          </a:p>
          <a:p xmlns:a="http://schemas.openxmlformats.org/drawingml/2006/main">
            <a:r>
              <a:t>          "q_report_rel_diff": -0.008460653878749537,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1.0248983244417653,</a:t>
            </a:r>
          </a:p>
          <a:p xmlns:a="http://schemas.openxmlformats.org/drawingml/2006/main">
            <a:r>
              <a:t>            "q": 6.802682029543045,</a:t>
            </a:r>
          </a:p>
          <a:p xmlns:a="http://schemas.openxmlformats.org/drawingml/2006/main">
            <a:r>
              <a:t>            "shear": 3.8991992603404784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1.0241894005907985,</a:t>
            </a:r>
          </a:p>
          <a:p xmlns:a="http://schemas.openxmlformats.org/drawingml/2006/main">
            <a:r>
              <a:t>            "q": 7.910071199976056,</a:t>
            </a:r>
          </a:p>
          <a:p xmlns:a="http://schemas.openxmlformats.org/drawingml/2006/main">
            <a:r>
              <a:t>            "shear": 4.013512411026883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1.0394303793120974,</a:t>
            </a:r>
          </a:p>
          <a:p xmlns:a="http://schemas.openxmlformats.org/drawingml/2006/main">
            <a:r>
              <a:t>            "q": 10.550716458005867,</a:t>
            </a:r>
          </a:p>
          <a:p xmlns:a="http://schemas.openxmlformats.org/drawingml/2006/main">
            <a:r>
              <a:t>            "shear": 4.518037372061804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0.00011904262798996959,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"/pscratch/sd/j/joeschm/cheaseBS_runs/20260924/20260924_23-23-20-129015_ne_ped_scale_1.100/iteration_01/artifacts/EQDSK_COCOS_02_POS_SOURCE_SIGNS.OUT",</a:t>
            </a:r>
          </a:p>
          <a:p xmlns:a="http://schemas.openxmlformats.org/drawingml/2006/main">
            <a:r>
              <a:t>          "final_ip_a": 753921.042,</a:t>
            </a:r>
          </a:p>
          <a:p xmlns:a="http://schemas.openxmlformats.org/drawingml/2006/main">
            <a:r>
              <a:t>          "final_ip_error_a": 12.739999999990687,</a:t>
            </a:r>
          </a:p>
          <a:p xmlns:a="http://schemas.openxmlformats.org/drawingml/2006/main">
            <a:r>
              <a:t>          "final_ip_error_rel": 0.000016898606854697678,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0.0002148390957759432,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10.002122939813223,</a:t>
            </a:r>
          </a:p>
          <a:p xmlns:a="http://schemas.openxmlformats.org/drawingml/2006/main">
            <a:r>
              <a:t>          "q_report_rel_diff": -0.007797872423574534,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1.0684634975664624,</a:t>
            </a:r>
          </a:p>
          <a:p xmlns:a="http://schemas.openxmlformats.org/drawingml/2006/main">
            <a:r>
              <a:t>            "q": 6.804796362114487,</a:t>
            </a:r>
          </a:p>
          <a:p xmlns:a="http://schemas.openxmlformats.org/drawingml/2006/main">
            <a:r>
              <a:t>            "shear": 3.9050671248913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1.0676358687419962,</a:t>
            </a:r>
          </a:p>
          <a:p xmlns:a="http://schemas.openxmlformats.org/drawingml/2006/main">
            <a:r>
              <a:t>            "q": 7.914779687118267,</a:t>
            </a:r>
          </a:p>
          <a:p xmlns:a="http://schemas.openxmlformats.org/drawingml/2006/main">
            <a:r>
              <a:t>            "shear": 4.02200798595541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1.0752741905436016,</a:t>
            </a:r>
          </a:p>
          <a:p xmlns:a="http://schemas.openxmlformats.org/drawingml/2006/main">
            <a:r>
              <a:t>            "q": 10.563343066561838,</a:t>
            </a:r>
          </a:p>
          <a:p xmlns:a="http://schemas.openxmlformats.org/drawingml/2006/main">
            <a:r>
              <a:t>            "shear": 4.544747038254159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0.00026542626744493217,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"/pscratch/sd/j/joeschm/cheaseBS_runs/20260924/20260924_23-25-13-129015_ne_ped_scale_1.200/iteration_01/artifacts/EQDSK_COCOS_02_POS_SOURCE_SIGNS.OUT",</a:t>
            </a:r>
          </a:p>
          <a:p xmlns:a="http://schemas.openxmlformats.org/drawingml/2006/main">
            <a:r>
              <a:t>          "final_ip_a": 753462.1469,</a:t>
            </a:r>
          </a:p>
          <a:p xmlns:a="http://schemas.openxmlformats.org/drawingml/2006/main">
            <a:r>
              <a:t>          "final_ip_error_a": -446.1550999999745,</a:t>
            </a:r>
          </a:p>
          <a:p xmlns:a="http://schemas.openxmlformats.org/drawingml/2006/main">
            <a:r>
              <a:t>          "final_ip_error_rel": 0.0005917896099782895,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0.0010281106154035483,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10.034103369921882,</a:t>
            </a:r>
          </a:p>
          <a:p xmlns:a="http://schemas.openxmlformats.org/drawingml/2006/main">
            <a:r>
              <a:t>          "q_report_rel_diff": -0.004625440832245485,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1.1552350695146014,</a:t>
            </a:r>
          </a:p>
          <a:p xmlns:a="http://schemas.openxmlformats.org/drawingml/2006/main">
            <a:r>
              <a:t>            "q": 6.807855954678172,</a:t>
            </a:r>
          </a:p>
          <a:p xmlns:a="http://schemas.openxmlformats.org/drawingml/2006/main">
            <a:r>
              <a:t>            "shear": 3.9148749567671324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1.1536510765130605,</a:t>
            </a:r>
          </a:p>
          <a:p xmlns:a="http://schemas.openxmlformats.org/drawingml/2006/main">
            <a:r>
              <a:t>            "q": 7.921707198737499,</a:t>
            </a:r>
          </a:p>
          <a:p xmlns:a="http://schemas.openxmlformats.org/drawingml/2006/main">
            <a:r>
              <a:t>            "shear": 4.026665470849422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1.1419699608356013,</a:t>
            </a:r>
          </a:p>
          <a:p xmlns:a="http://schemas.openxmlformats.org/drawingml/2006/main">
            <a:r>
              <a:t>            "q": 10.622529668453957,</a:t>
            </a:r>
          </a:p>
          <a:p xmlns:a="http://schemas.openxmlformats.org/drawingml/2006/main">
            <a:r>
              <a:t>            "shear": 4.591764539838266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"n4w1",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"#CC79A7",</a:t>
            </a:r>
          </a:p>
          <a:p xmlns:a="http://schemas.openxmlformats.org/drawingml/2006/main">
            <a:r>
              <a:t>    "root": "C:\\Users\\joesc\\git\\cheaseBS_tests\\data\\129015_129038\\pm0.2_ncscal4_warmup1\\129015",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0.00011096182308541413,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"/pscratch/sd/j/joeschm/cheaseBS_runs/20260924/20260924_23-00-49-129015_Te_ped_scale_0.800/iteration_01/artifacts/EQDSK_COCOS_02_POS_SOURCE_SIGNS.OUT",</a:t>
            </a:r>
          </a:p>
          <a:p xmlns:a="http://schemas.openxmlformats.org/drawingml/2006/main">
            <a:r>
              <a:t>          "final_ip_a": 752977.6197,</a:t>
            </a:r>
          </a:p>
          <a:p xmlns:a="http://schemas.openxmlformats.org/drawingml/2006/main">
            <a:r>
              <a:t>          "final_ip_error_a": -930.6822999999858,</a:t>
            </a:r>
          </a:p>
          <a:p xmlns:a="http://schemas.openxmlformats.org/drawingml/2006/main">
            <a:r>
              <a:t>          "final_ip_error_rel": 0.0012344767891944316,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0.00010365173503336947,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9.989406226764912,</a:t>
            </a:r>
          </a:p>
          <a:p xmlns:a="http://schemas.openxmlformats.org/drawingml/2006/main">
            <a:r>
              <a:t>          "q_report_rel_diff": -0.009059359591672561,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0.8673069945754085,</a:t>
            </a:r>
          </a:p>
          <a:p xmlns:a="http://schemas.openxmlformats.org/drawingml/2006/main">
            <a:r>
              <a:t>            "q": 6.820282833863689,</a:t>
            </a:r>
          </a:p>
          <a:p xmlns:a="http://schemas.openxmlformats.org/drawingml/2006/main">
            <a:r>
              <a:t>            "shear": 3.890545206283638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0.8627316766823441,</a:t>
            </a:r>
          </a:p>
          <a:p xmlns:a="http://schemas.openxmlformats.org/drawingml/2006/main">
            <a:r>
              <a:t>            "q": 7.924242589265092,</a:t>
            </a:r>
          </a:p>
          <a:p xmlns:a="http://schemas.openxmlformats.org/drawingml/2006/main">
            <a:r>
              <a:t>            "shear": 3.9742714272479276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0.9412844541065485,</a:t>
            </a:r>
          </a:p>
          <a:p xmlns:a="http://schemas.openxmlformats.org/drawingml/2006/main">
            <a:r>
              <a:t>            "q": 10.519042790192808,</a:t>
            </a:r>
          </a:p>
          <a:p xmlns:a="http://schemas.openxmlformats.org/drawingml/2006/main">
            <a:r>
              <a:t>            "shear": 4.3713550183606245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0.00006234776310979113,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"/pscratch/sd/j/joeschm/cheaseBS_runs/20260924/20260924_23-02-44-129015_Te_ped_scale_0.900/iteration_01/artifacts/EQDSK_COCOS_02_POS_SOURCE_SIGNS.OUT",</a:t>
            </a:r>
          </a:p>
          <a:p xmlns:a="http://schemas.openxmlformats.org/drawingml/2006/main">
            <a:r>
              <a:t>          "final_ip_a": 753312.5242,</a:t>
            </a:r>
          </a:p>
          <a:p xmlns:a="http://schemas.openxmlformats.org/drawingml/2006/main">
            <a:r>
              <a:t>          "final_ip_error_a": -595.7778000000399,</a:t>
            </a:r>
          </a:p>
          <a:p xmlns:a="http://schemas.openxmlformats.org/drawingml/2006/main">
            <a:r>
              <a:t>          "final_ip_error_rel": 0.000790252340264108,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0.00015250484195471306,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9.988959637433595,</a:t>
            </a:r>
          </a:p>
          <a:p xmlns:a="http://schemas.openxmlformats.org/drawingml/2006/main">
            <a:r>
              <a:t>          "q_report_rel_diff": -0.009103660875245197,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0.9277424778845836,</a:t>
            </a:r>
          </a:p>
          <a:p xmlns:a="http://schemas.openxmlformats.org/drawingml/2006/main">
            <a:r>
              <a:t>            "q": 6.8096414853413885,</a:t>
            </a:r>
          </a:p>
          <a:p xmlns:a="http://schemas.openxmlformats.org/drawingml/2006/main">
            <a:r>
              <a:t>            "shear": 3.897808649107524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0.9218647237398283,</a:t>
            </a:r>
          </a:p>
          <a:p xmlns:a="http://schemas.openxmlformats.org/drawingml/2006/main">
            <a:r>
              <a:t>            "q": 7.915258754690141,</a:t>
            </a:r>
          </a:p>
          <a:p xmlns:a="http://schemas.openxmlformats.org/drawingml/2006/main">
            <a:r>
              <a:t>            "shear": 3.9912049985396227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0.9747731746465554,</a:t>
            </a:r>
          </a:p>
          <a:p xmlns:a="http://schemas.openxmlformats.org/drawingml/2006/main">
            <a:r>
              <a:t>            "q": 10.523924238705343,</a:t>
            </a:r>
          </a:p>
          <a:p xmlns:a="http://schemas.openxmlformats.org/drawingml/2006/main">
            <a:r>
              <a:t>            "shear": 4.410019289988118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0.00004239281656733762,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"/pscratch/sd/j/joeschm/cheaseBS_runs/20260924/20260924_23-04-37-129015_Te_ped_scale_0.950/iteration_01/artifacts/EQDSK_COCOS_02_POS_SOURCE_SIGNS.OUT",</a:t>
            </a:r>
          </a:p>
          <a:p xmlns:a="http://schemas.openxmlformats.org/drawingml/2006/main">
            <a:r>
              <a:t>          "final_ip_a": 753525.6564,</a:t>
            </a:r>
          </a:p>
          <a:p xmlns:a="http://schemas.openxmlformats.org/drawingml/2006/main">
            <a:r>
              <a:t>          "final_ip_error_a": -382.6456000000471,</a:t>
            </a:r>
          </a:p>
          <a:p xmlns:a="http://schemas.openxmlformats.org/drawingml/2006/main">
            <a:r>
              <a:t>          "final_ip_error_rel": 0.0005075492589549002,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0.00027334707708069226,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9.9888410335909,</a:t>
            </a:r>
          </a:p>
          <a:p xmlns:a="http://schemas.openxmlformats.org/drawingml/2006/main">
            <a:r>
              <a:t>          "q_report_rel_diff": -0.00911542627602754,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0.9579573334146345,</a:t>
            </a:r>
          </a:p>
          <a:p xmlns:a="http://schemas.openxmlformats.org/drawingml/2006/main">
            <a:r>
              <a:t>            "q": 6.80439214354523,</a:t>
            </a:r>
          </a:p>
          <a:p xmlns:a="http://schemas.openxmlformats.org/drawingml/2006/main">
            <a:r>
              <a:t>            "shear": 3.901519951416567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0.9514362783304494,</a:t>
            </a:r>
          </a:p>
          <a:p xmlns:a="http://schemas.openxmlformats.org/drawingml/2006/main">
            <a:r>
              <a:t>            "q": 7.910888831073442,</a:t>
            </a:r>
          </a:p>
          <a:p xmlns:a="http://schemas.openxmlformats.org/drawingml/2006/main">
            <a:r>
              <a:t>            "shear": 3.9999124931803562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0.9916117329712123,</a:t>
            </a:r>
          </a:p>
          <a:p xmlns:a="http://schemas.openxmlformats.org/drawingml/2006/main">
            <a:r>
              <a:t>            "q": 10.525513443625927,</a:t>
            </a:r>
          </a:p>
          <a:p xmlns:a="http://schemas.openxmlformats.org/drawingml/2006/main">
            <a:r>
              <a:t>            "shear": 4.424500679090024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0.00009304858508887238,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"/pscratch/sd/j/joeschm/cheaseBS_runs/20260924/20260924_23-06-30-129015_Te_ped_scale_1.000/iteration_01/artifacts/EQDSK_COCOS_02_POS_SOURCE_SIGNS.OUT",</a:t>
            </a:r>
          </a:p>
          <a:p xmlns:a="http://schemas.openxmlformats.org/drawingml/2006/main">
            <a:r>
              <a:t>          "final_ip_a": 754118.1566,</a:t>
            </a:r>
          </a:p>
          <a:p xmlns:a="http://schemas.openxmlformats.org/drawingml/2006/main">
            <a:r>
              <a:t>          "final_ip_error_a": 209.85459999996237,</a:t>
            </a:r>
          </a:p>
          <a:p xmlns:a="http://schemas.openxmlformats.org/drawingml/2006/main">
            <a:r>
              <a:t>          "final_ip_error_rel": 0.00027835560298679715,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0.0009860237433617402,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9.989382645500447,</a:t>
            </a:r>
          </a:p>
          <a:p xmlns:a="http://schemas.openxmlformats.org/drawingml/2006/main">
            <a:r>
              <a:t>          "q_report_rel_diff": -0.009061698833142956,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0.9882200644085564,</a:t>
            </a:r>
          </a:p>
          <a:p xmlns:a="http://schemas.openxmlformats.org/drawingml/2006/main">
            <a:r>
              <a:t>            "q": 6.79957086799702,</a:t>
            </a:r>
          </a:p>
          <a:p xmlns:a="http://schemas.openxmlformats.org/drawingml/2006/main">
            <a:r>
              <a:t>            "shear": 3.905786216177174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0.9811283089514407,</a:t>
            </a:r>
          </a:p>
          <a:p xmlns:a="http://schemas.openxmlformats.org/drawingml/2006/main">
            <a:r>
              <a:t>            "q": 7.907300807525324,</a:t>
            </a:r>
          </a:p>
          <a:p xmlns:a="http://schemas.openxmlformats.org/drawingml/2006/main">
            <a:r>
              <a:t>            "shear": 4.010108540345586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1.0095496015708267,</a:t>
            </a:r>
          </a:p>
          <a:p xmlns:a="http://schemas.openxmlformats.org/drawingml/2006/main">
            <a:r>
              <a:t>            "q": 10.519232032594322,</a:t>
            </a:r>
          </a:p>
          <a:p xmlns:a="http://schemas.openxmlformats.org/drawingml/2006/main">
            <a:r>
              <a:t>            "shear": 4.39578800439352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0.000041271965597233944,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"/pscratch/sd/j/joeschm/cheaseBS_runs/20260924/20260924_23-08-22-129015_Te_ped_scale_1.050/iteration_01/artifacts/EQDSK_COCOS_02_POS_SOURCE_SIGNS.OUT",</a:t>
            </a:r>
          </a:p>
          <a:p xmlns:a="http://schemas.openxmlformats.org/drawingml/2006/main">
            <a:r>
              <a:t>          "final_ip_a": 753438.2569,</a:t>
            </a:r>
          </a:p>
          <a:p xmlns:a="http://schemas.openxmlformats.org/drawingml/2006/main">
            <a:r>
              <a:t>          "final_ip_error_a": -470.04509999998845,</a:t>
            </a:r>
          </a:p>
          <a:p xmlns:a="http://schemas.openxmlformats.org/drawingml/2006/main">
            <a:r>
              <a:t>          "final_ip_error_rel": 0.0006234778138840398,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0.00027154922244224567,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9.987531041576956,</a:t>
            </a:r>
          </a:p>
          <a:p xmlns:a="http://schemas.openxmlformats.org/drawingml/2006/main">
            <a:r>
              <a:t>          "q_report_rel_diff": -0.009245376374738037,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1.0182940000915235,</a:t>
            </a:r>
          </a:p>
          <a:p xmlns:a="http://schemas.openxmlformats.org/drawingml/2006/main">
            <a:r>
              <a:t>            "q": 6.793377172818538,</a:t>
            </a:r>
          </a:p>
          <a:p xmlns:a="http://schemas.openxmlformats.org/drawingml/2006/main">
            <a:r>
              <a:t>            "shear": 3.908241788188325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1.0103859892089506,</a:t>
            </a:r>
          </a:p>
          <a:p xmlns:a="http://schemas.openxmlformats.org/drawingml/2006/main">
            <a:r>
              <a:t>            "q": 7.9011833030197405,</a:t>
            </a:r>
          </a:p>
          <a:p xmlns:a="http://schemas.openxmlformats.org/drawingml/2006/main">
            <a:r>
              <a:t>            "shear": 4.015557126806671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1.0236795691994516,</a:t>
            </a:r>
          </a:p>
          <a:p xmlns:a="http://schemas.openxmlformats.org/drawingml/2006/main">
            <a:r>
              <a:t>            "q": 10.5395971788995,</a:t>
            </a:r>
          </a:p>
          <a:p xmlns:a="http://schemas.openxmlformats.org/drawingml/2006/main">
            <a:r>
              <a:t>            "shear": 4.514339478404827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0.00004840500256305223,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"/pscratch/sd/j/joeschm/cheaseBS_runs/20260924/20260924_23-10-14-129015_Te_ped_scale_1.100/iteration_01/artifacts/EQDSK_COCOS_02_POS_SOURCE_SIGNS.OUT",</a:t>
            </a:r>
          </a:p>
          <a:p xmlns:a="http://schemas.openxmlformats.org/drawingml/2006/main">
            <a:r>
              <a:t>          "final_ip_a": 753776.1824,</a:t>
            </a:r>
          </a:p>
          <a:p xmlns:a="http://schemas.openxmlformats.org/drawingml/2006/main">
            <a:r>
              <a:t>          "final_ip_error_a": -132.11959999997634,</a:t>
            </a:r>
          </a:p>
          <a:p xmlns:a="http://schemas.openxmlformats.org/drawingml/2006/main">
            <a:r>
              <a:t>          "final_ip_error_rel": 0.0001752462463266207,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0.00008649320612082442,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9.987297063918843,</a:t>
            </a:r>
          </a:p>
          <a:p xmlns:a="http://schemas.openxmlformats.org/drawingml/2006/main">
            <a:r>
              <a:t>          "q_report_rel_diff": -0.009268586760331318,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1.0485081280204116,</a:t>
            </a:r>
          </a:p>
          <a:p xmlns:a="http://schemas.openxmlformats.org/drawingml/2006/main">
            <a:r>
              <a:t>            "q": 6.7883078124567895,</a:t>
            </a:r>
          </a:p>
          <a:p xmlns:a="http://schemas.openxmlformats.org/drawingml/2006/main">
            <a:r>
              <a:t>            "shear": 3.9121721107162295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1.0399813809630425,</a:t>
            </a:r>
          </a:p>
          <a:p xmlns:a="http://schemas.openxmlformats.org/drawingml/2006/main">
            <a:r>
              <a:t>            "q": 7.897132787066713,</a:t>
            </a:r>
          </a:p>
          <a:p xmlns:a="http://schemas.openxmlformats.org/drawingml/2006/main">
            <a:r>
              <a:t>            "shear": 4.025002165928457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1.0408143060965724,</a:t>
            </a:r>
          </a:p>
          <a:p xmlns:a="http://schemas.openxmlformats.org/drawingml/2006/main">
            <a:r>
              <a:t>            "q": 10.538567173257652,</a:t>
            </a:r>
          </a:p>
          <a:p xmlns:a="http://schemas.openxmlformats.org/drawingml/2006/main">
            <a:r>
              <a:t>            "shear": 4.5178188814639215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0.00015780887124272505,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"/pscratch/sd/j/joeschm/cheaseBS_runs/20260924/20260924_23-12-07-129015_Te_ped_scale_1.200/iteration_01/artifacts/EQDSK_COCOS_02_POS_SOURCE_SIGNS.OUT",</a:t>
            </a:r>
          </a:p>
          <a:p xmlns:a="http://schemas.openxmlformats.org/drawingml/2006/main">
            <a:r>
              <a:t>          "final_ip_a": 754514.8875,</a:t>
            </a:r>
          </a:p>
          <a:p xmlns:a="http://schemas.openxmlformats.org/drawingml/2006/main">
            <a:r>
              <a:t>          "final_ip_error_a": 606.5854999999283,</a:t>
            </a:r>
          </a:p>
          <a:p xmlns:a="http://schemas.openxmlformats.org/drawingml/2006/main">
            <a:r>
              <a:t>          "final_ip_error_rel": 0.0008045879033176216,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0.0007967764255527239,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9.980586312302357,</a:t>
            </a:r>
          </a:p>
          <a:p xmlns:a="http://schemas.openxmlformats.org/drawingml/2006/main">
            <a:r>
              <a:t>          "q_report_rel_diff": -0.009934287639192846,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1.1089547696295576,</a:t>
            </a:r>
          </a:p>
          <a:p xmlns:a="http://schemas.openxmlformats.org/drawingml/2006/main">
            <a:r>
              <a:t>            "q": 6.778267462857987,</a:t>
            </a:r>
          </a:p>
          <a:p xmlns:a="http://schemas.openxmlformats.org/drawingml/2006/main">
            <a:r>
              <a:t>            "shear": 3.9202744750863383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1.0992477464352115,</a:t>
            </a:r>
          </a:p>
          <a:p xmlns:a="http://schemas.openxmlformats.org/drawingml/2006/main">
            <a:r>
              <a:t>            "q": 7.889299804707479,</a:t>
            </a:r>
          </a:p>
          <a:p xmlns:a="http://schemas.openxmlformats.org/drawingml/2006/main">
            <a:r>
              <a:t>            "shear": 4.04653554195958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1.0753872292892486,</a:t>
            </a:r>
          </a:p>
          <a:p xmlns:a="http://schemas.openxmlformats.org/drawingml/2006/main">
            <a:r>
              <a:t>            "q": 10.532694618217292,</a:t>
            </a:r>
          </a:p>
          <a:p xmlns:a="http://schemas.openxmlformats.org/drawingml/2006/main">
            <a:r>
              <a:t>            "shear": 4.561948882835357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0.00018942144494216325,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"/pscratch/sd/j/joeschm/cheaseBS_runs/20260924/20260924_23-13-59-129015_ne_ped_scale_0.800/iteration_01/artifacts/EQDSK_COCOS_02_POS_SOURCE_SIGNS.OUT",</a:t>
            </a:r>
          </a:p>
          <a:p xmlns:a="http://schemas.openxmlformats.org/drawingml/2006/main">
            <a:r>
              <a:t>          "final_ip_a": 752693.9304,</a:t>
            </a:r>
          </a:p>
          <a:p xmlns:a="http://schemas.openxmlformats.org/drawingml/2006/main">
            <a:r>
              <a:t>          "final_ip_error_a": -1214.3716000000713,</a:t>
            </a:r>
          </a:p>
          <a:p xmlns:a="http://schemas.openxmlformats.org/drawingml/2006/main">
            <a:r>
              <a:t>          "final_ip_error_rel": 0.0016107683080005017,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0.0002651268751014542,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9.957676780530404,</a:t>
            </a:r>
          </a:p>
          <a:p xmlns:a="http://schemas.openxmlformats.org/drawingml/2006/main">
            <a:r>
              <a:t>          "q_report_rel_diff": -0.012206893795175162,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0.8068315461532931,</a:t>
            </a:r>
          </a:p>
          <a:p xmlns:a="http://schemas.openxmlformats.org/drawingml/2006/main">
            <a:r>
              <a:t>            "q": 6.788236551962298,</a:t>
            </a:r>
          </a:p>
          <a:p xmlns:a="http://schemas.openxmlformats.org/drawingml/2006/main">
            <a:r>
              <a:t>            "shear": 3.870526931741349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0.8068909882655575,</a:t>
            </a:r>
          </a:p>
          <a:p xmlns:a="http://schemas.openxmlformats.org/drawingml/2006/main">
            <a:r>
              <a:t>            "q": 7.883415795601835,</a:t>
            </a:r>
          </a:p>
          <a:p xmlns:a="http://schemas.openxmlformats.org/drawingml/2006/main">
            <a:r>
              <a:t>            "shear": 3.9844449111302374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0.8624372920784011,</a:t>
            </a:r>
          </a:p>
          <a:p xmlns:a="http://schemas.openxmlformats.org/drawingml/2006/main">
            <a:r>
              <a:t>            "q": 10.460595094295726,</a:t>
            </a:r>
          </a:p>
          <a:p xmlns:a="http://schemas.openxmlformats.org/drawingml/2006/main">
            <a:r>
              <a:t>            "shear": 4.337773083930956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0.00009307333418342164,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"/pscratch/sd/j/joeschm/cheaseBS_runs/20260924/20260924_23-15-52-129015_ne_ped_scale_0.900/iteration_01/artifacts/EQDSK_COCOS_02_POS_SOURCE_SIGNS.OUT",</a:t>
            </a:r>
          </a:p>
          <a:p xmlns:a="http://schemas.openxmlformats.org/drawingml/2006/main">
            <a:r>
              <a:t>          "final_ip_a": 753197.6244,</a:t>
            </a:r>
          </a:p>
          <a:p xmlns:a="http://schemas.openxmlformats.org/drawingml/2006/main">
            <a:r>
              <a:t>          "final_ip_error_a": -710.6776000000536,</a:t>
            </a:r>
          </a:p>
          <a:p xmlns:a="http://schemas.openxmlformats.org/drawingml/2006/main">
            <a:r>
              <a:t>          "final_ip_error_rel": 0.000942657877774708,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0.00011384869047039138,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9.973896760685397,</a:t>
            </a:r>
          </a:p>
          <a:p xmlns:a="http://schemas.openxmlformats.org/drawingml/2006/main">
            <a:r>
              <a:t>          "q_report_rel_diff": -0.010597885496049803,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0.8942735787543009,</a:t>
            </a:r>
          </a:p>
          <a:p xmlns:a="http://schemas.openxmlformats.org/drawingml/2006/main">
            <a:r>
              <a:t>            "q": 6.792078480708837,</a:t>
            </a:r>
          </a:p>
          <a:p xmlns:a="http://schemas.openxmlformats.org/drawingml/2006/main">
            <a:r>
              <a:t>            "shear": 3.8813606654243054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0.8942734175801973,</a:t>
            </a:r>
          </a:p>
          <a:p xmlns:a="http://schemas.openxmlformats.org/drawingml/2006/main">
            <a:r>
              <a:t>            "q": 7.891917888695927,</a:t>
            </a:r>
          </a:p>
          <a:p xmlns:a="http://schemas.openxmlformats.org/drawingml/2006/main">
            <a:r>
              <a:t>            "shear": 3.998642285922236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0.9356852606281493,</a:t>
            </a:r>
          </a:p>
          <a:p xmlns:a="http://schemas.openxmlformats.org/drawingml/2006/main">
            <a:r>
              <a:t>            "q": 10.492041795454934,</a:t>
            </a:r>
          </a:p>
          <a:p xmlns:a="http://schemas.openxmlformats.org/drawingml/2006/main">
            <a:r>
              <a:t>            "shear": 4.393955146510353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0.00004483216043267918,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"/pscratch/sd/j/joeschm/cheaseBS_runs/20260924/20260924_23-17-44-129015_ne_ped_scale_0.950/iteration_01/artifacts/EQDSK_COCOS_02_POS_SOURCE_SIGNS.OUT",</a:t>
            </a:r>
          </a:p>
          <a:p xmlns:a="http://schemas.openxmlformats.org/drawingml/2006/main">
            <a:r>
              <a:t>          "final_ip_a": 753419.9397,</a:t>
            </a:r>
          </a:p>
          <a:p xmlns:a="http://schemas.openxmlformats.org/drawingml/2006/main">
            <a:r>
              <a:t>          "final_ip_error_a": -488.36230000003707,</a:t>
            </a:r>
          </a:p>
          <a:p xmlns:a="http://schemas.openxmlformats.org/drawingml/2006/main">
            <a:r>
              <a:t>          "final_ip_error_rel": 0.0006477741373910976,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0.00017648986159826796,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9.981322772347706,</a:t>
            </a:r>
          </a:p>
          <a:p xmlns:a="http://schemas.openxmlformats.org/drawingml/2006/main">
            <a:r>
              <a:t>          "q_report_rel_diff": -0.009861231426200111,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0.9379377809915913,</a:t>
            </a:r>
          </a:p>
          <a:p xmlns:a="http://schemas.openxmlformats.org/drawingml/2006/main">
            <a:r>
              <a:t>            "q": 6.794071677718528,</a:t>
            </a:r>
          </a:p>
          <a:p xmlns:a="http://schemas.openxmlformats.org/drawingml/2006/main">
            <a:r>
              <a:t>            "shear": 3.8868401108877175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0.9378642475691267,</a:t>
            </a:r>
          </a:p>
          <a:p xmlns:a="http://schemas.openxmlformats.org/drawingml/2006/main">
            <a:r>
              <a:t>            "q": 7.896276003470097,</a:t>
            </a:r>
          </a:p>
          <a:p xmlns:a="http://schemas.openxmlformats.org/drawingml/2006/main">
            <a:r>
              <a:t>            "shear": 4.005713085652833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0.9718648683579206,</a:t>
            </a:r>
          </a:p>
          <a:p xmlns:a="http://schemas.openxmlformats.org/drawingml/2006/main">
            <a:r>
              <a:t>            "q": 10.507287284434845,</a:t>
            </a:r>
          </a:p>
          <a:p xmlns:a="http://schemas.openxmlformats.org/drawingml/2006/main">
            <a:r>
              <a:t>            "shear": 4.425856543829328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0.00006996139694020941,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"/pscratch/sd/j/joeschm/cheaseBS_runs/20260924/20260924_23-19-37-129015_ne_ped_scale_1.000/iteration_01/artifacts/EQDSK_COCOS_02_POS_SOURCE_SIGNS.OUT",</a:t>
            </a:r>
          </a:p>
          <a:p xmlns:a="http://schemas.openxmlformats.org/drawingml/2006/main">
            <a:r>
              <a:t>          "final_ip_a": 753956.7014,</a:t>
            </a:r>
          </a:p>
          <a:p xmlns:a="http://schemas.openxmlformats.org/drawingml/2006/main">
            <a:r>
              <a:t>          "final_ip_error_a": 48.399399999994785,</a:t>
            </a:r>
          </a:p>
          <a:p xmlns:a="http://schemas.openxmlformats.org/drawingml/2006/main">
            <a:r>
              <a:t>          "final_ip_error_rel": 0.00006419799314001292,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0.0007507477346398946,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9.989319759418983,</a:t>
            </a:r>
          </a:p>
          <a:p xmlns:a="http://schemas.openxmlformats.org/drawingml/2006/main">
            <a:r>
              <a:t>          "q_report_rel_diff": -0.009067937079183217,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0.9813888315220717,</a:t>
            </a:r>
          </a:p>
          <a:p xmlns:a="http://schemas.openxmlformats.org/drawingml/2006/main">
            <a:r>
              <a:t>            "q": 6.801420889287426,</a:t>
            </a:r>
          </a:p>
          <a:p xmlns:a="http://schemas.openxmlformats.org/drawingml/2006/main">
            <a:r>
              <a:t>            "shear": 3.894493167080524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0.9809338009975517,</a:t>
            </a:r>
          </a:p>
          <a:p xmlns:a="http://schemas.openxmlformats.org/drawingml/2006/main">
            <a:r>
              <a:t>            "q": 7.906940101804123,</a:t>
            </a:r>
          </a:p>
          <a:p xmlns:a="http://schemas.openxmlformats.org/drawingml/2006/main">
            <a:r>
              <a:t>            "shear": 4.0082103889821505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1.005600450155316,</a:t>
            </a:r>
          </a:p>
          <a:p xmlns:a="http://schemas.openxmlformats.org/drawingml/2006/main">
            <a:r>
              <a:t>            "q": 10.522393769635086,</a:t>
            </a:r>
          </a:p>
          <a:p xmlns:a="http://schemas.openxmlformats.org/drawingml/2006/main">
            <a:r>
              <a:t>            "shear": 4.412390906066833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0.00006585923760115073,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"/pscratch/sd/j/joeschm/cheaseBS_runs/20260924/20260924_23-21-29-129015_ne_ped_scale_1.050/iteration_01/artifacts/EQDSK_COCOS_02_POS_SOURCE_SIGNS.OUT",</a:t>
            </a:r>
          </a:p>
          <a:p xmlns:a="http://schemas.openxmlformats.org/drawingml/2006/main">
            <a:r>
              <a:t>          "final_ip_a": 753568.512,</a:t>
            </a:r>
          </a:p>
          <a:p xmlns:a="http://schemas.openxmlformats.org/drawingml/2006/main">
            <a:r>
              <a:t>          "final_ip_error_a": -339.79000000003725,</a:t>
            </a:r>
          </a:p>
          <a:p xmlns:a="http://schemas.openxmlformats.org/drawingml/2006/main">
            <a:r>
              <a:t>          "final_ip_error_rel": 0.0004507046799970605,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0.0001205401746879746,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9.995441618122166,</a:t>
            </a:r>
          </a:p>
          <a:p xmlns:a="http://schemas.openxmlformats.org/drawingml/2006/main">
            <a:r>
              <a:t>          "q_report_rel_diff": -0.008460653878749537,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1.0248983244417653,</a:t>
            </a:r>
          </a:p>
          <a:p xmlns:a="http://schemas.openxmlformats.org/drawingml/2006/main">
            <a:r>
              <a:t>            "q": 6.802682029543045,</a:t>
            </a:r>
          </a:p>
          <a:p xmlns:a="http://schemas.openxmlformats.org/drawingml/2006/main">
            <a:r>
              <a:t>            "shear": 3.8991992603404784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1.0241894005907985,</a:t>
            </a:r>
          </a:p>
          <a:p xmlns:a="http://schemas.openxmlformats.org/drawingml/2006/main">
            <a:r>
              <a:t>            "q": 7.910071199976056,</a:t>
            </a:r>
          </a:p>
          <a:p xmlns:a="http://schemas.openxmlformats.org/drawingml/2006/main">
            <a:r>
              <a:t>            "shear": 4.013512411026883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1.0394303793120974,</a:t>
            </a:r>
          </a:p>
          <a:p xmlns:a="http://schemas.openxmlformats.org/drawingml/2006/main">
            <a:r>
              <a:t>            "q": 10.550716458005867,</a:t>
            </a:r>
          </a:p>
          <a:p xmlns:a="http://schemas.openxmlformats.org/drawingml/2006/main">
            <a:r>
              <a:t>            "shear": 4.518037372061804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0.00011904262798996959,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"/pscratch/sd/j/joeschm/cheaseBS_runs/20260924/20260924_23-23-20-129015_ne_ped_scale_1.100/iteration_01/artifacts/EQDSK_COCOS_02_POS_SOURCE_SIGNS.OUT",</a:t>
            </a:r>
          </a:p>
          <a:p xmlns:a="http://schemas.openxmlformats.org/drawingml/2006/main">
            <a:r>
              <a:t>          "final_ip_a": 753921.042,</a:t>
            </a:r>
          </a:p>
          <a:p xmlns:a="http://schemas.openxmlformats.org/drawingml/2006/main">
            <a:r>
              <a:t>          "final_ip_error_a": 12.739999999990687,</a:t>
            </a:r>
          </a:p>
          <a:p xmlns:a="http://schemas.openxmlformats.org/drawingml/2006/main">
            <a:r>
              <a:t>          "final_ip_error_rel": 0.000016898606854697678,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0.0002148390957759432,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10.002122939813223,</a:t>
            </a:r>
          </a:p>
          <a:p xmlns:a="http://schemas.openxmlformats.org/drawingml/2006/main">
            <a:r>
              <a:t>          "q_report_rel_diff": -0.007797872423574534,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1.0684634975664624,</a:t>
            </a:r>
          </a:p>
          <a:p xmlns:a="http://schemas.openxmlformats.org/drawingml/2006/main">
            <a:r>
              <a:t>            "q": 6.804796362114487,</a:t>
            </a:r>
          </a:p>
          <a:p xmlns:a="http://schemas.openxmlformats.org/drawingml/2006/main">
            <a:r>
              <a:t>            "shear": 3.9050671248913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1.0676358687419962,</a:t>
            </a:r>
          </a:p>
          <a:p xmlns:a="http://schemas.openxmlformats.org/drawingml/2006/main">
            <a:r>
              <a:t>            "q": 7.914779687118267,</a:t>
            </a:r>
          </a:p>
          <a:p xmlns:a="http://schemas.openxmlformats.org/drawingml/2006/main">
            <a:r>
              <a:t>            "shear": 4.02200798595541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1.0752741905436016,</a:t>
            </a:r>
          </a:p>
          <a:p xmlns:a="http://schemas.openxmlformats.org/drawingml/2006/main">
            <a:r>
              <a:t>            "q": 10.563343066561838,</a:t>
            </a:r>
          </a:p>
          <a:p xmlns:a="http://schemas.openxmlformats.org/drawingml/2006/main">
            <a:r>
              <a:t>            "shear": 4.544747038254159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0.00026542626744493217,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"/pscratch/sd/j/joeschm/cheaseBS_runs/20260924/20260924_23-25-13-129015_ne_ped_scale_1.200/iteration_01/artifacts/EQDSK_COCOS_02_POS_SOURCE_SIGNS.OUT",</a:t>
            </a:r>
          </a:p>
          <a:p xmlns:a="http://schemas.openxmlformats.org/drawingml/2006/main">
            <a:r>
              <a:t>          "final_ip_a": 753462.1469,</a:t>
            </a:r>
          </a:p>
          <a:p xmlns:a="http://schemas.openxmlformats.org/drawingml/2006/main">
            <a:r>
              <a:t>          "final_ip_error_a": -446.1550999999745,</a:t>
            </a:r>
          </a:p>
          <a:p xmlns:a="http://schemas.openxmlformats.org/drawingml/2006/main">
            <a:r>
              <a:t>          "final_ip_error_rel": 0.0005917896099782895,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0.0010281106154035483,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10.034103369921882,</a:t>
            </a:r>
          </a:p>
          <a:p xmlns:a="http://schemas.openxmlformats.org/drawingml/2006/main">
            <a:r>
              <a:t>          "q_report_rel_diff": -0.004625440832245485,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1.1552350695146014,</a:t>
            </a:r>
          </a:p>
          <a:p xmlns:a="http://schemas.openxmlformats.org/drawingml/2006/main">
            <a:r>
              <a:t>            "q": 6.807855954678172,</a:t>
            </a:r>
          </a:p>
          <a:p xmlns:a="http://schemas.openxmlformats.org/drawingml/2006/main">
            <a:r>
              <a:t>            "shear": 3.9148749567671324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1.1536510765130605,</a:t>
            </a:r>
          </a:p>
          <a:p xmlns:a="http://schemas.openxmlformats.org/drawingml/2006/main">
            <a:r>
              <a:t>            "q": 7.921707198737499,</a:t>
            </a:r>
          </a:p>
          <a:p xmlns:a="http://schemas.openxmlformats.org/drawingml/2006/main">
            <a:r>
              <a:t>            "shear": 4.026665470849422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1.1419699608356013,</a:t>
            </a:r>
          </a:p>
          <a:p xmlns:a="http://schemas.openxmlformats.org/drawingml/2006/main">
            <a:r>
              <a:t>            "q": 10.622529668453957,</a:t>
            </a:r>
          </a:p>
          <a:p xmlns:a="http://schemas.openxmlformats.org/drawingml/2006/main">
            <a:r>
              <a:t>            "shear": 4.591764539838266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"n4w2",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"#8B4513",</a:t>
            </a:r>
          </a:p>
          <a:p xmlns:a="http://schemas.openxmlformats.org/drawingml/2006/main">
            <a:r>
              <a:t>    "root": "C:\\Users\\joesc\\git\\cheaseBS_tests\\data\\129015_129038\\pm0.2_ncscal4_warmup2\\129015",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0.00011096182308541413,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"/pscratch/sd/j/joeschm/cheaseBS_runs/20260924/20260924_23-00-24-129015_Te_ped_scale_0.800/iteration_01/artifacts/EQDSK_COCOS_02_POS_SOURCE_SIGNS.OUT",</a:t>
            </a:r>
          </a:p>
          <a:p xmlns:a="http://schemas.openxmlformats.org/drawingml/2006/main">
            <a:r>
              <a:t>          "final_ip_a": 752977.6197,</a:t>
            </a:r>
          </a:p>
          <a:p xmlns:a="http://schemas.openxmlformats.org/drawingml/2006/main">
            <a:r>
              <a:t>          "final_ip_error_a": -930.6822999999858,</a:t>
            </a:r>
          </a:p>
          <a:p xmlns:a="http://schemas.openxmlformats.org/drawingml/2006/main">
            <a:r>
              <a:t>          "final_ip_error_rel": 0.0012344767891944316,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0.00010365173503336947,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9.989406226764912,</a:t>
            </a:r>
          </a:p>
          <a:p xmlns:a="http://schemas.openxmlformats.org/drawingml/2006/main">
            <a:r>
              <a:t>          "q_report_rel_diff": -0.009059359591672561,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0.8673069945754085,</a:t>
            </a:r>
          </a:p>
          <a:p xmlns:a="http://schemas.openxmlformats.org/drawingml/2006/main">
            <a:r>
              <a:t>            "q": 6.820282833863689,</a:t>
            </a:r>
          </a:p>
          <a:p xmlns:a="http://schemas.openxmlformats.org/drawingml/2006/main">
            <a:r>
              <a:t>            "shear": 3.890545206283638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0.8627316766823441,</a:t>
            </a:r>
          </a:p>
          <a:p xmlns:a="http://schemas.openxmlformats.org/drawingml/2006/main">
            <a:r>
              <a:t>            "q": 7.924242589265092,</a:t>
            </a:r>
          </a:p>
          <a:p xmlns:a="http://schemas.openxmlformats.org/drawingml/2006/main">
            <a:r>
              <a:t>            "shear": 3.9742714272479276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0.9412844541065485,</a:t>
            </a:r>
          </a:p>
          <a:p xmlns:a="http://schemas.openxmlformats.org/drawingml/2006/main">
            <a:r>
              <a:t>            "q": 10.519042790192808,</a:t>
            </a:r>
          </a:p>
          <a:p xmlns:a="http://schemas.openxmlformats.org/drawingml/2006/main">
            <a:r>
              <a:t>            "shear": 4.3713550183606245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0.00006234776310979113,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"/pscratch/sd/j/joeschm/cheaseBS_runs/20260924/20260924_23-02-18-129015_Te_ped_scale_0.900/iteration_01/artifacts/EQDSK_COCOS_02_POS_SOURCE_SIGNS.OUT",</a:t>
            </a:r>
          </a:p>
          <a:p xmlns:a="http://schemas.openxmlformats.org/drawingml/2006/main">
            <a:r>
              <a:t>          "final_ip_a": 753312.5242,</a:t>
            </a:r>
          </a:p>
          <a:p xmlns:a="http://schemas.openxmlformats.org/drawingml/2006/main">
            <a:r>
              <a:t>          "final_ip_error_a": -595.7778000000399,</a:t>
            </a:r>
          </a:p>
          <a:p xmlns:a="http://schemas.openxmlformats.org/drawingml/2006/main">
            <a:r>
              <a:t>          "final_ip_error_rel": 0.000790252340264108,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0.00015250484195471306,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9.988959637433595,</a:t>
            </a:r>
          </a:p>
          <a:p xmlns:a="http://schemas.openxmlformats.org/drawingml/2006/main">
            <a:r>
              <a:t>          "q_report_rel_diff": -0.009103660875245197,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0.9277424778845836,</a:t>
            </a:r>
          </a:p>
          <a:p xmlns:a="http://schemas.openxmlformats.org/drawingml/2006/main">
            <a:r>
              <a:t>            "q": 6.8096414853413885,</a:t>
            </a:r>
          </a:p>
          <a:p xmlns:a="http://schemas.openxmlformats.org/drawingml/2006/main">
            <a:r>
              <a:t>            "shear": 3.897808649107524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0.9218647237398283,</a:t>
            </a:r>
          </a:p>
          <a:p xmlns:a="http://schemas.openxmlformats.org/drawingml/2006/main">
            <a:r>
              <a:t>            "q": 7.915258754690141,</a:t>
            </a:r>
          </a:p>
          <a:p xmlns:a="http://schemas.openxmlformats.org/drawingml/2006/main">
            <a:r>
              <a:t>            "shear": 3.9912049985396227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0.9747731746465554,</a:t>
            </a:r>
          </a:p>
          <a:p xmlns:a="http://schemas.openxmlformats.org/drawingml/2006/main">
            <a:r>
              <a:t>            "q": 10.523924238705343,</a:t>
            </a:r>
          </a:p>
          <a:p xmlns:a="http://schemas.openxmlformats.org/drawingml/2006/main">
            <a:r>
              <a:t>            "shear": 4.410019289988118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0.00004239281656733762,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"/pscratch/sd/j/joeschm/cheaseBS_runs/20260924/20260924_23-04-13-129015_Te_ped_scale_0.950/iteration_01/artifacts/EQDSK_COCOS_02_POS_SOURCE_SIGNS.OUT",</a:t>
            </a:r>
          </a:p>
          <a:p xmlns:a="http://schemas.openxmlformats.org/drawingml/2006/main">
            <a:r>
              <a:t>          "final_ip_a": 753525.6564,</a:t>
            </a:r>
          </a:p>
          <a:p xmlns:a="http://schemas.openxmlformats.org/drawingml/2006/main">
            <a:r>
              <a:t>          "final_ip_error_a": -382.6456000000471,</a:t>
            </a:r>
          </a:p>
          <a:p xmlns:a="http://schemas.openxmlformats.org/drawingml/2006/main">
            <a:r>
              <a:t>          "final_ip_error_rel": 0.0005075492589549002,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0.00027334707708069226,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9.9888410335909,</a:t>
            </a:r>
          </a:p>
          <a:p xmlns:a="http://schemas.openxmlformats.org/drawingml/2006/main">
            <a:r>
              <a:t>          "q_report_rel_diff": -0.00911542627602754,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0.9579573334146345,</a:t>
            </a:r>
          </a:p>
          <a:p xmlns:a="http://schemas.openxmlformats.org/drawingml/2006/main">
            <a:r>
              <a:t>            "q": 6.80439214354523,</a:t>
            </a:r>
          </a:p>
          <a:p xmlns:a="http://schemas.openxmlformats.org/drawingml/2006/main">
            <a:r>
              <a:t>            "shear": 3.901519951416567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0.9514362783304494,</a:t>
            </a:r>
          </a:p>
          <a:p xmlns:a="http://schemas.openxmlformats.org/drawingml/2006/main">
            <a:r>
              <a:t>            "q": 7.910888831073442,</a:t>
            </a:r>
          </a:p>
          <a:p xmlns:a="http://schemas.openxmlformats.org/drawingml/2006/main">
            <a:r>
              <a:t>            "shear": 3.9999124931803562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0.9916117329712123,</a:t>
            </a:r>
          </a:p>
          <a:p xmlns:a="http://schemas.openxmlformats.org/drawingml/2006/main">
            <a:r>
              <a:t>            "q": 10.525513443625927,</a:t>
            </a:r>
          </a:p>
          <a:p xmlns:a="http://schemas.openxmlformats.org/drawingml/2006/main">
            <a:r>
              <a:t>            "shear": 4.424500679090024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0.00009304858508887238,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"/pscratch/sd/j/joeschm/cheaseBS_runs/20260924/20260924_23-06-07-129015_Te_ped_scale_1.000/iteration_01/artifacts/EQDSK_COCOS_02_POS_SOURCE_SIGNS.OUT",</a:t>
            </a:r>
          </a:p>
          <a:p xmlns:a="http://schemas.openxmlformats.org/drawingml/2006/main">
            <a:r>
              <a:t>          "final_ip_a": 754118.1566,</a:t>
            </a:r>
          </a:p>
          <a:p xmlns:a="http://schemas.openxmlformats.org/drawingml/2006/main">
            <a:r>
              <a:t>          "final_ip_error_a": 209.85459999996237,</a:t>
            </a:r>
          </a:p>
          <a:p xmlns:a="http://schemas.openxmlformats.org/drawingml/2006/main">
            <a:r>
              <a:t>          "final_ip_error_rel": 0.00027835560298679715,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0.0009860237433617402,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9.989382645500447,</a:t>
            </a:r>
          </a:p>
          <a:p xmlns:a="http://schemas.openxmlformats.org/drawingml/2006/main">
            <a:r>
              <a:t>          "q_report_rel_diff": -0.009061698833142956,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0.9882200644085564,</a:t>
            </a:r>
          </a:p>
          <a:p xmlns:a="http://schemas.openxmlformats.org/drawingml/2006/main">
            <a:r>
              <a:t>            "q": 6.79957086799702,</a:t>
            </a:r>
          </a:p>
          <a:p xmlns:a="http://schemas.openxmlformats.org/drawingml/2006/main">
            <a:r>
              <a:t>            "shear": 3.905786216177174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0.9811283089514407,</a:t>
            </a:r>
          </a:p>
          <a:p xmlns:a="http://schemas.openxmlformats.org/drawingml/2006/main">
            <a:r>
              <a:t>            "q": 7.907300807525324,</a:t>
            </a:r>
          </a:p>
          <a:p xmlns:a="http://schemas.openxmlformats.org/drawingml/2006/main">
            <a:r>
              <a:t>            "shear": 4.010108540345586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1.0095496015708267,</a:t>
            </a:r>
          </a:p>
          <a:p xmlns:a="http://schemas.openxmlformats.org/drawingml/2006/main">
            <a:r>
              <a:t>            "q": 10.519232032594322,</a:t>
            </a:r>
          </a:p>
          <a:p xmlns:a="http://schemas.openxmlformats.org/drawingml/2006/main">
            <a:r>
              <a:t>            "shear": 4.39578800439352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0.000041271965597233944,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"/pscratch/sd/j/joeschm/cheaseBS_runs/20260924/20260924_23-07-59-129015_Te_ped_scale_1.050/iteration_01/artifacts/EQDSK_COCOS_02_POS_SOURCE_SIGNS.OUT",</a:t>
            </a:r>
          </a:p>
          <a:p xmlns:a="http://schemas.openxmlformats.org/drawingml/2006/main">
            <a:r>
              <a:t>          "final_ip_a": 753438.2569,</a:t>
            </a:r>
          </a:p>
          <a:p xmlns:a="http://schemas.openxmlformats.org/drawingml/2006/main">
            <a:r>
              <a:t>          "final_ip_error_a": -470.04509999998845,</a:t>
            </a:r>
          </a:p>
          <a:p xmlns:a="http://schemas.openxmlformats.org/drawingml/2006/main">
            <a:r>
              <a:t>          "final_ip_error_rel": 0.0006234778138840398,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0.00027154922244224567,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9.987531041576956,</a:t>
            </a:r>
          </a:p>
          <a:p xmlns:a="http://schemas.openxmlformats.org/drawingml/2006/main">
            <a:r>
              <a:t>          "q_report_rel_diff": -0.009245376374738037,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1.0182940000915235,</a:t>
            </a:r>
          </a:p>
          <a:p xmlns:a="http://schemas.openxmlformats.org/drawingml/2006/main">
            <a:r>
              <a:t>            "q": 6.793377172818538,</a:t>
            </a:r>
          </a:p>
          <a:p xmlns:a="http://schemas.openxmlformats.org/drawingml/2006/main">
            <a:r>
              <a:t>            "shear": 3.908241788188325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1.0103859892089506,</a:t>
            </a:r>
          </a:p>
          <a:p xmlns:a="http://schemas.openxmlformats.org/drawingml/2006/main">
            <a:r>
              <a:t>            "q": 7.9011833030197405,</a:t>
            </a:r>
          </a:p>
          <a:p xmlns:a="http://schemas.openxmlformats.org/drawingml/2006/main">
            <a:r>
              <a:t>            "shear": 4.015557126806671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1.0236795691994516,</a:t>
            </a:r>
          </a:p>
          <a:p xmlns:a="http://schemas.openxmlformats.org/drawingml/2006/main">
            <a:r>
              <a:t>            "q": 10.5395971788995,</a:t>
            </a:r>
          </a:p>
          <a:p xmlns:a="http://schemas.openxmlformats.org/drawingml/2006/main">
            <a:r>
              <a:t>            "shear": 4.514339478404827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0.00004840500256305223,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"/pscratch/sd/j/joeschm/cheaseBS_runs/20260924/20260924_23-09-52-129015_Te_ped_scale_1.100/iteration_01/artifacts/EQDSK_COCOS_02_POS_SOURCE_SIGNS.OUT",</a:t>
            </a:r>
          </a:p>
          <a:p xmlns:a="http://schemas.openxmlformats.org/drawingml/2006/main">
            <a:r>
              <a:t>          "final_ip_a": 753776.1824,</a:t>
            </a:r>
          </a:p>
          <a:p xmlns:a="http://schemas.openxmlformats.org/drawingml/2006/main">
            <a:r>
              <a:t>          "final_ip_error_a": -132.11959999997634,</a:t>
            </a:r>
          </a:p>
          <a:p xmlns:a="http://schemas.openxmlformats.org/drawingml/2006/main">
            <a:r>
              <a:t>          "final_ip_error_rel": 0.0001752462463266207,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0.00008649320612082442,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9.987297063918843,</a:t>
            </a:r>
          </a:p>
          <a:p xmlns:a="http://schemas.openxmlformats.org/drawingml/2006/main">
            <a:r>
              <a:t>          "q_report_rel_diff": -0.009268586760331318,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1.0485081280204116,</a:t>
            </a:r>
          </a:p>
          <a:p xmlns:a="http://schemas.openxmlformats.org/drawingml/2006/main">
            <a:r>
              <a:t>            "q": 6.7883078124567895,</a:t>
            </a:r>
          </a:p>
          <a:p xmlns:a="http://schemas.openxmlformats.org/drawingml/2006/main">
            <a:r>
              <a:t>            "shear": 3.9121721107162295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1.0399813809630425,</a:t>
            </a:r>
          </a:p>
          <a:p xmlns:a="http://schemas.openxmlformats.org/drawingml/2006/main">
            <a:r>
              <a:t>            "q": 7.897132787066713,</a:t>
            </a:r>
          </a:p>
          <a:p xmlns:a="http://schemas.openxmlformats.org/drawingml/2006/main">
            <a:r>
              <a:t>            "shear": 4.025002165928457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1.0408143060965724,</a:t>
            </a:r>
          </a:p>
          <a:p xmlns:a="http://schemas.openxmlformats.org/drawingml/2006/main">
            <a:r>
              <a:t>            "q": 10.538567173257652,</a:t>
            </a:r>
          </a:p>
          <a:p xmlns:a="http://schemas.openxmlformats.org/drawingml/2006/main">
            <a:r>
              <a:t>            "shear": 4.5178188814639215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0.00015780887124272505,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"/pscratch/sd/j/joeschm/cheaseBS_runs/20260924/20260924_23-11-44-129015_Te_ped_scale_1.200/iteration_01/artifacts/EQDSK_COCOS_02_POS_SOURCE_SIGNS.OUT",</a:t>
            </a:r>
          </a:p>
          <a:p xmlns:a="http://schemas.openxmlformats.org/drawingml/2006/main">
            <a:r>
              <a:t>          "final_ip_a": 754514.8875,</a:t>
            </a:r>
          </a:p>
          <a:p xmlns:a="http://schemas.openxmlformats.org/drawingml/2006/main">
            <a:r>
              <a:t>          "final_ip_error_a": 606.5854999999283,</a:t>
            </a:r>
          </a:p>
          <a:p xmlns:a="http://schemas.openxmlformats.org/drawingml/2006/main">
            <a:r>
              <a:t>          "final_ip_error_rel": 0.0008045879033176216,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0.0007967764255527239,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9.980586312302357,</a:t>
            </a:r>
          </a:p>
          <a:p xmlns:a="http://schemas.openxmlformats.org/drawingml/2006/main">
            <a:r>
              <a:t>          "q_report_rel_diff": -0.009934287639192846,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1.1089547696295576,</a:t>
            </a:r>
          </a:p>
          <a:p xmlns:a="http://schemas.openxmlformats.org/drawingml/2006/main">
            <a:r>
              <a:t>            "q": 6.778267462857987,</a:t>
            </a:r>
          </a:p>
          <a:p xmlns:a="http://schemas.openxmlformats.org/drawingml/2006/main">
            <a:r>
              <a:t>            "shear": 3.9202744750863383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1.0992477464352115,</a:t>
            </a:r>
          </a:p>
          <a:p xmlns:a="http://schemas.openxmlformats.org/drawingml/2006/main">
            <a:r>
              <a:t>            "q": 7.889299804707479,</a:t>
            </a:r>
          </a:p>
          <a:p xmlns:a="http://schemas.openxmlformats.org/drawingml/2006/main">
            <a:r>
              <a:t>            "shear": 4.04653554195958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1.0753872292892486,</a:t>
            </a:r>
          </a:p>
          <a:p xmlns:a="http://schemas.openxmlformats.org/drawingml/2006/main">
            <a:r>
              <a:t>            "q": 10.532694618217292,</a:t>
            </a:r>
          </a:p>
          <a:p xmlns:a="http://schemas.openxmlformats.org/drawingml/2006/main">
            <a:r>
              <a:t>            "shear": 4.561948882835357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0.00018942144494216325,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"/pscratch/sd/j/joeschm/cheaseBS_runs/20260924/20260924_23-13-37-129015_ne_ped_scale_0.800/iteration_01/artifacts/EQDSK_COCOS_02_POS_SOURCE_SIGNS.OUT",</a:t>
            </a:r>
          </a:p>
          <a:p xmlns:a="http://schemas.openxmlformats.org/drawingml/2006/main">
            <a:r>
              <a:t>          "final_ip_a": 752693.9304,</a:t>
            </a:r>
          </a:p>
          <a:p xmlns:a="http://schemas.openxmlformats.org/drawingml/2006/main">
            <a:r>
              <a:t>          "final_ip_error_a": -1214.3716000000713,</a:t>
            </a:r>
          </a:p>
          <a:p xmlns:a="http://schemas.openxmlformats.org/drawingml/2006/main">
            <a:r>
              <a:t>          "final_ip_error_rel": 0.0016107683080005017,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0.0002651268751014542,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9.957676780530404,</a:t>
            </a:r>
          </a:p>
          <a:p xmlns:a="http://schemas.openxmlformats.org/drawingml/2006/main">
            <a:r>
              <a:t>          "q_report_rel_diff": -0.012206893795175162,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0.8068315461532931,</a:t>
            </a:r>
          </a:p>
          <a:p xmlns:a="http://schemas.openxmlformats.org/drawingml/2006/main">
            <a:r>
              <a:t>            "q": 6.788236551962298,</a:t>
            </a:r>
          </a:p>
          <a:p xmlns:a="http://schemas.openxmlformats.org/drawingml/2006/main">
            <a:r>
              <a:t>            "shear": 3.870526931741349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0.8068909882655575,</a:t>
            </a:r>
          </a:p>
          <a:p xmlns:a="http://schemas.openxmlformats.org/drawingml/2006/main">
            <a:r>
              <a:t>            "q": 7.883415795601835,</a:t>
            </a:r>
          </a:p>
          <a:p xmlns:a="http://schemas.openxmlformats.org/drawingml/2006/main">
            <a:r>
              <a:t>            "shear": 3.9844449111302374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0.8624372920784011,</a:t>
            </a:r>
          </a:p>
          <a:p xmlns:a="http://schemas.openxmlformats.org/drawingml/2006/main">
            <a:r>
              <a:t>            "q": 10.460595094295726,</a:t>
            </a:r>
          </a:p>
          <a:p xmlns:a="http://schemas.openxmlformats.org/drawingml/2006/main">
            <a:r>
              <a:t>            "shear": 4.337773083930956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0.00009307333418342164,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"/pscratch/sd/j/joeschm/cheaseBS_runs/20260924/20260924_23-15-29-129015_ne_ped_scale_0.900/iteration_01/artifacts/EQDSK_COCOS_02_POS_SOURCE_SIGNS.OUT",</a:t>
            </a:r>
          </a:p>
          <a:p xmlns:a="http://schemas.openxmlformats.org/drawingml/2006/main">
            <a:r>
              <a:t>          "final_ip_a": 753197.6244,</a:t>
            </a:r>
          </a:p>
          <a:p xmlns:a="http://schemas.openxmlformats.org/drawingml/2006/main">
            <a:r>
              <a:t>          "final_ip_error_a": -710.6776000000536,</a:t>
            </a:r>
          </a:p>
          <a:p xmlns:a="http://schemas.openxmlformats.org/drawingml/2006/main">
            <a:r>
              <a:t>          "final_ip_error_rel": 0.000942657877774708,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0.00011384869047039138,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9.973896760685397,</a:t>
            </a:r>
          </a:p>
          <a:p xmlns:a="http://schemas.openxmlformats.org/drawingml/2006/main">
            <a:r>
              <a:t>          "q_report_rel_diff": -0.010597885496049803,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0.8942735787543009,</a:t>
            </a:r>
          </a:p>
          <a:p xmlns:a="http://schemas.openxmlformats.org/drawingml/2006/main">
            <a:r>
              <a:t>            "q": 6.792078480708837,</a:t>
            </a:r>
          </a:p>
          <a:p xmlns:a="http://schemas.openxmlformats.org/drawingml/2006/main">
            <a:r>
              <a:t>            "shear": 3.8813606654243054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0.8942734175801973,</a:t>
            </a:r>
          </a:p>
          <a:p xmlns:a="http://schemas.openxmlformats.org/drawingml/2006/main">
            <a:r>
              <a:t>            "q": 7.891917888695927,</a:t>
            </a:r>
          </a:p>
          <a:p xmlns:a="http://schemas.openxmlformats.org/drawingml/2006/main">
            <a:r>
              <a:t>            "shear": 3.998642285922236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0.9356852606281493,</a:t>
            </a:r>
          </a:p>
          <a:p xmlns:a="http://schemas.openxmlformats.org/drawingml/2006/main">
            <a:r>
              <a:t>            "q": 10.492041795454934,</a:t>
            </a:r>
          </a:p>
          <a:p xmlns:a="http://schemas.openxmlformats.org/drawingml/2006/main">
            <a:r>
              <a:t>            "shear": 4.393955146510353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0.00004483216043267918,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"/pscratch/sd/j/joeschm/cheaseBS_runs/20260924/20260924_23-17-16-129015_ne_ped_scale_0.950/iteration_01/artifacts/EQDSK_COCOS_02_POS_SOURCE_SIGNS.OUT",</a:t>
            </a:r>
          </a:p>
          <a:p xmlns:a="http://schemas.openxmlformats.org/drawingml/2006/main">
            <a:r>
              <a:t>          "final_ip_a": 753419.9397,</a:t>
            </a:r>
          </a:p>
          <a:p xmlns:a="http://schemas.openxmlformats.org/drawingml/2006/main">
            <a:r>
              <a:t>          "final_ip_error_a": -488.36230000003707,</a:t>
            </a:r>
          </a:p>
          <a:p xmlns:a="http://schemas.openxmlformats.org/drawingml/2006/main">
            <a:r>
              <a:t>          "final_ip_error_rel": 0.0006477741373910976,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0.00017648986159826796,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9.981322772347706,</a:t>
            </a:r>
          </a:p>
          <a:p xmlns:a="http://schemas.openxmlformats.org/drawingml/2006/main">
            <a:r>
              <a:t>          "q_report_rel_diff": -0.009861231426200111,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0.9379377809915913,</a:t>
            </a:r>
          </a:p>
          <a:p xmlns:a="http://schemas.openxmlformats.org/drawingml/2006/main">
            <a:r>
              <a:t>            "q": 6.794071677718528,</a:t>
            </a:r>
          </a:p>
          <a:p xmlns:a="http://schemas.openxmlformats.org/drawingml/2006/main">
            <a:r>
              <a:t>            "shear": 3.8868401108877175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0.9378642475691267,</a:t>
            </a:r>
          </a:p>
          <a:p xmlns:a="http://schemas.openxmlformats.org/drawingml/2006/main">
            <a:r>
              <a:t>            "q": 7.896276003470097,</a:t>
            </a:r>
          </a:p>
          <a:p xmlns:a="http://schemas.openxmlformats.org/drawingml/2006/main">
            <a:r>
              <a:t>            "shear": 4.005713085652833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0.9718648683579206,</a:t>
            </a:r>
          </a:p>
          <a:p xmlns:a="http://schemas.openxmlformats.org/drawingml/2006/main">
            <a:r>
              <a:t>            "q": 10.507287284434845,</a:t>
            </a:r>
          </a:p>
          <a:p xmlns:a="http://schemas.openxmlformats.org/drawingml/2006/main">
            <a:r>
              <a:t>            "shear": 4.425856543829328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0.00006996139694020941,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"/pscratch/sd/j/joeschm/cheaseBS_runs/20260924/20260924_23-19-05-129015_ne_ped_scale_1.000/iteration_01/artifacts/EQDSK_COCOS_02_POS_SOURCE_SIGNS.OUT",</a:t>
            </a:r>
          </a:p>
          <a:p xmlns:a="http://schemas.openxmlformats.org/drawingml/2006/main">
            <a:r>
              <a:t>          "final_ip_a": 753956.7014,</a:t>
            </a:r>
          </a:p>
          <a:p xmlns:a="http://schemas.openxmlformats.org/drawingml/2006/main">
            <a:r>
              <a:t>          "final_ip_error_a": 48.399399999994785,</a:t>
            </a:r>
          </a:p>
          <a:p xmlns:a="http://schemas.openxmlformats.org/drawingml/2006/main">
            <a:r>
              <a:t>          "final_ip_error_rel": 0.00006419799314001292,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0.0007507477346398946,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9.989319759418983,</a:t>
            </a:r>
          </a:p>
          <a:p xmlns:a="http://schemas.openxmlformats.org/drawingml/2006/main">
            <a:r>
              <a:t>          "q_report_rel_diff": -0.009067937079183217,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0.9813888315220717,</a:t>
            </a:r>
          </a:p>
          <a:p xmlns:a="http://schemas.openxmlformats.org/drawingml/2006/main">
            <a:r>
              <a:t>            "q": 6.801420889287426,</a:t>
            </a:r>
          </a:p>
          <a:p xmlns:a="http://schemas.openxmlformats.org/drawingml/2006/main">
            <a:r>
              <a:t>            "shear": 3.894493167080524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0.9809338009975517,</a:t>
            </a:r>
          </a:p>
          <a:p xmlns:a="http://schemas.openxmlformats.org/drawingml/2006/main">
            <a:r>
              <a:t>            "q": 7.906940101804123,</a:t>
            </a:r>
          </a:p>
          <a:p xmlns:a="http://schemas.openxmlformats.org/drawingml/2006/main">
            <a:r>
              <a:t>            "shear": 4.0082103889821505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1.005600450155316,</a:t>
            </a:r>
          </a:p>
          <a:p xmlns:a="http://schemas.openxmlformats.org/drawingml/2006/main">
            <a:r>
              <a:t>            "q": 10.522393769635086,</a:t>
            </a:r>
          </a:p>
          <a:p xmlns:a="http://schemas.openxmlformats.org/drawingml/2006/main">
            <a:r>
              <a:t>            "shear": 4.412390906066833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0.00006585923760115073,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"/pscratch/sd/j/joeschm/cheaseBS_runs/20260924/20260924_23-20-54-129015_ne_ped_scale_1.050/iteration_01/artifacts/EQDSK_COCOS_02_POS_SOURCE_SIGNS.OUT",</a:t>
            </a:r>
          </a:p>
          <a:p xmlns:a="http://schemas.openxmlformats.org/drawingml/2006/main">
            <a:r>
              <a:t>          "final_ip_a": 753568.512,</a:t>
            </a:r>
          </a:p>
          <a:p xmlns:a="http://schemas.openxmlformats.org/drawingml/2006/main">
            <a:r>
              <a:t>          "final_ip_error_a": -339.79000000003725,</a:t>
            </a:r>
          </a:p>
          <a:p xmlns:a="http://schemas.openxmlformats.org/drawingml/2006/main">
            <a:r>
              <a:t>          "final_ip_error_rel": 0.0004507046799970605,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0.0001205401746879746,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9.995441618122166,</a:t>
            </a:r>
          </a:p>
          <a:p xmlns:a="http://schemas.openxmlformats.org/drawingml/2006/main">
            <a:r>
              <a:t>          "q_report_rel_diff": -0.008460653878749537,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1.0248983244417653,</a:t>
            </a:r>
          </a:p>
          <a:p xmlns:a="http://schemas.openxmlformats.org/drawingml/2006/main">
            <a:r>
              <a:t>            "q": 6.802682029543045,</a:t>
            </a:r>
          </a:p>
          <a:p xmlns:a="http://schemas.openxmlformats.org/drawingml/2006/main">
            <a:r>
              <a:t>            "shear": 3.8991992603404784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1.0241894005907985,</a:t>
            </a:r>
          </a:p>
          <a:p xmlns:a="http://schemas.openxmlformats.org/drawingml/2006/main">
            <a:r>
              <a:t>            "q": 7.910071199976056,</a:t>
            </a:r>
          </a:p>
          <a:p xmlns:a="http://schemas.openxmlformats.org/drawingml/2006/main">
            <a:r>
              <a:t>            "shear": 4.013512411026883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1.0394303793120974,</a:t>
            </a:r>
          </a:p>
          <a:p xmlns:a="http://schemas.openxmlformats.org/drawingml/2006/main">
            <a:r>
              <a:t>            "q": 10.550716458005867,</a:t>
            </a:r>
          </a:p>
          <a:p xmlns:a="http://schemas.openxmlformats.org/drawingml/2006/main">
            <a:r>
              <a:t>            "shear": 4.518037372061804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0.00011904262798996959,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"/pscratch/sd/j/joeschm/cheaseBS_runs/20260924/20260924_23-22-42-129015_ne_ped_scale_1.100/iteration_01/artifacts/EQDSK_COCOS_02_POS_SOURCE_SIGNS.OUT",</a:t>
            </a:r>
          </a:p>
          <a:p xmlns:a="http://schemas.openxmlformats.org/drawingml/2006/main">
            <a:r>
              <a:t>          "final_ip_a": 753921.042,</a:t>
            </a:r>
          </a:p>
          <a:p xmlns:a="http://schemas.openxmlformats.org/drawingml/2006/main">
            <a:r>
              <a:t>          "final_ip_error_a": 12.739999999990687,</a:t>
            </a:r>
          </a:p>
          <a:p xmlns:a="http://schemas.openxmlformats.org/drawingml/2006/main">
            <a:r>
              <a:t>          "final_ip_error_rel": 0.000016898606854697678,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0.0002148390957759432,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10.002122939813223,</a:t>
            </a:r>
          </a:p>
          <a:p xmlns:a="http://schemas.openxmlformats.org/drawingml/2006/main">
            <a:r>
              <a:t>          "q_report_rel_diff": -0.007797872423574534,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1.0684634975664624,</a:t>
            </a:r>
          </a:p>
          <a:p xmlns:a="http://schemas.openxmlformats.org/drawingml/2006/main">
            <a:r>
              <a:t>            "q": 6.804796362114487,</a:t>
            </a:r>
          </a:p>
          <a:p xmlns:a="http://schemas.openxmlformats.org/drawingml/2006/main">
            <a:r>
              <a:t>            "shear": 3.9050671248913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1.0676358687419962,</a:t>
            </a:r>
          </a:p>
          <a:p xmlns:a="http://schemas.openxmlformats.org/drawingml/2006/main">
            <a:r>
              <a:t>            "q": 7.914779687118267,</a:t>
            </a:r>
          </a:p>
          <a:p xmlns:a="http://schemas.openxmlformats.org/drawingml/2006/main">
            <a:r>
              <a:t>            "shear": 4.02200798595541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1.0752741905436016,</a:t>
            </a:r>
          </a:p>
          <a:p xmlns:a="http://schemas.openxmlformats.org/drawingml/2006/main">
            <a:r>
              <a:t>            "q": 10.563343066561838,</a:t>
            </a:r>
          </a:p>
          <a:p xmlns:a="http://schemas.openxmlformats.org/drawingml/2006/main">
            <a:r>
              <a:t>            "shear": 4.544747038254159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0.00026542626744493217,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"/pscratch/sd/j/joeschm/cheaseBS_runs/20260924/20260924_23-24-32-129015_ne_ped_scale_1.200/iteration_01/artifacts/EQDSK_COCOS_02_POS_SOURCE_SIGNS.OUT",</a:t>
            </a:r>
          </a:p>
          <a:p xmlns:a="http://schemas.openxmlformats.org/drawingml/2006/main">
            <a:r>
              <a:t>          "final_ip_a": 753462.1469,</a:t>
            </a:r>
          </a:p>
          <a:p xmlns:a="http://schemas.openxmlformats.org/drawingml/2006/main">
            <a:r>
              <a:t>          "final_ip_error_a": -446.1550999999745,</a:t>
            </a:r>
          </a:p>
          <a:p xmlns:a="http://schemas.openxmlformats.org/drawingml/2006/main">
            <a:r>
              <a:t>          "final_ip_error_rel": 0.0005917896099782895,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0.0010281106154035483,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10.034103369921882,</a:t>
            </a:r>
          </a:p>
          <a:p xmlns:a="http://schemas.openxmlformats.org/drawingml/2006/main">
            <a:r>
              <a:t>          "q_report_rel_diff": -0.004625440832245485,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1.1552350695146014,</a:t>
            </a:r>
          </a:p>
          <a:p xmlns:a="http://schemas.openxmlformats.org/drawingml/2006/main">
            <a:r>
              <a:t>            "q": 6.807855954678172,</a:t>
            </a:r>
          </a:p>
          <a:p xmlns:a="http://schemas.openxmlformats.org/drawingml/2006/main">
            <a:r>
              <a:t>            "shear": 3.9148749567671324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1.1536510765130605,</a:t>
            </a:r>
          </a:p>
          <a:p xmlns:a="http://schemas.openxmlformats.org/drawingml/2006/main">
            <a:r>
              <a:t>            "q": 7.921707198737499,</a:t>
            </a:r>
          </a:p>
          <a:p xmlns:a="http://schemas.openxmlformats.org/drawingml/2006/main">
            <a:r>
              <a:t>            "shear": 4.026665470849422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1.1419699608356013,</a:t>
            </a:r>
          </a:p>
          <a:p xmlns:a="http://schemas.openxmlformats.org/drawingml/2006/main">
            <a:r>
              <a:t>            "q": 10.622529668453957,</a:t>
            </a:r>
          </a:p>
          <a:p xmlns:a="http://schemas.openxmlformats.org/drawingml/2006/main">
            <a:r>
              <a:t>            "shear": 4.591764539838266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"n4w2",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"#8B4513",</a:t>
            </a:r>
          </a:p>
          <a:p xmlns:a="http://schemas.openxmlformats.org/drawingml/2006/main">
            <a:r>
              <a:t>    "root": "C:\\Users\\joesc\\git\\cheaseBS_tests\\data\\129015_129038\\pm0.2_ncscal4_warmup2\\129015",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0.00011096182308541413,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"/pscratch/sd/j/joeschm/cheaseBS_runs/20260924/20260924_23-00-24-129015_Te_ped_scale_0.800/iteration_01/artifacts/EQDSK_COCOS_02_POS_SOURCE_SIGNS.OUT",</a:t>
            </a:r>
          </a:p>
          <a:p xmlns:a="http://schemas.openxmlformats.org/drawingml/2006/main">
            <a:r>
              <a:t>          "final_ip_a": 752977.6197,</a:t>
            </a:r>
          </a:p>
          <a:p xmlns:a="http://schemas.openxmlformats.org/drawingml/2006/main">
            <a:r>
              <a:t>          "final_ip_error_a": -930.6822999999858,</a:t>
            </a:r>
          </a:p>
          <a:p xmlns:a="http://schemas.openxmlformats.org/drawingml/2006/main">
            <a:r>
              <a:t>          "final_ip_error_rel": 0.0012344767891944316,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0.00010365173503336947,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9.989406226764912,</a:t>
            </a:r>
          </a:p>
          <a:p xmlns:a="http://schemas.openxmlformats.org/drawingml/2006/main">
            <a:r>
              <a:t>          "q_report_rel_diff": -0.009059359591672561,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0.8673069945754085,</a:t>
            </a:r>
          </a:p>
          <a:p xmlns:a="http://schemas.openxmlformats.org/drawingml/2006/main">
            <a:r>
              <a:t>            "q": 6.820282833863689,</a:t>
            </a:r>
          </a:p>
          <a:p xmlns:a="http://schemas.openxmlformats.org/drawingml/2006/main">
            <a:r>
              <a:t>            "shear": 3.890545206283638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0.8627316766823441,</a:t>
            </a:r>
          </a:p>
          <a:p xmlns:a="http://schemas.openxmlformats.org/drawingml/2006/main">
            <a:r>
              <a:t>            "q": 7.924242589265092,</a:t>
            </a:r>
          </a:p>
          <a:p xmlns:a="http://schemas.openxmlformats.org/drawingml/2006/main">
            <a:r>
              <a:t>            "shear": 3.9742714272479276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0.9412844541065485,</a:t>
            </a:r>
          </a:p>
          <a:p xmlns:a="http://schemas.openxmlformats.org/drawingml/2006/main">
            <a:r>
              <a:t>            "q": 10.519042790192808,</a:t>
            </a:r>
          </a:p>
          <a:p xmlns:a="http://schemas.openxmlformats.org/drawingml/2006/main">
            <a:r>
              <a:t>            "shear": 4.3713550183606245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0.00006234776310979113,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"/pscratch/sd/j/joeschm/cheaseBS_runs/20260924/20260924_23-02-18-129015_Te_ped_scale_0.900/iteration_01/artifacts/EQDSK_COCOS_02_POS_SOURCE_SIGNS.OUT",</a:t>
            </a:r>
          </a:p>
          <a:p xmlns:a="http://schemas.openxmlformats.org/drawingml/2006/main">
            <a:r>
              <a:t>          "final_ip_a": 753312.5242,</a:t>
            </a:r>
          </a:p>
          <a:p xmlns:a="http://schemas.openxmlformats.org/drawingml/2006/main">
            <a:r>
              <a:t>          "final_ip_error_a": -595.7778000000399,</a:t>
            </a:r>
          </a:p>
          <a:p xmlns:a="http://schemas.openxmlformats.org/drawingml/2006/main">
            <a:r>
              <a:t>          "final_ip_error_rel": 0.000790252340264108,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0.00015250484195471306,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9.988959637433595,</a:t>
            </a:r>
          </a:p>
          <a:p xmlns:a="http://schemas.openxmlformats.org/drawingml/2006/main">
            <a:r>
              <a:t>          "q_report_rel_diff": -0.009103660875245197,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0.9277424778845836,</a:t>
            </a:r>
          </a:p>
          <a:p xmlns:a="http://schemas.openxmlformats.org/drawingml/2006/main">
            <a:r>
              <a:t>            "q": 6.8096414853413885,</a:t>
            </a:r>
          </a:p>
          <a:p xmlns:a="http://schemas.openxmlformats.org/drawingml/2006/main">
            <a:r>
              <a:t>            "shear": 3.897808649107524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0.9218647237398283,</a:t>
            </a:r>
          </a:p>
          <a:p xmlns:a="http://schemas.openxmlformats.org/drawingml/2006/main">
            <a:r>
              <a:t>            "q": 7.915258754690141,</a:t>
            </a:r>
          </a:p>
          <a:p xmlns:a="http://schemas.openxmlformats.org/drawingml/2006/main">
            <a:r>
              <a:t>            "shear": 3.9912049985396227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0.9747731746465554,</a:t>
            </a:r>
          </a:p>
          <a:p xmlns:a="http://schemas.openxmlformats.org/drawingml/2006/main">
            <a:r>
              <a:t>            "q": 10.523924238705343,</a:t>
            </a:r>
          </a:p>
          <a:p xmlns:a="http://schemas.openxmlformats.org/drawingml/2006/main">
            <a:r>
              <a:t>            "shear": 4.410019289988118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0.00004239281656733762,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"/pscratch/sd/j/joeschm/cheaseBS_runs/20260924/20260924_23-04-13-129015_Te_ped_scale_0.950/iteration_01/artifacts/EQDSK_COCOS_02_POS_SOURCE_SIGNS.OUT",</a:t>
            </a:r>
          </a:p>
          <a:p xmlns:a="http://schemas.openxmlformats.org/drawingml/2006/main">
            <a:r>
              <a:t>          "final_ip_a": 753525.6564,</a:t>
            </a:r>
          </a:p>
          <a:p xmlns:a="http://schemas.openxmlformats.org/drawingml/2006/main">
            <a:r>
              <a:t>          "final_ip_error_a": -382.6456000000471,</a:t>
            </a:r>
          </a:p>
          <a:p xmlns:a="http://schemas.openxmlformats.org/drawingml/2006/main">
            <a:r>
              <a:t>          "final_ip_error_rel": 0.0005075492589549002,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0.00027334707708069226,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9.9888410335909,</a:t>
            </a:r>
          </a:p>
          <a:p xmlns:a="http://schemas.openxmlformats.org/drawingml/2006/main">
            <a:r>
              <a:t>          "q_report_rel_diff": -0.00911542627602754,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0.9579573334146345,</a:t>
            </a:r>
          </a:p>
          <a:p xmlns:a="http://schemas.openxmlformats.org/drawingml/2006/main">
            <a:r>
              <a:t>            "q": 6.80439214354523,</a:t>
            </a:r>
          </a:p>
          <a:p xmlns:a="http://schemas.openxmlformats.org/drawingml/2006/main">
            <a:r>
              <a:t>            "shear": 3.901519951416567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0.9514362783304494,</a:t>
            </a:r>
          </a:p>
          <a:p xmlns:a="http://schemas.openxmlformats.org/drawingml/2006/main">
            <a:r>
              <a:t>            "q": 7.910888831073442,</a:t>
            </a:r>
          </a:p>
          <a:p xmlns:a="http://schemas.openxmlformats.org/drawingml/2006/main">
            <a:r>
              <a:t>            "shear": 3.9999124931803562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0.9916117329712123,</a:t>
            </a:r>
          </a:p>
          <a:p xmlns:a="http://schemas.openxmlformats.org/drawingml/2006/main">
            <a:r>
              <a:t>            "q": 10.525513443625927,</a:t>
            </a:r>
          </a:p>
          <a:p xmlns:a="http://schemas.openxmlformats.org/drawingml/2006/main">
            <a:r>
              <a:t>            "shear": 4.424500679090024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0.00009304858508887238,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"/pscratch/sd/j/joeschm/cheaseBS_runs/20260924/20260924_23-06-07-129015_Te_ped_scale_1.000/iteration_01/artifacts/EQDSK_COCOS_02_POS_SOURCE_SIGNS.OUT",</a:t>
            </a:r>
          </a:p>
          <a:p xmlns:a="http://schemas.openxmlformats.org/drawingml/2006/main">
            <a:r>
              <a:t>          "final_ip_a": 754118.1566,</a:t>
            </a:r>
          </a:p>
          <a:p xmlns:a="http://schemas.openxmlformats.org/drawingml/2006/main">
            <a:r>
              <a:t>          "final_ip_error_a": 209.85459999996237,</a:t>
            </a:r>
          </a:p>
          <a:p xmlns:a="http://schemas.openxmlformats.org/drawingml/2006/main">
            <a:r>
              <a:t>          "final_ip_error_rel": 0.00027835560298679715,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0.0009860237433617402,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9.989382645500447,</a:t>
            </a:r>
          </a:p>
          <a:p xmlns:a="http://schemas.openxmlformats.org/drawingml/2006/main">
            <a:r>
              <a:t>          "q_report_rel_diff": -0.009061698833142956,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0.9882200644085564,</a:t>
            </a:r>
          </a:p>
          <a:p xmlns:a="http://schemas.openxmlformats.org/drawingml/2006/main">
            <a:r>
              <a:t>            "q": 6.79957086799702,</a:t>
            </a:r>
          </a:p>
          <a:p xmlns:a="http://schemas.openxmlformats.org/drawingml/2006/main">
            <a:r>
              <a:t>            "shear": 3.905786216177174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0.9811283089514407,</a:t>
            </a:r>
          </a:p>
          <a:p xmlns:a="http://schemas.openxmlformats.org/drawingml/2006/main">
            <a:r>
              <a:t>            "q": 7.907300807525324,</a:t>
            </a:r>
          </a:p>
          <a:p xmlns:a="http://schemas.openxmlformats.org/drawingml/2006/main">
            <a:r>
              <a:t>            "shear": 4.010108540345586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1.0095496015708267,</a:t>
            </a:r>
          </a:p>
          <a:p xmlns:a="http://schemas.openxmlformats.org/drawingml/2006/main">
            <a:r>
              <a:t>            "q": 10.519232032594322,</a:t>
            </a:r>
          </a:p>
          <a:p xmlns:a="http://schemas.openxmlformats.org/drawingml/2006/main">
            <a:r>
              <a:t>            "shear": 4.39578800439352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0.000041271965597233944,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"/pscratch/sd/j/joeschm/cheaseBS_runs/20260924/20260924_23-07-59-129015_Te_ped_scale_1.050/iteration_01/artifacts/EQDSK_COCOS_02_POS_SOURCE_SIGNS.OUT",</a:t>
            </a:r>
          </a:p>
          <a:p xmlns:a="http://schemas.openxmlformats.org/drawingml/2006/main">
            <a:r>
              <a:t>          "final_ip_a": 753438.2569,</a:t>
            </a:r>
          </a:p>
          <a:p xmlns:a="http://schemas.openxmlformats.org/drawingml/2006/main">
            <a:r>
              <a:t>          "final_ip_error_a": -470.04509999998845,</a:t>
            </a:r>
          </a:p>
          <a:p xmlns:a="http://schemas.openxmlformats.org/drawingml/2006/main">
            <a:r>
              <a:t>          "final_ip_error_rel": 0.0006234778138840398,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0.00027154922244224567,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9.987531041576956,</a:t>
            </a:r>
          </a:p>
          <a:p xmlns:a="http://schemas.openxmlformats.org/drawingml/2006/main">
            <a:r>
              <a:t>          "q_report_rel_diff": -0.009245376374738037,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1.0182940000915235,</a:t>
            </a:r>
          </a:p>
          <a:p xmlns:a="http://schemas.openxmlformats.org/drawingml/2006/main">
            <a:r>
              <a:t>            "q": 6.793377172818538,</a:t>
            </a:r>
          </a:p>
          <a:p xmlns:a="http://schemas.openxmlformats.org/drawingml/2006/main">
            <a:r>
              <a:t>            "shear": 3.908241788188325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1.0103859892089506,</a:t>
            </a:r>
          </a:p>
          <a:p xmlns:a="http://schemas.openxmlformats.org/drawingml/2006/main">
            <a:r>
              <a:t>            "q": 7.9011833030197405,</a:t>
            </a:r>
          </a:p>
          <a:p xmlns:a="http://schemas.openxmlformats.org/drawingml/2006/main">
            <a:r>
              <a:t>            "shear": 4.015557126806671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1.0236795691994516,</a:t>
            </a:r>
          </a:p>
          <a:p xmlns:a="http://schemas.openxmlformats.org/drawingml/2006/main">
            <a:r>
              <a:t>            "q": 10.5395971788995,</a:t>
            </a:r>
          </a:p>
          <a:p xmlns:a="http://schemas.openxmlformats.org/drawingml/2006/main">
            <a:r>
              <a:t>            "shear": 4.514339478404827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0.00004840500256305223,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"/pscratch/sd/j/joeschm/cheaseBS_runs/20260924/20260924_23-09-52-129015_Te_ped_scale_1.100/iteration_01/artifacts/EQDSK_COCOS_02_POS_SOURCE_SIGNS.OUT",</a:t>
            </a:r>
          </a:p>
          <a:p xmlns:a="http://schemas.openxmlformats.org/drawingml/2006/main">
            <a:r>
              <a:t>          "final_ip_a": 753776.1824,</a:t>
            </a:r>
          </a:p>
          <a:p xmlns:a="http://schemas.openxmlformats.org/drawingml/2006/main">
            <a:r>
              <a:t>          "final_ip_error_a": -132.11959999997634,</a:t>
            </a:r>
          </a:p>
          <a:p xmlns:a="http://schemas.openxmlformats.org/drawingml/2006/main">
            <a:r>
              <a:t>          "final_ip_error_rel": 0.0001752462463266207,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0.00008649320612082442,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9.987297063918843,</a:t>
            </a:r>
          </a:p>
          <a:p xmlns:a="http://schemas.openxmlformats.org/drawingml/2006/main">
            <a:r>
              <a:t>          "q_report_rel_diff": -0.009268586760331318,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1.0485081280204116,</a:t>
            </a:r>
          </a:p>
          <a:p xmlns:a="http://schemas.openxmlformats.org/drawingml/2006/main">
            <a:r>
              <a:t>            "q": 6.7883078124567895,</a:t>
            </a:r>
          </a:p>
          <a:p xmlns:a="http://schemas.openxmlformats.org/drawingml/2006/main">
            <a:r>
              <a:t>            "shear": 3.9121721107162295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1.0399813809630425,</a:t>
            </a:r>
          </a:p>
          <a:p xmlns:a="http://schemas.openxmlformats.org/drawingml/2006/main">
            <a:r>
              <a:t>            "q": 7.897132787066713,</a:t>
            </a:r>
          </a:p>
          <a:p xmlns:a="http://schemas.openxmlformats.org/drawingml/2006/main">
            <a:r>
              <a:t>            "shear": 4.025002165928457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1.0408143060965724,</a:t>
            </a:r>
          </a:p>
          <a:p xmlns:a="http://schemas.openxmlformats.org/drawingml/2006/main">
            <a:r>
              <a:t>            "q": 10.538567173257652,</a:t>
            </a:r>
          </a:p>
          <a:p xmlns:a="http://schemas.openxmlformats.org/drawingml/2006/main">
            <a:r>
              <a:t>            "shear": 4.5178188814639215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0.00015780887124272505,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"/pscratch/sd/j/joeschm/cheaseBS_runs/20260924/20260924_23-11-44-129015_Te_ped_scale_1.200/iteration_01/artifacts/EQDSK_COCOS_02_POS_SOURCE_SIGNS.OUT",</a:t>
            </a:r>
          </a:p>
          <a:p xmlns:a="http://schemas.openxmlformats.org/drawingml/2006/main">
            <a:r>
              <a:t>          "final_ip_a": 754514.8875,</a:t>
            </a:r>
          </a:p>
          <a:p xmlns:a="http://schemas.openxmlformats.org/drawingml/2006/main">
            <a:r>
              <a:t>          "final_ip_error_a": 606.5854999999283,</a:t>
            </a:r>
          </a:p>
          <a:p xmlns:a="http://schemas.openxmlformats.org/drawingml/2006/main">
            <a:r>
              <a:t>          "final_ip_error_rel": 0.0008045879033176216,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0.0007967764255527239,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9.980586312302357,</a:t>
            </a:r>
          </a:p>
          <a:p xmlns:a="http://schemas.openxmlformats.org/drawingml/2006/main">
            <a:r>
              <a:t>          "q_report_rel_diff": -0.009934287639192846,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1.1089547696295576,</a:t>
            </a:r>
          </a:p>
          <a:p xmlns:a="http://schemas.openxmlformats.org/drawingml/2006/main">
            <a:r>
              <a:t>            "q": 6.778267462857987,</a:t>
            </a:r>
          </a:p>
          <a:p xmlns:a="http://schemas.openxmlformats.org/drawingml/2006/main">
            <a:r>
              <a:t>            "shear": 3.9202744750863383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1.0992477464352115,</a:t>
            </a:r>
          </a:p>
          <a:p xmlns:a="http://schemas.openxmlformats.org/drawingml/2006/main">
            <a:r>
              <a:t>            "q": 7.889299804707479,</a:t>
            </a:r>
          </a:p>
          <a:p xmlns:a="http://schemas.openxmlformats.org/drawingml/2006/main">
            <a:r>
              <a:t>            "shear": 4.04653554195958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1.0753872292892486,</a:t>
            </a:r>
          </a:p>
          <a:p xmlns:a="http://schemas.openxmlformats.org/drawingml/2006/main">
            <a:r>
              <a:t>            "q": 10.532694618217292,</a:t>
            </a:r>
          </a:p>
          <a:p xmlns:a="http://schemas.openxmlformats.org/drawingml/2006/main">
            <a:r>
              <a:t>            "shear": 4.561948882835357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0.00018942144494216325,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"/pscratch/sd/j/joeschm/cheaseBS_runs/20260924/20260924_23-13-37-129015_ne_ped_scale_0.800/iteration_01/artifacts/EQDSK_COCOS_02_POS_SOURCE_SIGNS.OUT",</a:t>
            </a:r>
          </a:p>
          <a:p xmlns:a="http://schemas.openxmlformats.org/drawingml/2006/main">
            <a:r>
              <a:t>          "final_ip_a": 752693.9304,</a:t>
            </a:r>
          </a:p>
          <a:p xmlns:a="http://schemas.openxmlformats.org/drawingml/2006/main">
            <a:r>
              <a:t>          "final_ip_error_a": -1214.3716000000713,</a:t>
            </a:r>
          </a:p>
          <a:p xmlns:a="http://schemas.openxmlformats.org/drawingml/2006/main">
            <a:r>
              <a:t>          "final_ip_error_rel": 0.0016107683080005017,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0.0002651268751014542,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9.957676780530404,</a:t>
            </a:r>
          </a:p>
          <a:p xmlns:a="http://schemas.openxmlformats.org/drawingml/2006/main">
            <a:r>
              <a:t>          "q_report_rel_diff": -0.012206893795175162,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0.8068315461532931,</a:t>
            </a:r>
          </a:p>
          <a:p xmlns:a="http://schemas.openxmlformats.org/drawingml/2006/main">
            <a:r>
              <a:t>            "q": 6.788236551962298,</a:t>
            </a:r>
          </a:p>
          <a:p xmlns:a="http://schemas.openxmlformats.org/drawingml/2006/main">
            <a:r>
              <a:t>            "shear": 3.870526931741349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0.8068909882655575,</a:t>
            </a:r>
          </a:p>
          <a:p xmlns:a="http://schemas.openxmlformats.org/drawingml/2006/main">
            <a:r>
              <a:t>            "q": 7.883415795601835,</a:t>
            </a:r>
          </a:p>
          <a:p xmlns:a="http://schemas.openxmlformats.org/drawingml/2006/main">
            <a:r>
              <a:t>            "shear": 3.9844449111302374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0.8624372920784011,</a:t>
            </a:r>
          </a:p>
          <a:p xmlns:a="http://schemas.openxmlformats.org/drawingml/2006/main">
            <a:r>
              <a:t>            "q": 10.460595094295726,</a:t>
            </a:r>
          </a:p>
          <a:p xmlns:a="http://schemas.openxmlformats.org/drawingml/2006/main">
            <a:r>
              <a:t>            "shear": 4.337773083930956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0.00009307333418342164,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"/pscratch/sd/j/joeschm/cheaseBS_runs/20260924/20260924_23-15-29-129015_ne_ped_scale_0.900/iteration_01/artifacts/EQDSK_COCOS_02_POS_SOURCE_SIGNS.OUT",</a:t>
            </a:r>
          </a:p>
          <a:p xmlns:a="http://schemas.openxmlformats.org/drawingml/2006/main">
            <a:r>
              <a:t>          "final_ip_a": 753197.6244,</a:t>
            </a:r>
          </a:p>
          <a:p xmlns:a="http://schemas.openxmlformats.org/drawingml/2006/main">
            <a:r>
              <a:t>          "final_ip_error_a": -710.6776000000536,</a:t>
            </a:r>
          </a:p>
          <a:p xmlns:a="http://schemas.openxmlformats.org/drawingml/2006/main">
            <a:r>
              <a:t>          "final_ip_error_rel": 0.000942657877774708,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0.00011384869047039138,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9.973896760685397,</a:t>
            </a:r>
          </a:p>
          <a:p xmlns:a="http://schemas.openxmlformats.org/drawingml/2006/main">
            <a:r>
              <a:t>          "q_report_rel_diff": -0.010597885496049803,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0.8942735787543009,</a:t>
            </a:r>
          </a:p>
          <a:p xmlns:a="http://schemas.openxmlformats.org/drawingml/2006/main">
            <a:r>
              <a:t>            "q": 6.792078480708837,</a:t>
            </a:r>
          </a:p>
          <a:p xmlns:a="http://schemas.openxmlformats.org/drawingml/2006/main">
            <a:r>
              <a:t>            "shear": 3.8813606654243054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0.8942734175801973,</a:t>
            </a:r>
          </a:p>
          <a:p xmlns:a="http://schemas.openxmlformats.org/drawingml/2006/main">
            <a:r>
              <a:t>            "q": 7.891917888695927,</a:t>
            </a:r>
          </a:p>
          <a:p xmlns:a="http://schemas.openxmlformats.org/drawingml/2006/main">
            <a:r>
              <a:t>            "shear": 3.998642285922236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0.9356852606281493,</a:t>
            </a:r>
          </a:p>
          <a:p xmlns:a="http://schemas.openxmlformats.org/drawingml/2006/main">
            <a:r>
              <a:t>            "q": 10.492041795454934,</a:t>
            </a:r>
          </a:p>
          <a:p xmlns:a="http://schemas.openxmlformats.org/drawingml/2006/main">
            <a:r>
              <a:t>            "shear": 4.393955146510353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0.00004483216043267918,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"/pscratch/sd/j/joeschm/cheaseBS_runs/20260924/20260924_23-17-16-129015_ne_ped_scale_0.950/iteration_01/artifacts/EQDSK_COCOS_02_POS_SOURCE_SIGNS.OUT",</a:t>
            </a:r>
          </a:p>
          <a:p xmlns:a="http://schemas.openxmlformats.org/drawingml/2006/main">
            <a:r>
              <a:t>          "final_ip_a": 753419.9397,</a:t>
            </a:r>
          </a:p>
          <a:p xmlns:a="http://schemas.openxmlformats.org/drawingml/2006/main">
            <a:r>
              <a:t>          "final_ip_error_a": -488.36230000003707,</a:t>
            </a:r>
          </a:p>
          <a:p xmlns:a="http://schemas.openxmlformats.org/drawingml/2006/main">
            <a:r>
              <a:t>          "final_ip_error_rel": 0.0006477741373910976,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0.00017648986159826796,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9.981322772347706,</a:t>
            </a:r>
          </a:p>
          <a:p xmlns:a="http://schemas.openxmlformats.org/drawingml/2006/main">
            <a:r>
              <a:t>          "q_report_rel_diff": -0.009861231426200111,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0.9379377809915913,</a:t>
            </a:r>
          </a:p>
          <a:p xmlns:a="http://schemas.openxmlformats.org/drawingml/2006/main">
            <a:r>
              <a:t>            "q": 6.794071677718528,</a:t>
            </a:r>
          </a:p>
          <a:p xmlns:a="http://schemas.openxmlformats.org/drawingml/2006/main">
            <a:r>
              <a:t>            "shear": 3.8868401108877175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0.9378642475691267,</a:t>
            </a:r>
          </a:p>
          <a:p xmlns:a="http://schemas.openxmlformats.org/drawingml/2006/main">
            <a:r>
              <a:t>            "q": 7.896276003470097,</a:t>
            </a:r>
          </a:p>
          <a:p xmlns:a="http://schemas.openxmlformats.org/drawingml/2006/main">
            <a:r>
              <a:t>            "shear": 4.005713085652833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0.9718648683579206,</a:t>
            </a:r>
          </a:p>
          <a:p xmlns:a="http://schemas.openxmlformats.org/drawingml/2006/main">
            <a:r>
              <a:t>            "q": 10.507287284434845,</a:t>
            </a:r>
          </a:p>
          <a:p xmlns:a="http://schemas.openxmlformats.org/drawingml/2006/main">
            <a:r>
              <a:t>            "shear": 4.425856543829328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0.00006996139694020941,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"/pscratch/sd/j/joeschm/cheaseBS_runs/20260924/20260924_23-19-05-129015_ne_ped_scale_1.000/iteration_01/artifacts/EQDSK_COCOS_02_POS_SOURCE_SIGNS.OUT",</a:t>
            </a:r>
          </a:p>
          <a:p xmlns:a="http://schemas.openxmlformats.org/drawingml/2006/main">
            <a:r>
              <a:t>          "final_ip_a": 753956.7014,</a:t>
            </a:r>
          </a:p>
          <a:p xmlns:a="http://schemas.openxmlformats.org/drawingml/2006/main">
            <a:r>
              <a:t>          "final_ip_error_a": 48.399399999994785,</a:t>
            </a:r>
          </a:p>
          <a:p xmlns:a="http://schemas.openxmlformats.org/drawingml/2006/main">
            <a:r>
              <a:t>          "final_ip_error_rel": 0.00006419799314001292,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0.0007507477346398946,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9.989319759418983,</a:t>
            </a:r>
          </a:p>
          <a:p xmlns:a="http://schemas.openxmlformats.org/drawingml/2006/main">
            <a:r>
              <a:t>          "q_report_rel_diff": -0.009067937079183217,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0.9813888315220717,</a:t>
            </a:r>
          </a:p>
          <a:p xmlns:a="http://schemas.openxmlformats.org/drawingml/2006/main">
            <a:r>
              <a:t>            "q": 6.801420889287426,</a:t>
            </a:r>
          </a:p>
          <a:p xmlns:a="http://schemas.openxmlformats.org/drawingml/2006/main">
            <a:r>
              <a:t>            "shear": 3.894493167080524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0.9809338009975517,</a:t>
            </a:r>
          </a:p>
          <a:p xmlns:a="http://schemas.openxmlformats.org/drawingml/2006/main">
            <a:r>
              <a:t>            "q": 7.906940101804123,</a:t>
            </a:r>
          </a:p>
          <a:p xmlns:a="http://schemas.openxmlformats.org/drawingml/2006/main">
            <a:r>
              <a:t>            "shear": 4.0082103889821505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1.005600450155316,</a:t>
            </a:r>
          </a:p>
          <a:p xmlns:a="http://schemas.openxmlformats.org/drawingml/2006/main">
            <a:r>
              <a:t>            "q": 10.522393769635086,</a:t>
            </a:r>
          </a:p>
          <a:p xmlns:a="http://schemas.openxmlformats.org/drawingml/2006/main">
            <a:r>
              <a:t>            "shear": 4.412390906066833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0.00006585923760115073,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"/pscratch/sd/j/joeschm/cheaseBS_runs/20260924/20260924_23-20-54-129015_ne_ped_scale_1.050/iteration_01/artifacts/EQDSK_COCOS_02_POS_SOURCE_SIGNS.OUT",</a:t>
            </a:r>
          </a:p>
          <a:p xmlns:a="http://schemas.openxmlformats.org/drawingml/2006/main">
            <a:r>
              <a:t>          "final_ip_a": 753568.512,</a:t>
            </a:r>
          </a:p>
          <a:p xmlns:a="http://schemas.openxmlformats.org/drawingml/2006/main">
            <a:r>
              <a:t>          "final_ip_error_a": -339.79000000003725,</a:t>
            </a:r>
          </a:p>
          <a:p xmlns:a="http://schemas.openxmlformats.org/drawingml/2006/main">
            <a:r>
              <a:t>          "final_ip_error_rel": 0.0004507046799970605,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0.0001205401746879746,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9.995441618122166,</a:t>
            </a:r>
          </a:p>
          <a:p xmlns:a="http://schemas.openxmlformats.org/drawingml/2006/main">
            <a:r>
              <a:t>          "q_report_rel_diff": -0.008460653878749537,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1.0248983244417653,</a:t>
            </a:r>
          </a:p>
          <a:p xmlns:a="http://schemas.openxmlformats.org/drawingml/2006/main">
            <a:r>
              <a:t>            "q": 6.802682029543045,</a:t>
            </a:r>
          </a:p>
          <a:p xmlns:a="http://schemas.openxmlformats.org/drawingml/2006/main">
            <a:r>
              <a:t>            "shear": 3.8991992603404784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1.0241894005907985,</a:t>
            </a:r>
          </a:p>
          <a:p xmlns:a="http://schemas.openxmlformats.org/drawingml/2006/main">
            <a:r>
              <a:t>            "q": 7.910071199976056,</a:t>
            </a:r>
          </a:p>
          <a:p xmlns:a="http://schemas.openxmlformats.org/drawingml/2006/main">
            <a:r>
              <a:t>            "shear": 4.013512411026883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1.0394303793120974,</a:t>
            </a:r>
          </a:p>
          <a:p xmlns:a="http://schemas.openxmlformats.org/drawingml/2006/main">
            <a:r>
              <a:t>            "q": 10.550716458005867,</a:t>
            </a:r>
          </a:p>
          <a:p xmlns:a="http://schemas.openxmlformats.org/drawingml/2006/main">
            <a:r>
              <a:t>            "shear": 4.518037372061804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0.00011904262798996959,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"/pscratch/sd/j/joeschm/cheaseBS_runs/20260924/20260924_23-22-42-129015_ne_ped_scale_1.100/iteration_01/artifacts/EQDSK_COCOS_02_POS_SOURCE_SIGNS.OUT",</a:t>
            </a:r>
          </a:p>
          <a:p xmlns:a="http://schemas.openxmlformats.org/drawingml/2006/main">
            <a:r>
              <a:t>          "final_ip_a": 753921.042,</a:t>
            </a:r>
          </a:p>
          <a:p xmlns:a="http://schemas.openxmlformats.org/drawingml/2006/main">
            <a:r>
              <a:t>          "final_ip_error_a": 12.739999999990687,</a:t>
            </a:r>
          </a:p>
          <a:p xmlns:a="http://schemas.openxmlformats.org/drawingml/2006/main">
            <a:r>
              <a:t>          "final_ip_error_rel": 0.000016898606854697678,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0.0002148390957759432,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10.002122939813223,</a:t>
            </a:r>
          </a:p>
          <a:p xmlns:a="http://schemas.openxmlformats.org/drawingml/2006/main">
            <a:r>
              <a:t>          "q_report_rel_diff": -0.007797872423574534,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1.0684634975664624,</a:t>
            </a:r>
          </a:p>
          <a:p xmlns:a="http://schemas.openxmlformats.org/drawingml/2006/main">
            <a:r>
              <a:t>            "q": 6.804796362114487,</a:t>
            </a:r>
          </a:p>
          <a:p xmlns:a="http://schemas.openxmlformats.org/drawingml/2006/main">
            <a:r>
              <a:t>            "shear": 3.9050671248913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1.0676358687419962,</a:t>
            </a:r>
          </a:p>
          <a:p xmlns:a="http://schemas.openxmlformats.org/drawingml/2006/main">
            <a:r>
              <a:t>            "q": 7.914779687118267,</a:t>
            </a:r>
          </a:p>
          <a:p xmlns:a="http://schemas.openxmlformats.org/drawingml/2006/main">
            <a:r>
              <a:t>            "shear": 4.02200798595541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1.0752741905436016,</a:t>
            </a:r>
          </a:p>
          <a:p xmlns:a="http://schemas.openxmlformats.org/drawingml/2006/main">
            <a:r>
              <a:t>            "q": 10.563343066561838,</a:t>
            </a:r>
          </a:p>
          <a:p xmlns:a="http://schemas.openxmlformats.org/drawingml/2006/main">
            <a:r>
              <a:t>            "shear": 4.544747038254159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0.00026542626744493217,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"/pscratch/sd/j/joeschm/cheaseBS_runs/20260924/20260924_23-24-32-129015_ne_ped_scale_1.200/iteration_01/artifacts/EQDSK_COCOS_02_POS_SOURCE_SIGNS.OUT",</a:t>
            </a:r>
          </a:p>
          <a:p xmlns:a="http://schemas.openxmlformats.org/drawingml/2006/main">
            <a:r>
              <a:t>          "final_ip_a": 753462.1469,</a:t>
            </a:r>
          </a:p>
          <a:p xmlns:a="http://schemas.openxmlformats.org/drawingml/2006/main">
            <a:r>
              <a:t>          "final_ip_error_a": -446.1550999999745,</a:t>
            </a:r>
          </a:p>
          <a:p xmlns:a="http://schemas.openxmlformats.org/drawingml/2006/main">
            <a:r>
              <a:t>          "final_ip_error_rel": 0.0005917896099782895,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0.0010281106154035483,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10.034103369921882,</a:t>
            </a:r>
          </a:p>
          <a:p xmlns:a="http://schemas.openxmlformats.org/drawingml/2006/main">
            <a:r>
              <a:t>          "q_report_rel_diff": -0.004625440832245485,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1.1552350695146014,</a:t>
            </a:r>
          </a:p>
          <a:p xmlns:a="http://schemas.openxmlformats.org/drawingml/2006/main">
            <a:r>
              <a:t>            "q": 6.807855954678172,</a:t>
            </a:r>
          </a:p>
          <a:p xmlns:a="http://schemas.openxmlformats.org/drawingml/2006/main">
            <a:r>
              <a:t>            "shear": 3.9148749567671324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1.1536510765130605,</a:t>
            </a:r>
          </a:p>
          <a:p xmlns:a="http://schemas.openxmlformats.org/drawingml/2006/main">
            <a:r>
              <a:t>            "q": 7.921707198737499,</a:t>
            </a:r>
          </a:p>
          <a:p xmlns:a="http://schemas.openxmlformats.org/drawingml/2006/main">
            <a:r>
              <a:t>            "shear": 4.026665470849422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1.1419699608356013,</a:t>
            </a:r>
          </a:p>
          <a:p xmlns:a="http://schemas.openxmlformats.org/drawingml/2006/main">
            <a:r>
              <a:t>            "q": 10.622529668453957,</a:t>
            </a:r>
          </a:p>
          <a:p xmlns:a="http://schemas.openxmlformats.org/drawingml/2006/main">
            <a:r>
              <a:t>            "shear": 4.591764539838266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"All variants, with marker-border coding",</a:t>
            </a:r>
          </a:p>
          <a:p xmlns:a="http://schemas.openxmlformats.org/drawingml/2006/main">
            <a:r>
              <a:t>  "variant": null,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"n1w0",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"#0072B2",</a:t>
            </a:r>
          </a:p>
          <a:p xmlns:a="http://schemas.openxmlformats.org/drawingml/2006/main">
            <a:r>
              <a:t>    "root": "C:\\Users\\joesc\\git\\cheaseBS_tests\\data\\129015_129038\\pm0.2_ncscal1_warmup0\\129015",</a:t>
            </a:r>
          </a:p>
          <a:p xmlns:a="http://schemas.openxmlformats.org/drawingml/2006/main">
            <a:r>
              <a:t>    "count": 12,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0.1992099176567409,</a:t>
            </a:r>
          </a:p>
          <a:p xmlns:a="http://schemas.openxmlformats.org/drawingml/2006/main">
            <a:r>
              <a:t>          "final_amplitude_next": 0.1992099176567409,</a:t>
            </a:r>
          </a:p>
          <a:p xmlns:a="http://schemas.openxmlformats.org/drawingml/2006/main">
            <a:r>
              <a:t>          "final_bootstrap_change_rel": 0.0022063651759775546,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"/pscratch/sd/j/joeschm/cheaseBS_runs/20260925/20260925_04-52-06-129015_omt_0.900/iteration_07/artifacts/EQDSK_COCOS_02_POS_SOURCE_SIGNS.OUT",</a:t>
            </a:r>
          </a:p>
          <a:p xmlns:a="http://schemas.openxmlformats.org/drawingml/2006/main">
            <a:r>
              <a:t>          "final_ip_a": 753116.9237,</a:t>
            </a:r>
          </a:p>
          <a:p xmlns:a="http://schemas.openxmlformats.org/drawingml/2006/main">
            <a:r>
              <a:t>          "final_ip_error_a": -791.3782999999821,</a:t>
            </a:r>
          </a:p>
          <a:p xmlns:a="http://schemas.openxmlformats.org/drawingml/2006/main">
            <a:r>
              <a:t>          "final_ip_error_rel": 0.0010497010019661279,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0.002511418728979606,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10.061733840379203,</a:t>
            </a:r>
          </a:p>
          <a:p xmlns:a="http://schemas.openxmlformats.org/drawingml/2006/main">
            <a:r>
              <a:t>          "q_report_rel_diff": -0.0018845215555420367,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0.9772347274998787,</a:t>
            </a:r>
          </a:p>
          <a:p xmlns:a="http://schemas.openxmlformats.org/drawingml/2006/main">
            <a:r>
              <a:t>            "q": 6.899876231001169,</a:t>
            </a:r>
          </a:p>
          <a:p xmlns:a="http://schemas.openxmlformats.org/drawingml/2006/main">
            <a:r>
              <a:t>            "shear": 3.9030924481622744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0.9711521118911735,</a:t>
            </a:r>
          </a:p>
          <a:p xmlns:a="http://schemas.openxmlformats.org/drawingml/2006/main">
            <a:r>
              <a:t>            "q": 8.0192311109156,</a:t>
            </a:r>
          </a:p>
          <a:p xmlns:a="http://schemas.openxmlformats.org/drawingml/2006/main">
            <a:r>
              <a:t>            "shear": 3.9796908321277353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1.0399627979313726,</a:t>
            </a:r>
          </a:p>
          <a:p xmlns:a="http://schemas.openxmlformats.org/drawingml/2006/main">
            <a:r>
              <a:t>            "q": 10.545701319968556,</a:t>
            </a:r>
          </a:p>
          <a:p xmlns:a="http://schemas.openxmlformats.org/drawingml/2006/main">
            <a:r>
              <a:t>            "shear": 4.247691909689802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35,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2.051476214354363,</a:t>
            </a:r>
          </a:p>
          <a:p xmlns:a="http://schemas.openxmlformats.org/drawingml/2006/main">
            <a:r>
              <a:t>          "final_amplitude_next": 2.051476214354363,</a:t>
            </a:r>
          </a:p>
          <a:p xmlns:a="http://schemas.openxmlformats.org/drawingml/2006/main">
            <a:r>
              <a:t>          "final_bootstrap_change_rel": 0.006741387113720596,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"/pscratch/sd/j/joeschm/cheaseBS_runs/20260925/20260925_04-58-35-129015_omt_0.950/iteration_34/artifacts/EQDSK_COCOS_02_POS_SOURCE_SIGNS.OUT",</a:t>
            </a:r>
          </a:p>
          <a:p xmlns:a="http://schemas.openxmlformats.org/drawingml/2006/main">
            <a:r>
              <a:t>          "final_ip_a": 754004.175,</a:t>
            </a:r>
          </a:p>
          <a:p xmlns:a="http://schemas.openxmlformats.org/drawingml/2006/main">
            <a:r>
              <a:t>          "final_ip_error_a": 95.87300000002142,</a:t>
            </a:r>
          </a:p>
          <a:p xmlns:a="http://schemas.openxmlformats.org/drawingml/2006/main">
            <a:r>
              <a:t>          "final_ip_error_rel": 0.0001271679854773922,</a:t>
            </a:r>
          </a:p>
          <a:p xmlns:a="http://schemas.openxmlformats.org/drawingml/2006/main">
            <a:r>
              <a:t>          "final_iteration": 34,</a:t>
            </a:r>
          </a:p>
          <a:p xmlns:a="http://schemas.openxmlformats.org/drawingml/2006/main">
            <a:r>
              <a:t>          "final_q_change_rel": 0.009487163570222026,</a:t>
            </a:r>
          </a:p>
          <a:p xmlns:a="http://schemas.openxmlformats.org/drawingml/2006/main">
            <a:r>
              <a:t>          "iterations": 35,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10.332069046343353,</a:t>
            </a:r>
          </a:p>
          <a:p xmlns:a="http://schemas.openxmlformats.org/drawingml/2006/main">
            <a:r>
              <a:t>          "q_report_rel_diff": 0.0249325020034035,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1.1831814260490043,</a:t>
            </a:r>
          </a:p>
          <a:p xmlns:a="http://schemas.openxmlformats.org/drawingml/2006/main">
            <a:r>
              <a:t>            "q": 7.151487099637639,</a:t>
            </a:r>
          </a:p>
          <a:p xmlns:a="http://schemas.openxmlformats.org/drawingml/2006/main">
            <a:r>
              <a:t>            "shear": 3.9984499161948874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1.1773256591457857,</a:t>
            </a:r>
          </a:p>
          <a:p xmlns:a="http://schemas.openxmlformats.org/drawingml/2006/main">
            <a:r>
              <a:t>            "q": 8.342117157338949,</a:t>
            </a:r>
          </a:p>
          <a:p xmlns:a="http://schemas.openxmlformats.org/drawingml/2006/main">
            <a:r>
              <a:t>            "shear": 4.081729293009421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1.2263545743965445,</a:t>
            </a:r>
          </a:p>
          <a:p xmlns:a="http://schemas.openxmlformats.org/drawingml/2006/main">
            <a:r>
              <a:t>            "q": 10.705014794294629,</a:t>
            </a:r>
          </a:p>
          <a:p xmlns:a="http://schemas.openxmlformats.org/drawingml/2006/main">
            <a:r>
              <a:t>            "shear": 3.681595777072361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0.3033698172513001,</a:t>
            </a:r>
          </a:p>
          <a:p xmlns:a="http://schemas.openxmlformats.org/drawingml/2006/main">
            <a:r>
              <a:t>          "final_amplitude_next": 0.3033698172513001,</a:t>
            </a:r>
          </a:p>
          <a:p xmlns:a="http://schemas.openxmlformats.org/drawingml/2006/main">
            <a:r>
              <a:t>          "final_bootstrap_change_rel": 0.0018412646911544505,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"/pscratch/sd/j/joeschm/cheaseBS_runs/20260925/20260925_05-29-27-129015_omt_1.000/iteration_07/artifacts/EQDSK_COCOS_02_POS_SOURCE_SIGNS.OUT",</a:t>
            </a:r>
          </a:p>
          <a:p xmlns:a="http://schemas.openxmlformats.org/drawingml/2006/main">
            <a:r>
              <a:t>          "final_ip_a": 753163.1629,</a:t>
            </a:r>
          </a:p>
          <a:p xmlns:a="http://schemas.openxmlformats.org/drawingml/2006/main">
            <a:r>
              <a:t>          "final_ip_error_a": -745.1391000000294,</a:t>
            </a:r>
          </a:p>
          <a:p xmlns:a="http://schemas.openxmlformats.org/drawingml/2006/main">
            <a:r>
              <a:t>          "final_ip_error_rel": 0.0009883683440324144,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0.002670270535830767,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10.068190353356602,</a:t>
            </a:r>
          </a:p>
          <a:p xmlns:a="http://schemas.openxmlformats.org/drawingml/2006/main">
            <a:r>
              <a:t>          "q_report_rel_diff": -0.0012440409344330189,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1.0207534515049859,</a:t>
            </a:r>
          </a:p>
          <a:p xmlns:a="http://schemas.openxmlformats.org/drawingml/2006/main">
            <a:r>
              <a:t>            "q": 6.8835890450131405,</a:t>
            </a:r>
          </a:p>
          <a:p xmlns:a="http://schemas.openxmlformats.org/drawingml/2006/main">
            <a:r>
              <a:t>            "shear": 3.9042804965042306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1.0193587866062763,</a:t>
            </a:r>
          </a:p>
          <a:p xmlns:a="http://schemas.openxmlformats.org/drawingml/2006/main">
            <a:r>
              <a:t>            "q": 8.004125000374527,</a:t>
            </a:r>
          </a:p>
          <a:p xmlns:a="http://schemas.openxmlformats.org/drawingml/2006/main">
            <a:r>
              <a:t>            "shear": 4.010488347274357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1.0577203594167766,</a:t>
            </a:r>
          </a:p>
          <a:p xmlns:a="http://schemas.openxmlformats.org/drawingml/2006/main">
            <a:r>
              <a:t>            "q": 10.525187941531797,</a:t>
            </a:r>
          </a:p>
          <a:p xmlns:a="http://schemas.openxmlformats.org/drawingml/2006/main">
            <a:r>
              <a:t>            "shear": 4.10104085853777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0.29823705541263423,</a:t>
            </a:r>
          </a:p>
          <a:p xmlns:a="http://schemas.openxmlformats.org/drawingml/2006/main">
            <a:r>
              <a:t>          "final_amplitude_next": 0.29823705541263423,</a:t>
            </a:r>
          </a:p>
          <a:p xmlns:a="http://schemas.openxmlformats.org/drawingml/2006/main">
            <a:r>
              <a:t>          "final_bootstrap_change_rel": 0.0017855749516234151,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"/pscratch/sd/j/joeschm/cheaseBS_runs/20260925/20260925_05-35-44-129015_omt_1.050/iteration_04/artifacts/EQDSK_COCOS_02_POS_SOURCE_SIGNS.OUT",</a:t>
            </a:r>
          </a:p>
          <a:p xmlns:a="http://schemas.openxmlformats.org/drawingml/2006/main">
            <a:r>
              <a:t>          "final_ip_a": 752781.132,</a:t>
            </a:r>
          </a:p>
          <a:p xmlns:a="http://schemas.openxmlformats.org/drawingml/2006/main">
            <a:r>
              <a:t>          "final_ip_error_a": -1127.170000000042,</a:t>
            </a:r>
          </a:p>
          <a:p xmlns:a="http://schemas.openxmlformats.org/drawingml/2006/main">
            <a:r>
              <a:t>          "final_ip_error_rel": 0.0014951022518386353,</a:t>
            </a:r>
          </a:p>
          <a:p xmlns:a="http://schemas.openxmlformats.org/drawingml/2006/main">
            <a:r>
              <a:t>          "final_iteration": 4,</a:t>
            </a:r>
          </a:p>
          <a:p xmlns:a="http://schemas.openxmlformats.org/drawingml/2006/main">
            <a:r>
              <a:t>          "final_q_change_rel": 0.0019287502741687798,</a:t>
            </a:r>
          </a:p>
          <a:p xmlns:a="http://schemas.openxmlformats.org/drawingml/2006/main">
            <a:r>
              <a:t>          "iterations": 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10.005194281824911,</a:t>
            </a:r>
          </a:p>
          <a:p xmlns:a="http://schemas.openxmlformats.org/drawingml/2006/main">
            <a:r>
              <a:t>          "q_report_rel_diff": -0.007493197896291713,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1.0894526151507145,</a:t>
            </a:r>
          </a:p>
          <a:p xmlns:a="http://schemas.openxmlformats.org/drawingml/2006/main">
            <a:r>
              <a:t>            "q": 6.858593145396323,</a:t>
            </a:r>
          </a:p>
          <a:p xmlns:a="http://schemas.openxmlformats.org/drawingml/2006/main">
            <a:r>
              <a:t>            "shear": 3.9002664797380016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1.0898149060879847,</a:t>
            </a:r>
          </a:p>
          <a:p xmlns:a="http://schemas.openxmlformats.org/drawingml/2006/main">
            <a:r>
              <a:t>            "q": 7.973848816658901,</a:t>
            </a:r>
          </a:p>
          <a:p xmlns:a="http://schemas.openxmlformats.org/drawingml/2006/main">
            <a:r>
              <a:t>            "shear": 4.007774625259818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1.0900631690404985,</a:t>
            </a:r>
          </a:p>
          <a:p xmlns:a="http://schemas.openxmlformats.org/drawingml/2006/main">
            <a:r>
              <a:t>            "q": 10.56157599239935,</a:t>
            </a:r>
          </a:p>
          <a:p xmlns:a="http://schemas.openxmlformats.org/drawingml/2006/main">
            <a:r>
              <a:t>            "shear": 4.732766829705608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6,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0.3409400239622408,</a:t>
            </a:r>
          </a:p>
          <a:p xmlns:a="http://schemas.openxmlformats.org/drawingml/2006/main">
            <a:r>
              <a:t>          "final_amplitude_next": 0.3409400239622408,</a:t>
            </a:r>
          </a:p>
          <a:p xmlns:a="http://schemas.openxmlformats.org/drawingml/2006/main">
            <a:r>
              <a:t>          "final_bootstrap_change_rel": 0.0016425477099899547,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"/pscratch/sd/j/joeschm/cheaseBS_runs/20260925/20260925_05-39-56-129015_omt_1.100/iteration_05/artifacts/EQDSK_COCOS_02_POS_SOURCE_SIGNS.OUT",</a:t>
            </a:r>
          </a:p>
          <a:p xmlns:a="http://schemas.openxmlformats.org/drawingml/2006/main">
            <a:r>
              <a:t>          "final_ip_a": 753798.7266,</a:t>
            </a:r>
          </a:p>
          <a:p xmlns:a="http://schemas.openxmlformats.org/drawingml/2006/main">
            <a:r>
              <a:t>          "final_ip_error_a": -109.57539999997243,</a:t>
            </a:r>
          </a:p>
          <a:p xmlns:a="http://schemas.openxmlformats.org/drawingml/2006/main">
            <a:r>
              <a:t>          "final_ip_error_rel": 0.00014534314015283577,</a:t>
            </a:r>
          </a:p>
          <a:p xmlns:a="http://schemas.openxmlformats.org/drawingml/2006/main">
            <a:r>
              <a:t>          "final_iteration": 5,</a:t>
            </a:r>
          </a:p>
          <a:p xmlns:a="http://schemas.openxmlformats.org/drawingml/2006/main">
            <a:r>
              <a:t>          "final_q_change_rel": 0.002207525107235552,</a:t>
            </a:r>
          </a:p>
          <a:p xmlns:a="http://schemas.openxmlformats.org/drawingml/2006/main">
            <a:r>
              <a:t>          "iterations": 6,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9.991916995189492,</a:t>
            </a:r>
          </a:p>
          <a:p xmlns:a="http://schemas.openxmlformats.org/drawingml/2006/main">
            <a:r>
              <a:t>          "q_report_rel_diff": -0.008810293489634979,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1.120360526527405,</a:t>
            </a:r>
          </a:p>
          <a:p xmlns:a="http://schemas.openxmlformats.org/drawingml/2006/main">
            <a:r>
              <a:t>            "q": 6.846827841434411,</a:t>
            </a:r>
          </a:p>
          <a:p xmlns:a="http://schemas.openxmlformats.org/drawingml/2006/main">
            <a:r>
              <a:t>            "shear": 3.9011204448254495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1.1241084388216287,</a:t>
            </a:r>
          </a:p>
          <a:p xmlns:a="http://schemas.openxmlformats.org/drawingml/2006/main">
            <a:r>
              <a:t>            "q": 7.962242734641081,</a:t>
            </a:r>
          </a:p>
          <a:p xmlns:a="http://schemas.openxmlformats.org/drawingml/2006/main">
            <a:r>
              <a:t>            "shear": 4.027380333861831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1.1057945690211066,</a:t>
            </a:r>
          </a:p>
          <a:p xmlns:a="http://schemas.openxmlformats.org/drawingml/2006/main">
            <a:r>
              <a:t>            "q": 10.530862695523007,</a:t>
            </a:r>
          </a:p>
          <a:p xmlns:a="http://schemas.openxmlformats.org/drawingml/2006/main">
            <a:r>
              <a:t>            "shear": 4.691354501670431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0.34125853265437,</a:t>
            </a:r>
          </a:p>
          <a:p xmlns:a="http://schemas.openxmlformats.org/drawingml/2006/main">
            <a:r>
              <a:t>          "final_amplitude_next": 0.34125853265437,</a:t>
            </a:r>
          </a:p>
          <a:p xmlns:a="http://schemas.openxmlformats.org/drawingml/2006/main">
            <a:r>
              <a:t>          "final_bootstrap_change_rel": 0.0015199547293479358,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"/pscratch/sd/j/joeschm/cheaseBS_runs/20260925/20260925_05-44-58-129015_omt_1.200/iteration_04/artifacts/EQDSK_COCOS_02_POS_SOURCE_SIGNS.OUT",</a:t>
            </a:r>
          </a:p>
          <a:p xmlns:a="http://schemas.openxmlformats.org/drawingml/2006/main">
            <a:r>
              <a:t>          "final_ip_a": 755187.2189,</a:t>
            </a:r>
          </a:p>
          <a:p xmlns:a="http://schemas.openxmlformats.org/drawingml/2006/main">
            <a:r>
              <a:t>          "final_ip_error_a": 1278.9168999999529,</a:t>
            </a:r>
          </a:p>
          <a:p xmlns:a="http://schemas.openxmlformats.org/drawingml/2006/main">
            <a:r>
              <a:t>          "final_ip_error_rel": 0.001696382566165126,</a:t>
            </a:r>
          </a:p>
          <a:p xmlns:a="http://schemas.openxmlformats.org/drawingml/2006/main">
            <a:r>
              <a:t>          "final_iteration": 4,</a:t>
            </a:r>
          </a:p>
          <a:p xmlns:a="http://schemas.openxmlformats.org/drawingml/2006/main">
            <a:r>
              <a:t>          "final_q_change_rel": 0.0015965130417548155,</a:t>
            </a:r>
          </a:p>
          <a:p xmlns:a="http://schemas.openxmlformats.org/drawingml/2006/main">
            <a:r>
              <a:t>          "iterations": 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9.995310815614936,</a:t>
            </a:r>
          </a:p>
          <a:p xmlns:a="http://schemas.openxmlformats.org/drawingml/2006/main">
            <a:r>
              <a:t>          "q_report_rel_diff": -0.00847362937672609,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1.2333028897292602,</a:t>
            </a:r>
          </a:p>
          <a:p xmlns:a="http://schemas.openxmlformats.org/drawingml/2006/main">
            <a:r>
              <a:t>            "q": 6.803734609273272,</a:t>
            </a:r>
          </a:p>
          <a:p xmlns:a="http://schemas.openxmlformats.org/drawingml/2006/main">
            <a:r>
              <a:t>            "shear": 3.8957692649374724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1.2439862870310499,</a:t>
            </a:r>
          </a:p>
          <a:p xmlns:a="http://schemas.openxmlformats.org/drawingml/2006/main">
            <a:r>
              <a:t>            "q": 7.912413924383574,</a:t>
            </a:r>
          </a:p>
          <a:p xmlns:a="http://schemas.openxmlformats.org/drawingml/2006/main">
            <a:r>
              <a:t>            "shear": 4.007844398111751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1.1594562346536617,</a:t>
            </a:r>
          </a:p>
          <a:p xmlns:a="http://schemas.openxmlformats.org/drawingml/2006/main">
            <a:r>
              <a:t>            "q": 10.561615547702774,</a:t>
            </a:r>
          </a:p>
          <a:p xmlns:a="http://schemas.openxmlformats.org/drawingml/2006/main">
            <a:r>
              <a:t>            "shear": 4.610093803229755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0.07627985409376294,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0.009880927354818386,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"/pscratch/sd/j/joeschm/cheaseBS_runs/20260925/20260925_05-49-09-129015_omne_0.800/iteration_49/artifacts/EQDSK_COCOS_02_POS_SOURCE_SIGNS.OUT",</a:t>
            </a:r>
          </a:p>
          <a:p xmlns:a="http://schemas.openxmlformats.org/drawingml/2006/main">
            <a:r>
              <a:t>          "final_ip_a": 1404672.733,</a:t>
            </a:r>
          </a:p>
          <a:p xmlns:a="http://schemas.openxmlformats.org/drawingml/2006/main">
            <a:r>
              <a:t>          "final_ip_error_a": 650764.431,</a:t>
            </a:r>
          </a:p>
          <a:p xmlns:a="http://schemas.openxmlformats.org/drawingml/2006/main">
            <a:r>
              <a:t>          "final_ip_error_rel": 0.8631877766482003,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0.016125556051347117,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6.218259689994032,</a:t>
            </a:r>
          </a:p>
          <a:p xmlns:a="http://schemas.openxmlformats.org/drawingml/2006/main">
            <a:r>
              <a:t>          "q_report_rel_diff": -0.38315390329025334,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5.027401837185775,</a:t>
            </a:r>
          </a:p>
          <a:p xmlns:a="http://schemas.openxmlformats.org/drawingml/2006/main">
            <a:r>
              <a:t>            "q": 4.481863786444472,</a:t>
            </a:r>
          </a:p>
          <a:p xmlns:a="http://schemas.openxmlformats.org/drawingml/2006/main">
            <a:r>
              <a:t>            "shear": 4.002438771840116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5.031625252515226,</a:t>
            </a:r>
          </a:p>
          <a:p xmlns:a="http://schemas.openxmlformats.org/drawingml/2006/main">
            <a:r>
              <a:t>            "q": 5.217834393263996,</a:t>
            </a:r>
          </a:p>
          <a:p xmlns:a="http://schemas.openxmlformats.org/drawingml/2006/main">
            <a:r>
              <a:t>            "shear": 4.023189407077708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5.568861729109651,</a:t>
            </a:r>
          </a:p>
          <a:p xmlns:a="http://schemas.openxmlformats.org/drawingml/2006/main">
            <a:r>
              <a:t>            "q": 6.231289090114814,</a:t>
            </a:r>
          </a:p>
          <a:p xmlns:a="http://schemas.openxmlformats.org/drawingml/2006/main">
            <a:r>
              <a:t>            "shear": 1.4118126552633719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0.19915219475796278,</a:t>
            </a:r>
          </a:p>
          <a:p xmlns:a="http://schemas.openxmlformats.org/drawingml/2006/main">
            <a:r>
              <a:t>          "final_amplitude_next": 0.19915219475796278,</a:t>
            </a:r>
          </a:p>
          <a:p xmlns:a="http://schemas.openxmlformats.org/drawingml/2006/main">
            <a:r>
              <a:t>          "final_bootstrap_change_rel": 0.0021772648800966626,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"/pscratch/sd/j/joeschm/cheaseBS_runs/20260925/20260925_06-40-36-129015_omne_0.900/iteration_07/artifacts/EQDSK_COCOS_02_POS_SOURCE_SIGNS.OUT",</a:t>
            </a:r>
          </a:p>
          <a:p xmlns:a="http://schemas.openxmlformats.org/drawingml/2006/main">
            <a:r>
              <a:t>          "final_ip_a": 753644.185,</a:t>
            </a:r>
          </a:p>
          <a:p xmlns:a="http://schemas.openxmlformats.org/drawingml/2006/main">
            <a:r>
              <a:t>          "final_ip_error_a": -264.11699999996927,</a:t>
            </a:r>
          </a:p>
          <a:p xmlns:a="http://schemas.openxmlformats.org/drawingml/2006/main">
            <a:r>
              <a:t>          "final_ip_error_rel": 0.0003503304039752692,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0.0025828269366807623,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10.051738950007113,</a:t>
            </a:r>
          </a:p>
          <a:p xmlns:a="http://schemas.openxmlformats.org/drawingml/2006/main">
            <a:r>
              <a:t>          "q_report_rel_diff": -0.002876006218523563,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0.9809694627559724,</a:t>
            </a:r>
          </a:p>
          <a:p xmlns:a="http://schemas.openxmlformats.org/drawingml/2006/main">
            <a:r>
              <a:t>            "q": 6.894631081516828,</a:t>
            </a:r>
          </a:p>
          <a:p xmlns:a="http://schemas.openxmlformats.org/drawingml/2006/main">
            <a:r>
              <a:t>            "shear": 3.9038726124181897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0.9704700996346298,</a:t>
            </a:r>
          </a:p>
          <a:p xmlns:a="http://schemas.openxmlformats.org/drawingml/2006/main">
            <a:r>
              <a:t>            "q": 8.013108383827921,</a:t>
            </a:r>
          </a:p>
          <a:p xmlns:a="http://schemas.openxmlformats.org/drawingml/2006/main">
            <a:r>
              <a:t>            "shear": 3.9777207843007294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1.0068285383060789,</a:t>
            </a:r>
          </a:p>
          <a:p xmlns:a="http://schemas.openxmlformats.org/drawingml/2006/main">
            <a:r>
              <a:t>            "q": 10.541235225056774,</a:t>
            </a:r>
          </a:p>
          <a:p xmlns:a="http://schemas.openxmlformats.org/drawingml/2006/main">
            <a:r>
              <a:t>            "shear": 4.2851325896626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0.3033698172513001,</a:t>
            </a:r>
          </a:p>
          <a:p xmlns:a="http://schemas.openxmlformats.org/drawingml/2006/main">
            <a:r>
              <a:t>          "final_amplitude_next": 0.3033698172513001,</a:t>
            </a:r>
          </a:p>
          <a:p xmlns:a="http://schemas.openxmlformats.org/drawingml/2006/main">
            <a:r>
              <a:t>          "final_bootstrap_change_rel": 0.0018412646911544505,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"/pscratch/sd/j/joeschm/cheaseBS_runs/20260925/20260925_07-09-30-129015_omne_1.000/iteration_07/artifacts/EQDSK_COCOS_02_POS_SOURCE_SIGNS.OUT",</a:t>
            </a:r>
          </a:p>
          <a:p xmlns:a="http://schemas.openxmlformats.org/drawingml/2006/main">
            <a:r>
              <a:t>          "final_ip_a": 753163.1629,</a:t>
            </a:r>
          </a:p>
          <a:p xmlns:a="http://schemas.openxmlformats.org/drawingml/2006/main">
            <a:r>
              <a:t>          "final_ip_error_a": -745.1391000000294,</a:t>
            </a:r>
          </a:p>
          <a:p xmlns:a="http://schemas.openxmlformats.org/drawingml/2006/main">
            <a:r>
              <a:t>          "final_ip_error_rel": 0.0009883683440324144,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0.002670270535830767,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10.068190353356602,</a:t>
            </a:r>
          </a:p>
          <a:p xmlns:a="http://schemas.openxmlformats.org/drawingml/2006/main">
            <a:r>
              <a:t>          "q_report_rel_diff": -0.0012440409344330189,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1.0207534515049859,</a:t>
            </a:r>
          </a:p>
          <a:p xmlns:a="http://schemas.openxmlformats.org/drawingml/2006/main">
            <a:r>
              <a:t>            "q": 6.8835890450131405,</a:t>
            </a:r>
          </a:p>
          <a:p xmlns:a="http://schemas.openxmlformats.org/drawingml/2006/main">
            <a:r>
              <a:t>            "shear": 3.9042804965042306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1.0193587866062763,</a:t>
            </a:r>
          </a:p>
          <a:p xmlns:a="http://schemas.openxmlformats.org/drawingml/2006/main">
            <a:r>
              <a:t>            "q": 8.004125000374527,</a:t>
            </a:r>
          </a:p>
          <a:p xmlns:a="http://schemas.openxmlformats.org/drawingml/2006/main">
            <a:r>
              <a:t>            "shear": 4.010488347274357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1.0577203594167766,</a:t>
            </a:r>
          </a:p>
          <a:p xmlns:a="http://schemas.openxmlformats.org/drawingml/2006/main">
            <a:r>
              <a:t>            "q": 10.525187941531797,</a:t>
            </a:r>
          </a:p>
          <a:p xmlns:a="http://schemas.openxmlformats.org/drawingml/2006/main">
            <a:r>
              <a:t>            "shear": 4.10104085853777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0.2982847190507992,</a:t>
            </a:r>
          </a:p>
          <a:p xmlns:a="http://schemas.openxmlformats.org/drawingml/2006/main">
            <a:r>
              <a:t>          "final_amplitude_next": 0.2982847190507992,</a:t>
            </a:r>
          </a:p>
          <a:p xmlns:a="http://schemas.openxmlformats.org/drawingml/2006/main">
            <a:r>
              <a:t>          "final_bootstrap_change_rel": 0.0018018872012805448,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"/pscratch/sd/j/joeschm/cheaseBS_runs/20260925/20260925_07-15-48-129015_omne_1.050/iteration_04/artifacts/EQDSK_COCOS_02_POS_SOURCE_SIGNS.OUT",</a:t>
            </a:r>
          </a:p>
          <a:p xmlns:a="http://schemas.openxmlformats.org/drawingml/2006/main">
            <a:r>
              <a:t>          "final_ip_a": 752466.583,</a:t>
            </a:r>
          </a:p>
          <a:p xmlns:a="http://schemas.openxmlformats.org/drawingml/2006/main">
            <a:r>
              <a:t>          "final_ip_error_a": -1441.719000000041,</a:t>
            </a:r>
          </a:p>
          <a:p xmlns:a="http://schemas.openxmlformats.org/drawingml/2006/main">
            <a:r>
              <a:t>          "final_ip_error_rel": 0.0019123267328074083,</a:t>
            </a:r>
          </a:p>
          <a:p xmlns:a="http://schemas.openxmlformats.org/drawingml/2006/main">
            <a:r>
              <a:t>          "final_iteration": 4,</a:t>
            </a:r>
          </a:p>
          <a:p xmlns:a="http://schemas.openxmlformats.org/drawingml/2006/main">
            <a:r>
              <a:t>          "final_q_change_rel": 0.0018386181242292974,</a:t>
            </a:r>
          </a:p>
          <a:p xmlns:a="http://schemas.openxmlformats.org/drawingml/2006/main">
            <a:r>
              <a:t>          "iterations": 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10.007309850543765,</a:t>
            </a:r>
          </a:p>
          <a:p xmlns:a="http://schemas.openxmlformats.org/drawingml/2006/main">
            <a:r>
              <a:t>          "q_report_rel_diff": -0.007283335270476049,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1.08644331915056,</a:t>
            </a:r>
          </a:p>
          <a:p xmlns:a="http://schemas.openxmlformats.org/drawingml/2006/main">
            <a:r>
              <a:t>            "q": 6.86052470242216,</a:t>
            </a:r>
          </a:p>
          <a:p xmlns:a="http://schemas.openxmlformats.org/drawingml/2006/main">
            <a:r>
              <a:t>            "shear": 3.8987743292897488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1.089038899913206,</a:t>
            </a:r>
          </a:p>
          <a:p xmlns:a="http://schemas.openxmlformats.org/drawingml/2006/main">
            <a:r>
              <a:t>            "q": 7.975551728163978,</a:t>
            </a:r>
          </a:p>
          <a:p xmlns:a="http://schemas.openxmlformats.org/drawingml/2006/main">
            <a:r>
              <a:t>            "shear": 4.006186883394875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1.106903920001946,</a:t>
            </a:r>
          </a:p>
          <a:p xmlns:a="http://schemas.openxmlformats.org/drawingml/2006/main">
            <a:r>
              <a:t>            "q": 10.562619748062627,</a:t>
            </a:r>
          </a:p>
          <a:p xmlns:a="http://schemas.openxmlformats.org/drawingml/2006/main">
            <a:r>
              <a:t>            "shear": 4.729334691366788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32,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0.29129619575919524,</a:t>
            </a:r>
          </a:p>
          <a:p xmlns:a="http://schemas.openxmlformats.org/drawingml/2006/main">
            <a:r>
              <a:t>          "final_amplitude_next": 0.29129619575919524,</a:t>
            </a:r>
          </a:p>
          <a:p xmlns:a="http://schemas.openxmlformats.org/drawingml/2006/main">
            <a:r>
              <a:t>          "final_bootstrap_change_rel": 0.0017478307131540214,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"/pscratch/sd/j/joeschm/cheaseBS_runs/20260925/20260925_07-19-54-129015_omne_1.100/iteration_31/artifacts/EQDSK_COCOS_02_POS_SOURCE_SIGNS.OUT",</a:t>
            </a:r>
          </a:p>
          <a:p xmlns:a="http://schemas.openxmlformats.org/drawingml/2006/main">
            <a:r>
              <a:t>          "final_ip_a": 752933.0205,</a:t>
            </a:r>
          </a:p>
          <a:p xmlns:a="http://schemas.openxmlformats.org/drawingml/2006/main">
            <a:r>
              <a:t>          "final_ip_error_a": -975.281500000041,</a:t>
            </a:r>
          </a:p>
          <a:p xmlns:a="http://schemas.openxmlformats.org/drawingml/2006/main">
            <a:r>
              <a:t>          "final_ip_error_rel": 0.0012936341162615834,</a:t>
            </a:r>
          </a:p>
          <a:p xmlns:a="http://schemas.openxmlformats.org/drawingml/2006/main">
            <a:r>
              <a:t>          "final_iteration": 31,</a:t>
            </a:r>
          </a:p>
          <a:p xmlns:a="http://schemas.openxmlformats.org/drawingml/2006/main">
            <a:r>
              <a:t>          "final_q_change_rel": 0.0018208302859060754,</a:t>
            </a:r>
          </a:p>
          <a:p xmlns:a="http://schemas.openxmlformats.org/drawingml/2006/main">
            <a:r>
              <a:t>          "iterations": 32,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10.017823185893244,</a:t>
            </a:r>
          </a:p>
          <a:p xmlns:a="http://schemas.openxmlformats.org/drawingml/2006/main">
            <a:r>
              <a:t>          "q_report_rel_diff": -0.006240421304666247,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1.137418792219339,</a:t>
            </a:r>
          </a:p>
          <a:p xmlns:a="http://schemas.openxmlformats.org/drawingml/2006/main">
            <a:r>
              <a:t>            "q": 6.906558807546059,</a:t>
            </a:r>
          </a:p>
          <a:p xmlns:a="http://schemas.openxmlformats.org/drawingml/2006/main">
            <a:r>
              <a:t>            "shear": 3.9483304050717036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1.144494772456219,</a:t>
            </a:r>
          </a:p>
          <a:p xmlns:a="http://schemas.openxmlformats.org/drawingml/2006/main">
            <a:r>
              <a:t>            "q": 8.044427600884086,</a:t>
            </a:r>
          </a:p>
          <a:p xmlns:a="http://schemas.openxmlformats.org/drawingml/2006/main">
            <a:r>
              <a:t>            "shear": 4.012031625117639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1.160020996267856,</a:t>
            </a:r>
          </a:p>
          <a:p xmlns:a="http://schemas.openxmlformats.org/drawingml/2006/main">
            <a:r>
              <a:t>            "q": 10.560136518322613,</a:t>
            </a:r>
          </a:p>
          <a:p xmlns:a="http://schemas.openxmlformats.org/drawingml/2006/main">
            <a:r>
              <a:t>            "shear": 4.642332434540441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6,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0.2568906273587645,</a:t>
            </a:r>
          </a:p>
          <a:p xmlns:a="http://schemas.openxmlformats.org/drawingml/2006/main">
            <a:r>
              <a:t>          "final_amplitude_next": 0.2568906273587645,</a:t>
            </a:r>
          </a:p>
          <a:p xmlns:a="http://schemas.openxmlformats.org/drawingml/2006/main">
            <a:r>
              <a:t>          "final_bootstrap_change_rel": 0.0018202052950810211,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"/pscratch/sd/j/joeschm/cheaseBS_runs/20260925/20260925_07-42-56-129015_omne_1.200/iteration_05/artifacts/EQDSK_COCOS_02_POS_SOURCE_SIGNS.OUT",</a:t>
            </a:r>
          </a:p>
          <a:p xmlns:a="http://schemas.openxmlformats.org/drawingml/2006/main">
            <a:r>
              <a:t>          "final_ip_a": 754983.4379,</a:t>
            </a:r>
          </a:p>
          <a:p xmlns:a="http://schemas.openxmlformats.org/drawingml/2006/main">
            <a:r>
              <a:t>          "final_ip_error_a": 1075.1358999999939,</a:t>
            </a:r>
          </a:p>
          <a:p xmlns:a="http://schemas.openxmlformats.org/drawingml/2006/main">
            <a:r>
              <a:t>          "final_ip_error_rel": 0.0014260831153441707,</a:t>
            </a:r>
          </a:p>
          <a:p xmlns:a="http://schemas.openxmlformats.org/drawingml/2006/main">
            <a:r>
              <a:t>          "final_iteration": 5,</a:t>
            </a:r>
          </a:p>
          <a:p xmlns:a="http://schemas.openxmlformats.org/drawingml/2006/main">
            <a:r>
              <a:t>          "final_q_change_rel": 0.0012925067489297892,</a:t>
            </a:r>
          </a:p>
          <a:p xmlns:a="http://schemas.openxmlformats.org/drawingml/2006/main">
            <a:r>
              <a:t>          "iterations": 6,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9.99728770571657,</a:t>
            </a:r>
          </a:p>
          <a:p xmlns:a="http://schemas.openxmlformats.org/drawingml/2006/main">
            <a:r>
              <a:t>          "q_report_rel_diff": -0.008277523552329693,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1.2428623361213786,</a:t>
            </a:r>
          </a:p>
          <a:p xmlns:a="http://schemas.openxmlformats.org/drawingml/2006/main">
            <a:r>
              <a:t>            "q": 6.805743923374132,</a:t>
            </a:r>
          </a:p>
          <a:p xmlns:a="http://schemas.openxmlformats.org/drawingml/2006/main">
            <a:r>
              <a:t>            "shear": 3.8899001523796377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1.2624439034211414,</a:t>
            </a:r>
          </a:p>
          <a:p xmlns:a="http://schemas.openxmlformats.org/drawingml/2006/main">
            <a:r>
              <a:t>            "q": 7.910762743870842,</a:t>
            </a:r>
          </a:p>
          <a:p xmlns:a="http://schemas.openxmlformats.org/drawingml/2006/main">
            <a:r>
              <a:t>            "shear": 3.9858488194584134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1.2488501475155986,</a:t>
            </a:r>
          </a:p>
          <a:p xmlns:a="http://schemas.openxmlformats.org/drawingml/2006/main">
            <a:r>
              <a:t>            "q": 10.57481920936063,</a:t>
            </a:r>
          </a:p>
          <a:p xmlns:a="http://schemas.openxmlformats.org/drawingml/2006/main">
            <a:r>
              <a:t>            "shear": 4.6496262100216095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"apply_omX_n1w0"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"n1w0",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"#0072B2",</a:t>
            </a:r>
          </a:p>
          <a:p xmlns:a="http://schemas.openxmlformats.org/drawingml/2006/main">
            <a:r>
              <a:t>    "root": "C:\\Users\\joesc\\git\\cheaseBS_tests\\data\\129015_129038\\pm0.2_ncscal1_warmup0\\129015",</a:t>
            </a:r>
          </a:p>
          <a:p xmlns:a="http://schemas.openxmlformats.org/drawingml/2006/main">
            <a:r>
              <a:t>    "count": 12,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0.1992099176567409,</a:t>
            </a:r>
          </a:p>
          <a:p xmlns:a="http://schemas.openxmlformats.org/drawingml/2006/main">
            <a:r>
              <a:t>          "final_amplitude_next": 0.1992099176567409,</a:t>
            </a:r>
          </a:p>
          <a:p xmlns:a="http://schemas.openxmlformats.org/drawingml/2006/main">
            <a:r>
              <a:t>          "final_bootstrap_change_rel": 0.0022063651759775546,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"/pscratch/sd/j/joeschm/cheaseBS_runs/20260925/20260925_04-52-06-129015_omt_0.900/iteration_07/artifacts/EQDSK_COCOS_02_POS_SOURCE_SIGNS.OUT",</a:t>
            </a:r>
          </a:p>
          <a:p xmlns:a="http://schemas.openxmlformats.org/drawingml/2006/main">
            <a:r>
              <a:t>          "final_ip_a": 753116.9237,</a:t>
            </a:r>
          </a:p>
          <a:p xmlns:a="http://schemas.openxmlformats.org/drawingml/2006/main">
            <a:r>
              <a:t>          "final_ip_error_a": -791.3782999999821,</a:t>
            </a:r>
          </a:p>
          <a:p xmlns:a="http://schemas.openxmlformats.org/drawingml/2006/main">
            <a:r>
              <a:t>          "final_ip_error_rel": 0.0010497010019661279,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0.002511418728979606,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10.061733840379203,</a:t>
            </a:r>
          </a:p>
          <a:p xmlns:a="http://schemas.openxmlformats.org/drawingml/2006/main">
            <a:r>
              <a:t>          "q_report_rel_diff": -0.0018845215555420367,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0.9772347274998787,</a:t>
            </a:r>
          </a:p>
          <a:p xmlns:a="http://schemas.openxmlformats.org/drawingml/2006/main">
            <a:r>
              <a:t>            "q": 6.899876231001169,</a:t>
            </a:r>
          </a:p>
          <a:p xmlns:a="http://schemas.openxmlformats.org/drawingml/2006/main">
            <a:r>
              <a:t>            "shear": 3.9030924481622744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0.9711521118911735,</a:t>
            </a:r>
          </a:p>
          <a:p xmlns:a="http://schemas.openxmlformats.org/drawingml/2006/main">
            <a:r>
              <a:t>            "q": 8.0192311109156,</a:t>
            </a:r>
          </a:p>
          <a:p xmlns:a="http://schemas.openxmlformats.org/drawingml/2006/main">
            <a:r>
              <a:t>            "shear": 3.9796908321277353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1.0399627979313726,</a:t>
            </a:r>
          </a:p>
          <a:p xmlns:a="http://schemas.openxmlformats.org/drawingml/2006/main">
            <a:r>
              <a:t>            "q": 10.545701319968556,</a:t>
            </a:r>
          </a:p>
          <a:p xmlns:a="http://schemas.openxmlformats.org/drawingml/2006/main">
            <a:r>
              <a:t>            "shear": 4.247691909689802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35,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2.051476214354363,</a:t>
            </a:r>
          </a:p>
          <a:p xmlns:a="http://schemas.openxmlformats.org/drawingml/2006/main">
            <a:r>
              <a:t>          "final_amplitude_next": 2.051476214354363,</a:t>
            </a:r>
          </a:p>
          <a:p xmlns:a="http://schemas.openxmlformats.org/drawingml/2006/main">
            <a:r>
              <a:t>          "final_bootstrap_change_rel": 0.006741387113720596,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"/pscratch/sd/j/joeschm/cheaseBS_runs/20260925/20260925_04-58-35-129015_omt_0.950/iteration_34/artifacts/EQDSK_COCOS_02_POS_SOURCE_SIGNS.OUT",</a:t>
            </a:r>
          </a:p>
          <a:p xmlns:a="http://schemas.openxmlformats.org/drawingml/2006/main">
            <a:r>
              <a:t>          "final_ip_a": 754004.175,</a:t>
            </a:r>
          </a:p>
          <a:p xmlns:a="http://schemas.openxmlformats.org/drawingml/2006/main">
            <a:r>
              <a:t>          "final_ip_error_a": 95.87300000002142,</a:t>
            </a:r>
          </a:p>
          <a:p xmlns:a="http://schemas.openxmlformats.org/drawingml/2006/main">
            <a:r>
              <a:t>          "final_ip_error_rel": 0.0001271679854773922,</a:t>
            </a:r>
          </a:p>
          <a:p xmlns:a="http://schemas.openxmlformats.org/drawingml/2006/main">
            <a:r>
              <a:t>          "final_iteration": 34,</a:t>
            </a:r>
          </a:p>
          <a:p xmlns:a="http://schemas.openxmlformats.org/drawingml/2006/main">
            <a:r>
              <a:t>          "final_q_change_rel": 0.009487163570222026,</a:t>
            </a:r>
          </a:p>
          <a:p xmlns:a="http://schemas.openxmlformats.org/drawingml/2006/main">
            <a:r>
              <a:t>          "iterations": 35,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10.332069046343353,</a:t>
            </a:r>
          </a:p>
          <a:p xmlns:a="http://schemas.openxmlformats.org/drawingml/2006/main">
            <a:r>
              <a:t>          "q_report_rel_diff": 0.0249325020034035,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1.1831814260490043,</a:t>
            </a:r>
          </a:p>
          <a:p xmlns:a="http://schemas.openxmlformats.org/drawingml/2006/main">
            <a:r>
              <a:t>            "q": 7.151487099637639,</a:t>
            </a:r>
          </a:p>
          <a:p xmlns:a="http://schemas.openxmlformats.org/drawingml/2006/main">
            <a:r>
              <a:t>            "shear": 3.9984499161948874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1.1773256591457857,</a:t>
            </a:r>
          </a:p>
          <a:p xmlns:a="http://schemas.openxmlformats.org/drawingml/2006/main">
            <a:r>
              <a:t>            "q": 8.342117157338949,</a:t>
            </a:r>
          </a:p>
          <a:p xmlns:a="http://schemas.openxmlformats.org/drawingml/2006/main">
            <a:r>
              <a:t>            "shear": 4.081729293009421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1.2263545743965445,</a:t>
            </a:r>
          </a:p>
          <a:p xmlns:a="http://schemas.openxmlformats.org/drawingml/2006/main">
            <a:r>
              <a:t>            "q": 10.705014794294629,</a:t>
            </a:r>
          </a:p>
          <a:p xmlns:a="http://schemas.openxmlformats.org/drawingml/2006/main">
            <a:r>
              <a:t>            "shear": 3.681595777072361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0.3033698172513001,</a:t>
            </a:r>
          </a:p>
          <a:p xmlns:a="http://schemas.openxmlformats.org/drawingml/2006/main">
            <a:r>
              <a:t>          "final_amplitude_next": 0.3033698172513001,</a:t>
            </a:r>
          </a:p>
          <a:p xmlns:a="http://schemas.openxmlformats.org/drawingml/2006/main">
            <a:r>
              <a:t>          "final_bootstrap_change_rel": 0.0018412646911544505,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"/pscratch/sd/j/joeschm/cheaseBS_runs/20260925/20260925_05-29-27-129015_omt_1.000/iteration_07/artifacts/EQDSK_COCOS_02_POS_SOURCE_SIGNS.OUT",</a:t>
            </a:r>
          </a:p>
          <a:p xmlns:a="http://schemas.openxmlformats.org/drawingml/2006/main">
            <a:r>
              <a:t>          "final_ip_a": 753163.1629,</a:t>
            </a:r>
          </a:p>
          <a:p xmlns:a="http://schemas.openxmlformats.org/drawingml/2006/main">
            <a:r>
              <a:t>          "final_ip_error_a": -745.1391000000294,</a:t>
            </a:r>
          </a:p>
          <a:p xmlns:a="http://schemas.openxmlformats.org/drawingml/2006/main">
            <a:r>
              <a:t>          "final_ip_error_rel": 0.0009883683440324144,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0.002670270535830767,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10.068190353356602,</a:t>
            </a:r>
          </a:p>
          <a:p xmlns:a="http://schemas.openxmlformats.org/drawingml/2006/main">
            <a:r>
              <a:t>          "q_report_rel_diff": -0.0012440409344330189,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1.0207534515049859,</a:t>
            </a:r>
          </a:p>
          <a:p xmlns:a="http://schemas.openxmlformats.org/drawingml/2006/main">
            <a:r>
              <a:t>            "q": 6.8835890450131405,</a:t>
            </a:r>
          </a:p>
          <a:p xmlns:a="http://schemas.openxmlformats.org/drawingml/2006/main">
            <a:r>
              <a:t>            "shear": 3.9042804965042306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1.0193587866062763,</a:t>
            </a:r>
          </a:p>
          <a:p xmlns:a="http://schemas.openxmlformats.org/drawingml/2006/main">
            <a:r>
              <a:t>            "q": 8.004125000374527,</a:t>
            </a:r>
          </a:p>
          <a:p xmlns:a="http://schemas.openxmlformats.org/drawingml/2006/main">
            <a:r>
              <a:t>            "shear": 4.010488347274357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1.0577203594167766,</a:t>
            </a:r>
          </a:p>
          <a:p xmlns:a="http://schemas.openxmlformats.org/drawingml/2006/main">
            <a:r>
              <a:t>            "q": 10.525187941531797,</a:t>
            </a:r>
          </a:p>
          <a:p xmlns:a="http://schemas.openxmlformats.org/drawingml/2006/main">
            <a:r>
              <a:t>            "shear": 4.10104085853777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0.29823705541263423,</a:t>
            </a:r>
          </a:p>
          <a:p xmlns:a="http://schemas.openxmlformats.org/drawingml/2006/main">
            <a:r>
              <a:t>          "final_amplitude_next": 0.29823705541263423,</a:t>
            </a:r>
          </a:p>
          <a:p xmlns:a="http://schemas.openxmlformats.org/drawingml/2006/main">
            <a:r>
              <a:t>          "final_bootstrap_change_rel": 0.0017855749516234151,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"/pscratch/sd/j/joeschm/cheaseBS_runs/20260925/20260925_05-35-44-129015_omt_1.050/iteration_04/artifacts/EQDSK_COCOS_02_POS_SOURCE_SIGNS.OUT",</a:t>
            </a:r>
          </a:p>
          <a:p xmlns:a="http://schemas.openxmlformats.org/drawingml/2006/main">
            <a:r>
              <a:t>          "final_ip_a": 752781.132,</a:t>
            </a:r>
          </a:p>
          <a:p xmlns:a="http://schemas.openxmlformats.org/drawingml/2006/main">
            <a:r>
              <a:t>          "final_ip_error_a": -1127.170000000042,</a:t>
            </a:r>
          </a:p>
          <a:p xmlns:a="http://schemas.openxmlformats.org/drawingml/2006/main">
            <a:r>
              <a:t>          "final_ip_error_rel": 0.0014951022518386353,</a:t>
            </a:r>
          </a:p>
          <a:p xmlns:a="http://schemas.openxmlformats.org/drawingml/2006/main">
            <a:r>
              <a:t>          "final_iteration": 4,</a:t>
            </a:r>
          </a:p>
          <a:p xmlns:a="http://schemas.openxmlformats.org/drawingml/2006/main">
            <a:r>
              <a:t>          "final_q_change_rel": 0.0019287502741687798,</a:t>
            </a:r>
          </a:p>
          <a:p xmlns:a="http://schemas.openxmlformats.org/drawingml/2006/main">
            <a:r>
              <a:t>          "iterations": 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10.005194281824911,</a:t>
            </a:r>
          </a:p>
          <a:p xmlns:a="http://schemas.openxmlformats.org/drawingml/2006/main">
            <a:r>
              <a:t>          "q_report_rel_diff": -0.007493197896291713,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1.0894526151507145,</a:t>
            </a:r>
          </a:p>
          <a:p xmlns:a="http://schemas.openxmlformats.org/drawingml/2006/main">
            <a:r>
              <a:t>            "q": 6.858593145396323,</a:t>
            </a:r>
          </a:p>
          <a:p xmlns:a="http://schemas.openxmlformats.org/drawingml/2006/main">
            <a:r>
              <a:t>            "shear": 3.9002664797380016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1.0898149060879847,</a:t>
            </a:r>
          </a:p>
          <a:p xmlns:a="http://schemas.openxmlformats.org/drawingml/2006/main">
            <a:r>
              <a:t>            "q": 7.973848816658901,</a:t>
            </a:r>
          </a:p>
          <a:p xmlns:a="http://schemas.openxmlformats.org/drawingml/2006/main">
            <a:r>
              <a:t>            "shear": 4.007774625259818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1.0900631690404985,</a:t>
            </a:r>
          </a:p>
          <a:p xmlns:a="http://schemas.openxmlformats.org/drawingml/2006/main">
            <a:r>
              <a:t>            "q": 10.56157599239935,</a:t>
            </a:r>
          </a:p>
          <a:p xmlns:a="http://schemas.openxmlformats.org/drawingml/2006/main">
            <a:r>
              <a:t>            "shear": 4.732766829705608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6,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0.3409400239622408,</a:t>
            </a:r>
          </a:p>
          <a:p xmlns:a="http://schemas.openxmlformats.org/drawingml/2006/main">
            <a:r>
              <a:t>          "final_amplitude_next": 0.3409400239622408,</a:t>
            </a:r>
          </a:p>
          <a:p xmlns:a="http://schemas.openxmlformats.org/drawingml/2006/main">
            <a:r>
              <a:t>          "final_bootstrap_change_rel": 0.0016425477099899547,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"/pscratch/sd/j/joeschm/cheaseBS_runs/20260925/20260925_05-39-56-129015_omt_1.100/iteration_05/artifacts/EQDSK_COCOS_02_POS_SOURCE_SIGNS.OUT",</a:t>
            </a:r>
          </a:p>
          <a:p xmlns:a="http://schemas.openxmlformats.org/drawingml/2006/main">
            <a:r>
              <a:t>          "final_ip_a": 753798.7266,</a:t>
            </a:r>
          </a:p>
          <a:p xmlns:a="http://schemas.openxmlformats.org/drawingml/2006/main">
            <a:r>
              <a:t>          "final_ip_error_a": -109.57539999997243,</a:t>
            </a:r>
          </a:p>
          <a:p xmlns:a="http://schemas.openxmlformats.org/drawingml/2006/main">
            <a:r>
              <a:t>          "final_ip_error_rel": 0.00014534314015283577,</a:t>
            </a:r>
          </a:p>
          <a:p xmlns:a="http://schemas.openxmlformats.org/drawingml/2006/main">
            <a:r>
              <a:t>          "final_iteration": 5,</a:t>
            </a:r>
          </a:p>
          <a:p xmlns:a="http://schemas.openxmlformats.org/drawingml/2006/main">
            <a:r>
              <a:t>          "final_q_change_rel": 0.002207525107235552,</a:t>
            </a:r>
          </a:p>
          <a:p xmlns:a="http://schemas.openxmlformats.org/drawingml/2006/main">
            <a:r>
              <a:t>          "iterations": 6,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9.991916995189492,</a:t>
            </a:r>
          </a:p>
          <a:p xmlns:a="http://schemas.openxmlformats.org/drawingml/2006/main">
            <a:r>
              <a:t>          "q_report_rel_diff": -0.008810293489634979,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1.120360526527405,</a:t>
            </a:r>
          </a:p>
          <a:p xmlns:a="http://schemas.openxmlformats.org/drawingml/2006/main">
            <a:r>
              <a:t>            "q": 6.846827841434411,</a:t>
            </a:r>
          </a:p>
          <a:p xmlns:a="http://schemas.openxmlformats.org/drawingml/2006/main">
            <a:r>
              <a:t>            "shear": 3.9011204448254495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1.1241084388216287,</a:t>
            </a:r>
          </a:p>
          <a:p xmlns:a="http://schemas.openxmlformats.org/drawingml/2006/main">
            <a:r>
              <a:t>            "q": 7.962242734641081,</a:t>
            </a:r>
          </a:p>
          <a:p xmlns:a="http://schemas.openxmlformats.org/drawingml/2006/main">
            <a:r>
              <a:t>            "shear": 4.027380333861831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1.1057945690211066,</a:t>
            </a:r>
          </a:p>
          <a:p xmlns:a="http://schemas.openxmlformats.org/drawingml/2006/main">
            <a:r>
              <a:t>            "q": 10.530862695523007,</a:t>
            </a:r>
          </a:p>
          <a:p xmlns:a="http://schemas.openxmlformats.org/drawingml/2006/main">
            <a:r>
              <a:t>            "shear": 4.691354501670431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0.34125853265437,</a:t>
            </a:r>
          </a:p>
          <a:p xmlns:a="http://schemas.openxmlformats.org/drawingml/2006/main">
            <a:r>
              <a:t>          "final_amplitude_next": 0.34125853265437,</a:t>
            </a:r>
          </a:p>
          <a:p xmlns:a="http://schemas.openxmlformats.org/drawingml/2006/main">
            <a:r>
              <a:t>          "final_bootstrap_change_rel": 0.0015199547293479358,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"/pscratch/sd/j/joeschm/cheaseBS_runs/20260925/20260925_05-44-58-129015_omt_1.200/iteration_04/artifacts/EQDSK_COCOS_02_POS_SOURCE_SIGNS.OUT",</a:t>
            </a:r>
          </a:p>
          <a:p xmlns:a="http://schemas.openxmlformats.org/drawingml/2006/main">
            <a:r>
              <a:t>          "final_ip_a": 755187.2189,</a:t>
            </a:r>
          </a:p>
          <a:p xmlns:a="http://schemas.openxmlformats.org/drawingml/2006/main">
            <a:r>
              <a:t>          "final_ip_error_a": 1278.9168999999529,</a:t>
            </a:r>
          </a:p>
          <a:p xmlns:a="http://schemas.openxmlformats.org/drawingml/2006/main">
            <a:r>
              <a:t>          "final_ip_error_rel": 0.001696382566165126,</a:t>
            </a:r>
          </a:p>
          <a:p xmlns:a="http://schemas.openxmlformats.org/drawingml/2006/main">
            <a:r>
              <a:t>          "final_iteration": 4,</a:t>
            </a:r>
          </a:p>
          <a:p xmlns:a="http://schemas.openxmlformats.org/drawingml/2006/main">
            <a:r>
              <a:t>          "final_q_change_rel": 0.0015965130417548155,</a:t>
            </a:r>
          </a:p>
          <a:p xmlns:a="http://schemas.openxmlformats.org/drawingml/2006/main">
            <a:r>
              <a:t>          "iterations": 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9.995310815614936,</a:t>
            </a:r>
          </a:p>
          <a:p xmlns:a="http://schemas.openxmlformats.org/drawingml/2006/main">
            <a:r>
              <a:t>          "q_report_rel_diff": -0.00847362937672609,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1.2333028897292602,</a:t>
            </a:r>
          </a:p>
          <a:p xmlns:a="http://schemas.openxmlformats.org/drawingml/2006/main">
            <a:r>
              <a:t>            "q": 6.803734609273272,</a:t>
            </a:r>
          </a:p>
          <a:p xmlns:a="http://schemas.openxmlformats.org/drawingml/2006/main">
            <a:r>
              <a:t>            "shear": 3.8957692649374724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1.2439862870310499,</a:t>
            </a:r>
          </a:p>
          <a:p xmlns:a="http://schemas.openxmlformats.org/drawingml/2006/main">
            <a:r>
              <a:t>            "q": 7.912413924383574,</a:t>
            </a:r>
          </a:p>
          <a:p xmlns:a="http://schemas.openxmlformats.org/drawingml/2006/main">
            <a:r>
              <a:t>            "shear": 4.007844398111751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1.1594562346536617,</a:t>
            </a:r>
          </a:p>
          <a:p xmlns:a="http://schemas.openxmlformats.org/drawingml/2006/main">
            <a:r>
              <a:t>            "q": 10.561615547702774,</a:t>
            </a:r>
          </a:p>
          <a:p xmlns:a="http://schemas.openxmlformats.org/drawingml/2006/main">
            <a:r>
              <a:t>            "shear": 4.610093803229755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0.07627985409376294,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0.009880927354818386,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"/pscratch/sd/j/joeschm/cheaseBS_runs/20260925/20260925_05-49-09-129015_omne_0.800/iteration_49/artifacts/EQDSK_COCOS_02_POS_SOURCE_SIGNS.OUT",</a:t>
            </a:r>
          </a:p>
          <a:p xmlns:a="http://schemas.openxmlformats.org/drawingml/2006/main">
            <a:r>
              <a:t>          "final_ip_a": 1404672.733,</a:t>
            </a:r>
          </a:p>
          <a:p xmlns:a="http://schemas.openxmlformats.org/drawingml/2006/main">
            <a:r>
              <a:t>          "final_ip_error_a": 650764.431,</a:t>
            </a:r>
          </a:p>
          <a:p xmlns:a="http://schemas.openxmlformats.org/drawingml/2006/main">
            <a:r>
              <a:t>          "final_ip_error_rel": 0.8631877766482003,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0.016125556051347117,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6.218259689994032,</a:t>
            </a:r>
          </a:p>
          <a:p xmlns:a="http://schemas.openxmlformats.org/drawingml/2006/main">
            <a:r>
              <a:t>          "q_report_rel_diff": -0.38315390329025334,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5.027401837185775,</a:t>
            </a:r>
          </a:p>
          <a:p xmlns:a="http://schemas.openxmlformats.org/drawingml/2006/main">
            <a:r>
              <a:t>            "q": 4.481863786444472,</a:t>
            </a:r>
          </a:p>
          <a:p xmlns:a="http://schemas.openxmlformats.org/drawingml/2006/main">
            <a:r>
              <a:t>            "shear": 4.002438771840116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5.031625252515226,</a:t>
            </a:r>
          </a:p>
          <a:p xmlns:a="http://schemas.openxmlformats.org/drawingml/2006/main">
            <a:r>
              <a:t>            "q": 5.217834393263996,</a:t>
            </a:r>
          </a:p>
          <a:p xmlns:a="http://schemas.openxmlformats.org/drawingml/2006/main">
            <a:r>
              <a:t>            "shear": 4.023189407077708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5.568861729109651,</a:t>
            </a:r>
          </a:p>
          <a:p xmlns:a="http://schemas.openxmlformats.org/drawingml/2006/main">
            <a:r>
              <a:t>            "q": 6.231289090114814,</a:t>
            </a:r>
          </a:p>
          <a:p xmlns:a="http://schemas.openxmlformats.org/drawingml/2006/main">
            <a:r>
              <a:t>            "shear": 1.4118126552633719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0.19915219475796278,</a:t>
            </a:r>
          </a:p>
          <a:p xmlns:a="http://schemas.openxmlformats.org/drawingml/2006/main">
            <a:r>
              <a:t>          "final_amplitude_next": 0.19915219475796278,</a:t>
            </a:r>
          </a:p>
          <a:p xmlns:a="http://schemas.openxmlformats.org/drawingml/2006/main">
            <a:r>
              <a:t>          "final_bootstrap_change_rel": 0.0021772648800966626,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"/pscratch/sd/j/joeschm/cheaseBS_runs/20260925/20260925_06-40-36-129015_omne_0.900/iteration_07/artifacts/EQDSK_COCOS_02_POS_SOURCE_SIGNS.OUT",</a:t>
            </a:r>
          </a:p>
          <a:p xmlns:a="http://schemas.openxmlformats.org/drawingml/2006/main">
            <a:r>
              <a:t>          "final_ip_a": 753644.185,</a:t>
            </a:r>
          </a:p>
          <a:p xmlns:a="http://schemas.openxmlformats.org/drawingml/2006/main">
            <a:r>
              <a:t>          "final_ip_error_a": -264.11699999996927,</a:t>
            </a:r>
          </a:p>
          <a:p xmlns:a="http://schemas.openxmlformats.org/drawingml/2006/main">
            <a:r>
              <a:t>          "final_ip_error_rel": 0.0003503304039752692,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0.0025828269366807623,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10.051738950007113,</a:t>
            </a:r>
          </a:p>
          <a:p xmlns:a="http://schemas.openxmlformats.org/drawingml/2006/main">
            <a:r>
              <a:t>          "q_report_rel_diff": -0.002876006218523563,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0.9809694627559724,</a:t>
            </a:r>
          </a:p>
          <a:p xmlns:a="http://schemas.openxmlformats.org/drawingml/2006/main">
            <a:r>
              <a:t>            "q": 6.894631081516828,</a:t>
            </a:r>
          </a:p>
          <a:p xmlns:a="http://schemas.openxmlformats.org/drawingml/2006/main">
            <a:r>
              <a:t>            "shear": 3.9038726124181897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0.9704700996346298,</a:t>
            </a:r>
          </a:p>
          <a:p xmlns:a="http://schemas.openxmlformats.org/drawingml/2006/main">
            <a:r>
              <a:t>            "q": 8.013108383827921,</a:t>
            </a:r>
          </a:p>
          <a:p xmlns:a="http://schemas.openxmlformats.org/drawingml/2006/main">
            <a:r>
              <a:t>            "shear": 3.9777207843007294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1.0068285383060789,</a:t>
            </a:r>
          </a:p>
          <a:p xmlns:a="http://schemas.openxmlformats.org/drawingml/2006/main">
            <a:r>
              <a:t>            "q": 10.541235225056774,</a:t>
            </a:r>
          </a:p>
          <a:p xmlns:a="http://schemas.openxmlformats.org/drawingml/2006/main">
            <a:r>
              <a:t>            "shear": 4.2851325896626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8,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0.3033698172513001,</a:t>
            </a:r>
          </a:p>
          <a:p xmlns:a="http://schemas.openxmlformats.org/drawingml/2006/main">
            <a:r>
              <a:t>          "final_amplitude_next": 0.3033698172513001,</a:t>
            </a:r>
          </a:p>
          <a:p xmlns:a="http://schemas.openxmlformats.org/drawingml/2006/main">
            <a:r>
              <a:t>          "final_bootstrap_change_rel": 0.0018412646911544505,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"/pscratch/sd/j/joeschm/cheaseBS_runs/20260925/20260925_07-09-30-129015_omne_1.000/iteration_07/artifacts/EQDSK_COCOS_02_POS_SOURCE_SIGNS.OUT",</a:t>
            </a:r>
          </a:p>
          <a:p xmlns:a="http://schemas.openxmlformats.org/drawingml/2006/main">
            <a:r>
              <a:t>          "final_ip_a": 753163.1629,</a:t>
            </a:r>
          </a:p>
          <a:p xmlns:a="http://schemas.openxmlformats.org/drawingml/2006/main">
            <a:r>
              <a:t>          "final_ip_error_a": -745.1391000000294,</a:t>
            </a:r>
          </a:p>
          <a:p xmlns:a="http://schemas.openxmlformats.org/drawingml/2006/main">
            <a:r>
              <a:t>          "final_ip_error_rel": 0.0009883683440324144,</a:t>
            </a:r>
          </a:p>
          <a:p xmlns:a="http://schemas.openxmlformats.org/drawingml/2006/main">
            <a:r>
              <a:t>          "final_iteration": 7,</a:t>
            </a:r>
          </a:p>
          <a:p xmlns:a="http://schemas.openxmlformats.org/drawingml/2006/main">
            <a:r>
              <a:t>          "final_q_change_rel": 0.002670270535830767,</a:t>
            </a:r>
          </a:p>
          <a:p xmlns:a="http://schemas.openxmlformats.org/drawingml/2006/main">
            <a:r>
              <a:t>          "iterations": 8,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10.068190353356602,</a:t>
            </a:r>
          </a:p>
          <a:p xmlns:a="http://schemas.openxmlformats.org/drawingml/2006/main">
            <a:r>
              <a:t>          "q_report_rel_diff": -0.0012440409344330189,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1.0207534515049859,</a:t>
            </a:r>
          </a:p>
          <a:p xmlns:a="http://schemas.openxmlformats.org/drawingml/2006/main">
            <a:r>
              <a:t>            "q": 6.8835890450131405,</a:t>
            </a:r>
          </a:p>
          <a:p xmlns:a="http://schemas.openxmlformats.org/drawingml/2006/main">
            <a:r>
              <a:t>            "shear": 3.9042804965042306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1.0193587866062763,</a:t>
            </a:r>
          </a:p>
          <a:p xmlns:a="http://schemas.openxmlformats.org/drawingml/2006/main">
            <a:r>
              <a:t>            "q": 8.004125000374527,</a:t>
            </a:r>
          </a:p>
          <a:p xmlns:a="http://schemas.openxmlformats.org/drawingml/2006/main">
            <a:r>
              <a:t>            "shear": 4.010488347274357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1.0577203594167766,</a:t>
            </a:r>
          </a:p>
          <a:p xmlns:a="http://schemas.openxmlformats.org/drawingml/2006/main">
            <a:r>
              <a:t>            "q": 10.525187941531797,</a:t>
            </a:r>
          </a:p>
          <a:p xmlns:a="http://schemas.openxmlformats.org/drawingml/2006/main">
            <a:r>
              <a:t>            "shear": 4.10104085853777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0.2982847190507992,</a:t>
            </a:r>
          </a:p>
          <a:p xmlns:a="http://schemas.openxmlformats.org/drawingml/2006/main">
            <a:r>
              <a:t>          "final_amplitude_next": 0.2982847190507992,</a:t>
            </a:r>
          </a:p>
          <a:p xmlns:a="http://schemas.openxmlformats.org/drawingml/2006/main">
            <a:r>
              <a:t>          "final_bootstrap_change_rel": 0.0018018872012805448,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"/pscratch/sd/j/joeschm/cheaseBS_runs/20260925/20260925_07-15-48-129015_omne_1.050/iteration_04/artifacts/EQDSK_COCOS_02_POS_SOURCE_SIGNS.OUT",</a:t>
            </a:r>
          </a:p>
          <a:p xmlns:a="http://schemas.openxmlformats.org/drawingml/2006/main">
            <a:r>
              <a:t>          "final_ip_a": 752466.583,</a:t>
            </a:r>
          </a:p>
          <a:p xmlns:a="http://schemas.openxmlformats.org/drawingml/2006/main">
            <a:r>
              <a:t>          "final_ip_error_a": -1441.719000000041,</a:t>
            </a:r>
          </a:p>
          <a:p xmlns:a="http://schemas.openxmlformats.org/drawingml/2006/main">
            <a:r>
              <a:t>          "final_ip_error_rel": 0.0019123267328074083,</a:t>
            </a:r>
          </a:p>
          <a:p xmlns:a="http://schemas.openxmlformats.org/drawingml/2006/main">
            <a:r>
              <a:t>          "final_iteration": 4,</a:t>
            </a:r>
          </a:p>
          <a:p xmlns:a="http://schemas.openxmlformats.org/drawingml/2006/main">
            <a:r>
              <a:t>          "final_q_change_rel": 0.0018386181242292974,</a:t>
            </a:r>
          </a:p>
          <a:p xmlns:a="http://schemas.openxmlformats.org/drawingml/2006/main">
            <a:r>
              <a:t>          "iterations": 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10.007309850543765,</a:t>
            </a:r>
          </a:p>
          <a:p xmlns:a="http://schemas.openxmlformats.org/drawingml/2006/main">
            <a:r>
              <a:t>          "q_report_rel_diff": -0.007283335270476049,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1.08644331915056,</a:t>
            </a:r>
          </a:p>
          <a:p xmlns:a="http://schemas.openxmlformats.org/drawingml/2006/main">
            <a:r>
              <a:t>            "q": 6.86052470242216,</a:t>
            </a:r>
          </a:p>
          <a:p xmlns:a="http://schemas.openxmlformats.org/drawingml/2006/main">
            <a:r>
              <a:t>            "shear": 3.8987743292897488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1.089038899913206,</a:t>
            </a:r>
          </a:p>
          <a:p xmlns:a="http://schemas.openxmlformats.org/drawingml/2006/main">
            <a:r>
              <a:t>            "q": 7.975551728163978,</a:t>
            </a:r>
          </a:p>
          <a:p xmlns:a="http://schemas.openxmlformats.org/drawingml/2006/main">
            <a:r>
              <a:t>            "shear": 4.006186883394875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1.106903920001946,</a:t>
            </a:r>
          </a:p>
          <a:p xmlns:a="http://schemas.openxmlformats.org/drawingml/2006/main">
            <a:r>
              <a:t>            "q": 10.562619748062627,</a:t>
            </a:r>
          </a:p>
          <a:p xmlns:a="http://schemas.openxmlformats.org/drawingml/2006/main">
            <a:r>
              <a:t>            "shear": 4.729334691366788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32,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0.29129619575919524,</a:t>
            </a:r>
          </a:p>
          <a:p xmlns:a="http://schemas.openxmlformats.org/drawingml/2006/main">
            <a:r>
              <a:t>          "final_amplitude_next": 0.29129619575919524,</a:t>
            </a:r>
          </a:p>
          <a:p xmlns:a="http://schemas.openxmlformats.org/drawingml/2006/main">
            <a:r>
              <a:t>          "final_bootstrap_change_rel": 0.0017478307131540214,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"/pscratch/sd/j/joeschm/cheaseBS_runs/20260925/20260925_07-19-54-129015_omne_1.100/iteration_31/artifacts/EQDSK_COCOS_02_POS_SOURCE_SIGNS.OUT",</a:t>
            </a:r>
          </a:p>
          <a:p xmlns:a="http://schemas.openxmlformats.org/drawingml/2006/main">
            <a:r>
              <a:t>          "final_ip_a": 752933.0205,</a:t>
            </a:r>
          </a:p>
          <a:p xmlns:a="http://schemas.openxmlformats.org/drawingml/2006/main">
            <a:r>
              <a:t>          "final_ip_error_a": -975.281500000041,</a:t>
            </a:r>
          </a:p>
          <a:p xmlns:a="http://schemas.openxmlformats.org/drawingml/2006/main">
            <a:r>
              <a:t>          "final_ip_error_rel": 0.0012936341162615834,</a:t>
            </a:r>
          </a:p>
          <a:p xmlns:a="http://schemas.openxmlformats.org/drawingml/2006/main">
            <a:r>
              <a:t>          "final_iteration": 31,</a:t>
            </a:r>
          </a:p>
          <a:p xmlns:a="http://schemas.openxmlformats.org/drawingml/2006/main">
            <a:r>
              <a:t>          "final_q_change_rel": 0.0018208302859060754,</a:t>
            </a:r>
          </a:p>
          <a:p xmlns:a="http://schemas.openxmlformats.org/drawingml/2006/main">
            <a:r>
              <a:t>          "iterations": 32,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10.017823185893244,</a:t>
            </a:r>
          </a:p>
          <a:p xmlns:a="http://schemas.openxmlformats.org/drawingml/2006/main">
            <a:r>
              <a:t>          "q_report_rel_diff": -0.006240421304666247,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1.137418792219339,</a:t>
            </a:r>
          </a:p>
          <a:p xmlns:a="http://schemas.openxmlformats.org/drawingml/2006/main">
            <a:r>
              <a:t>            "q": 6.906558807546059,</a:t>
            </a:r>
          </a:p>
          <a:p xmlns:a="http://schemas.openxmlformats.org/drawingml/2006/main">
            <a:r>
              <a:t>            "shear": 3.9483304050717036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1.144494772456219,</a:t>
            </a:r>
          </a:p>
          <a:p xmlns:a="http://schemas.openxmlformats.org/drawingml/2006/main">
            <a:r>
              <a:t>            "q": 8.044427600884086,</a:t>
            </a:r>
          </a:p>
          <a:p xmlns:a="http://schemas.openxmlformats.org/drawingml/2006/main">
            <a:r>
              <a:t>            "shear": 4.012031625117639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1.160020996267856,</a:t>
            </a:r>
          </a:p>
          <a:p xmlns:a="http://schemas.openxmlformats.org/drawingml/2006/main">
            <a:r>
              <a:t>            "q": 10.560136518322613,</a:t>
            </a:r>
          </a:p>
          <a:p xmlns:a="http://schemas.openxmlformats.org/drawingml/2006/main">
            <a:r>
              <a:t>            "shear": 4.642332434540441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"C:\\Users\\joesc\\git\\cheaseBS_tests\\data\\129015_129038\\pm0.2_ncscal1_warmup0\\129015\\omne_1.200",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6,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0.2568906273587645,</a:t>
            </a:r>
          </a:p>
          <a:p xmlns:a="http://schemas.openxmlformats.org/drawingml/2006/main">
            <a:r>
              <a:t>          "final_amplitude_next": 0.2568906273587645,</a:t>
            </a:r>
          </a:p>
          <a:p xmlns:a="http://schemas.openxmlformats.org/drawingml/2006/main">
            <a:r>
              <a:t>          "final_bootstrap_change_rel": 0.0018202052950810211,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"/pscratch/sd/j/joeschm/cheaseBS_runs/20260925/20260925_07-42-56-129015_omne_1.200/iteration_05/artifacts/EQDSK_COCOS_02_POS_SOURCE_SIGNS.OUT",</a:t>
            </a:r>
          </a:p>
          <a:p xmlns:a="http://schemas.openxmlformats.org/drawingml/2006/main">
            <a:r>
              <a:t>          "final_ip_a": 754983.4379,</a:t>
            </a:r>
          </a:p>
          <a:p xmlns:a="http://schemas.openxmlformats.org/drawingml/2006/main">
            <a:r>
              <a:t>          "final_ip_error_a": 1075.1358999999939,</a:t>
            </a:r>
          </a:p>
          <a:p xmlns:a="http://schemas.openxmlformats.org/drawingml/2006/main">
            <a:r>
              <a:t>          "final_ip_error_rel": 0.0014260831153441707,</a:t>
            </a:r>
          </a:p>
          <a:p xmlns:a="http://schemas.openxmlformats.org/drawingml/2006/main">
            <a:r>
              <a:t>          "final_iteration": 5,</a:t>
            </a:r>
          </a:p>
          <a:p xmlns:a="http://schemas.openxmlformats.org/drawingml/2006/main">
            <a:r>
              <a:t>          "final_q_change_rel": 0.0012925067489297892,</a:t>
            </a:r>
          </a:p>
          <a:p xmlns:a="http://schemas.openxmlformats.org/drawingml/2006/main">
            <a:r>
              <a:t>          "iterations": 6,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9.99728770571657,</a:t>
            </a:r>
          </a:p>
          <a:p xmlns:a="http://schemas.openxmlformats.org/drawingml/2006/main">
            <a:r>
              <a:t>          "q_report_rel_diff": -0.008277523552329693,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1.2428623361213786,</a:t>
            </a:r>
          </a:p>
          <a:p xmlns:a="http://schemas.openxmlformats.org/drawingml/2006/main">
            <a:r>
              <a:t>            "q": 6.805743923374132,</a:t>
            </a:r>
          </a:p>
          <a:p xmlns:a="http://schemas.openxmlformats.org/drawingml/2006/main">
            <a:r>
              <a:t>            "shear": 3.8899001523796377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1.2624439034211414,</a:t>
            </a:r>
          </a:p>
          <a:p xmlns:a="http://schemas.openxmlformats.org/drawingml/2006/main">
            <a:r>
              <a:t>            "q": 7.910762743870842,</a:t>
            </a:r>
          </a:p>
          <a:p xmlns:a="http://schemas.openxmlformats.org/drawingml/2006/main">
            <a:r>
              <a:t>            "shear": 3.9858488194584134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1.2488501475155986,</a:t>
            </a:r>
          </a:p>
          <a:p xmlns:a="http://schemas.openxmlformats.org/drawingml/2006/main">
            <a:r>
              <a:t>            "q": 10.57481920936063,</a:t>
            </a:r>
          </a:p>
          <a:p xmlns:a="http://schemas.openxmlformats.org/drawingml/2006/main">
            <a:r>
              <a:t>            "shear": 4.6496262100216095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"apply_omX_n1w0"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"n1w1",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"#56B4E9",</a:t>
            </a:r>
          </a:p>
          <a:p xmlns:a="http://schemas.openxmlformats.org/drawingml/2006/main">
            <a:r>
              <a:t>    "root": "C:\\Users\\joesc\\git\\cheaseBS_tests\\data\\129015_129038\\pm0.2_ncscal1_warmup1\\129015",</a:t>
            </a:r>
          </a:p>
          <a:p xmlns:a="http://schemas.openxmlformats.org/drawingml/2006/main">
            <a:r>
              <a:t>    "count": 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0.000023487053450077894,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"/pscratch/sd/j/joeschm/cheaseBS_runs/20260925/20260925_05-41-31-129015_omt_0.800/iteration_49/artifacts/EQDSK_COCOS_02_POS_SOURCE_SIGNS.OUT",</a:t>
            </a:r>
          </a:p>
          <a:p xmlns:a="http://schemas.openxmlformats.org/drawingml/2006/main">
            <a:r>
              <a:t>          "final_ip_a": 733798.095,</a:t>
            </a:r>
          </a:p>
          <a:p xmlns:a="http://schemas.openxmlformats.org/drawingml/2006/main">
            <a:r>
              <a:t>          "final_ip_error_a": -20110.207000000053,</a:t>
            </a:r>
          </a:p>
          <a:p xmlns:a="http://schemas.openxmlformats.org/drawingml/2006/main">
            <a:r>
              <a:t>          "final_ip_error_rel": 0.026674606111447296,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0.00011409093195260473,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10.283379724598955,</a:t>
            </a:r>
          </a:p>
          <a:p xmlns:a="http://schemas.openxmlformats.org/drawingml/2006/main">
            <a:r>
              <a:t>          "q_report_rel_diff": 0.02010256250798407,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0.8268279039347873,</a:t>
            </a:r>
          </a:p>
          <a:p xmlns:a="http://schemas.openxmlformats.org/drawingml/2006/main">
            <a:r>
              <a:t>            "q": 6.922055921548795,</a:t>
            </a:r>
          </a:p>
          <a:p xmlns:a="http://schemas.openxmlformats.org/drawingml/2006/main">
            <a:r>
              <a:t>            "shear": 3.9181073676577687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0.8161912772829016,</a:t>
            </a:r>
          </a:p>
          <a:p xmlns:a="http://schemas.openxmlformats.org/drawingml/2006/main">
            <a:r>
              <a:t>            "q": 8.056729634317698,</a:t>
            </a:r>
          </a:p>
          <a:p xmlns:a="http://schemas.openxmlformats.org/drawingml/2006/main">
            <a:r>
              <a:t>            "shear": 4.0522634106058915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0.9070150348457082,</a:t>
            </a:r>
          </a:p>
          <a:p xmlns:a="http://schemas.openxmlformats.org/drawingml/2006/main">
            <a:r>
              <a:t>            "q": 10.882178550688785,</a:t>
            </a:r>
          </a:p>
          <a:p xmlns:a="http://schemas.openxmlformats.org/drawingml/2006/main">
            <a:r>
              <a:t>            "shear": 4.433225433773813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0.000013803089605593829,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"/pscratch/sd/j/joeschm/cheaseBS_runs/20260925/20260925_06-15-22-129015_omt_0.900/iteration_49/artifacts/EQDSK_COCOS_02_POS_SOURCE_SIGNS.OUT",</a:t>
            </a:r>
          </a:p>
          <a:p xmlns:a="http://schemas.openxmlformats.org/drawingml/2006/main">
            <a:r>
              <a:t>          "final_ip_a": 740492.5324,</a:t>
            </a:r>
          </a:p>
          <a:p xmlns:a="http://schemas.openxmlformats.org/drawingml/2006/main">
            <a:r>
              <a:t>          "final_ip_error_a": -13415.7696,</a:t>
            </a:r>
          </a:p>
          <a:p xmlns:a="http://schemas.openxmlformats.org/drawingml/2006/main">
            <a:r>
              <a:t>          "final_ip_error_rel": 0.017794962019134258,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0.000048567805076044687,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10.208650449623514,</a:t>
            </a:r>
          </a:p>
          <a:p xmlns:a="http://schemas.openxmlformats.org/drawingml/2006/main">
            <a:r>
              <a:t>          "q_report_rel_diff": 0.012689481698135411,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0.8958078292828825,</a:t>
            </a:r>
          </a:p>
          <a:p xmlns:a="http://schemas.openxmlformats.org/drawingml/2006/main">
            <a:r>
              <a:t>            "q": 6.909179471303536,</a:t>
            </a:r>
          </a:p>
          <a:p xmlns:a="http://schemas.openxmlformats.org/drawingml/2006/main">
            <a:r>
              <a:t>            "shear": 3.909798862883849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0.8889505954907848,</a:t>
            </a:r>
          </a:p>
          <a:p xmlns:a="http://schemas.openxmlformats.org/drawingml/2006/main">
            <a:r>
              <a:t>            "q": 8.036430869755044,</a:t>
            </a:r>
          </a:p>
          <a:p xmlns:a="http://schemas.openxmlformats.org/drawingml/2006/main">
            <a:r>
              <a:t>            "shear": 4.030585184495195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0.9577419078661169,</a:t>
            </a:r>
          </a:p>
          <a:p xmlns:a="http://schemas.openxmlformats.org/drawingml/2006/main">
            <a:r>
              <a:t>            "q": 10.744361347201542,</a:t>
            </a:r>
          </a:p>
          <a:p xmlns:a="http://schemas.openxmlformats.org/drawingml/2006/main">
            <a:r>
              <a:t>            "shear": 4.278564706508817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0.000007736458920029132,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"/pscratch/sd/j/joeschm/cheaseBS_runs/20260925/20260925_06-48-39-129015_omt_0.950/iteration_49/artifacts/EQDSK_COCOS_02_POS_SOURCE_SIGNS.OUT",</a:t>
            </a:r>
          </a:p>
          <a:p xmlns:a="http://schemas.openxmlformats.org/drawingml/2006/main">
            <a:r>
              <a:t>          "final_ip_a": 744062.1761,</a:t>
            </a:r>
          </a:p>
          <a:p xmlns:a="http://schemas.openxmlformats.org/drawingml/2006/main">
            <a:r>
              <a:t>          "final_ip_error_a": -9846.125899999985,</a:t>
            </a:r>
          </a:p>
          <a:p xmlns:a="http://schemas.openxmlformats.org/drawingml/2006/main">
            <a:r>
              <a:t>          "final_ip_error_rel": 0.013060110724181923,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0.00001793114848930836,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10.169603765903158,</a:t>
            </a:r>
          </a:p>
          <a:p xmlns:a="http://schemas.openxmlformats.org/drawingml/2006/main">
            <a:r>
              <a:t>          "q_report_rel_diff": 0.00881608373099702,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0.9333407068640988,</a:t>
            </a:r>
          </a:p>
          <a:p xmlns:a="http://schemas.openxmlformats.org/drawingml/2006/main">
            <a:r>
              <a:t>            "q": 6.904016164883113,</a:t>
            </a:r>
          </a:p>
          <a:p xmlns:a="http://schemas.openxmlformats.org/drawingml/2006/main">
            <a:r>
              <a:t>            "shear": 3.906728529128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0.9289722236362312,</a:t>
            </a:r>
          </a:p>
          <a:p xmlns:a="http://schemas.openxmlformats.org/drawingml/2006/main">
            <a:r>
              <a:t>            "q": 8.027860162699085,</a:t>
            </a:r>
          </a:p>
          <a:p xmlns:a="http://schemas.openxmlformats.org/drawingml/2006/main">
            <a:r>
              <a:t>            "shear": 4.0175360642969835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0.9857491105108448,</a:t>
            </a:r>
          </a:p>
          <a:p xmlns:a="http://schemas.openxmlformats.org/drawingml/2006/main">
            <a:r>
              <a:t>            "q": 10.672322197578751,</a:t>
            </a:r>
          </a:p>
          <a:p xmlns:a="http://schemas.openxmlformats.org/drawingml/2006/main">
            <a:r>
              <a:t>            "shear": 4.188847521586487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0.000001859650375590427,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"/pscratch/sd/j/joeschm/cheaseBS_runs/20260925/20260925_07-22-01-129015_omt_1.000/iteration_49/artifacts/EQDSK_COCOS_02_POS_SOURCE_SIGNS.OUT",</a:t>
            </a:r>
          </a:p>
          <a:p xmlns:a="http://schemas.openxmlformats.org/drawingml/2006/main">
            <a:r>
              <a:t>          "final_ip_a": 748035.9325,</a:t>
            </a:r>
          </a:p>
          <a:p xmlns:a="http://schemas.openxmlformats.org/drawingml/2006/main">
            <a:r>
              <a:t>          "final_ip_error_a": -5872.36950000003,</a:t>
            </a:r>
          </a:p>
          <a:p xmlns:a="http://schemas.openxmlformats.org/drawingml/2006/main">
            <a:r>
              <a:t>          "final_ip_error_rel": 0.007789235752440394,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0.000013362869764972635,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10.12738117036082,</a:t>
            </a:r>
          </a:p>
          <a:p xmlns:a="http://schemas.openxmlformats.org/drawingml/2006/main">
            <a:r>
              <a:t>          "q_report_rel_diff": 0.004627637999926169,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0.9732768875594282,</a:t>
            </a:r>
          </a:p>
          <a:p xmlns:a="http://schemas.openxmlformats.org/drawingml/2006/main">
            <a:r>
              <a:t>            "q": 6.896771764917584,</a:t>
            </a:r>
          </a:p>
          <a:p xmlns:a="http://schemas.openxmlformats.org/drawingml/2006/main">
            <a:r>
              <a:t>            "shear": 3.9048124347837305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0.9718975142997515,</a:t>
            </a:r>
          </a:p>
          <a:p xmlns:a="http://schemas.openxmlformats.org/drawingml/2006/main">
            <a:r>
              <a:t>            "q": 8.01713736366334,</a:t>
            </a:r>
          </a:p>
          <a:p xmlns:a="http://schemas.openxmlformats.org/drawingml/2006/main">
            <a:r>
              <a:t>            "shear": 4.00435587631478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1.01627200117387,</a:t>
            </a:r>
          </a:p>
          <a:p xmlns:a="http://schemas.openxmlformats.org/drawingml/2006/main">
            <a:r>
              <a:t>            "q": 10.59395700912845,</a:t>
            </a:r>
          </a:p>
          <a:p xmlns:a="http://schemas.openxmlformats.org/drawingml/2006/main">
            <a:r>
              <a:t>            "shear": 4.080205915619315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"apply_omX_n1w1"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"n1w1",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"#56B4E9",</a:t>
            </a:r>
          </a:p>
          <a:p xmlns:a="http://schemas.openxmlformats.org/drawingml/2006/main">
            <a:r>
              <a:t>    "root": "C:\\Users\\joesc\\git\\cheaseBS_tests\\data\\129015_129038\\pm0.2_ncscal1_warmup1\\129015",</a:t>
            </a:r>
          </a:p>
          <a:p xmlns:a="http://schemas.openxmlformats.org/drawingml/2006/main">
            <a:r>
              <a:t>    "count": 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0.000023487053450077894,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"/pscratch/sd/j/joeschm/cheaseBS_runs/20260925/20260925_05-41-31-129015_omt_0.800/iteration_49/artifacts/EQDSK_COCOS_02_POS_SOURCE_SIGNS.OUT",</a:t>
            </a:r>
          </a:p>
          <a:p xmlns:a="http://schemas.openxmlformats.org/drawingml/2006/main">
            <a:r>
              <a:t>          "final_ip_a": 733798.095,</a:t>
            </a:r>
          </a:p>
          <a:p xmlns:a="http://schemas.openxmlformats.org/drawingml/2006/main">
            <a:r>
              <a:t>          "final_ip_error_a": -20110.207000000053,</a:t>
            </a:r>
          </a:p>
          <a:p xmlns:a="http://schemas.openxmlformats.org/drawingml/2006/main">
            <a:r>
              <a:t>          "final_ip_error_rel": 0.026674606111447296,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0.00011409093195260473,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10.283379724598955,</a:t>
            </a:r>
          </a:p>
          <a:p xmlns:a="http://schemas.openxmlformats.org/drawingml/2006/main">
            <a:r>
              <a:t>          "q_report_rel_diff": 0.02010256250798407,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0.8268279039347873,</a:t>
            </a:r>
          </a:p>
          <a:p xmlns:a="http://schemas.openxmlformats.org/drawingml/2006/main">
            <a:r>
              <a:t>            "q": 6.922055921548795,</a:t>
            </a:r>
          </a:p>
          <a:p xmlns:a="http://schemas.openxmlformats.org/drawingml/2006/main">
            <a:r>
              <a:t>            "shear": 3.9181073676577687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0.8161912772829016,</a:t>
            </a:r>
          </a:p>
          <a:p xmlns:a="http://schemas.openxmlformats.org/drawingml/2006/main">
            <a:r>
              <a:t>            "q": 8.056729634317698,</a:t>
            </a:r>
          </a:p>
          <a:p xmlns:a="http://schemas.openxmlformats.org/drawingml/2006/main">
            <a:r>
              <a:t>            "shear": 4.0522634106058915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0.9070150348457082,</a:t>
            </a:r>
          </a:p>
          <a:p xmlns:a="http://schemas.openxmlformats.org/drawingml/2006/main">
            <a:r>
              <a:t>            "q": 10.882178550688785,</a:t>
            </a:r>
          </a:p>
          <a:p xmlns:a="http://schemas.openxmlformats.org/drawingml/2006/main">
            <a:r>
              <a:t>            "shear": 4.433225433773813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0.000013803089605593829,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"/pscratch/sd/j/joeschm/cheaseBS_runs/20260925/20260925_06-15-22-129015_omt_0.900/iteration_49/artifacts/EQDSK_COCOS_02_POS_SOURCE_SIGNS.OUT",</a:t>
            </a:r>
          </a:p>
          <a:p xmlns:a="http://schemas.openxmlformats.org/drawingml/2006/main">
            <a:r>
              <a:t>          "final_ip_a": 740492.5324,</a:t>
            </a:r>
          </a:p>
          <a:p xmlns:a="http://schemas.openxmlformats.org/drawingml/2006/main">
            <a:r>
              <a:t>          "final_ip_error_a": -13415.7696,</a:t>
            </a:r>
          </a:p>
          <a:p xmlns:a="http://schemas.openxmlformats.org/drawingml/2006/main">
            <a:r>
              <a:t>          "final_ip_error_rel": 0.017794962019134258,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0.000048567805076044687,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10.208650449623514,</a:t>
            </a:r>
          </a:p>
          <a:p xmlns:a="http://schemas.openxmlformats.org/drawingml/2006/main">
            <a:r>
              <a:t>          "q_report_rel_diff": 0.012689481698135411,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0.8958078292828825,</a:t>
            </a:r>
          </a:p>
          <a:p xmlns:a="http://schemas.openxmlformats.org/drawingml/2006/main">
            <a:r>
              <a:t>            "q": 6.909179471303536,</a:t>
            </a:r>
          </a:p>
          <a:p xmlns:a="http://schemas.openxmlformats.org/drawingml/2006/main">
            <a:r>
              <a:t>            "shear": 3.909798862883849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0.8889505954907848,</a:t>
            </a:r>
          </a:p>
          <a:p xmlns:a="http://schemas.openxmlformats.org/drawingml/2006/main">
            <a:r>
              <a:t>            "q": 8.036430869755044,</a:t>
            </a:r>
          </a:p>
          <a:p xmlns:a="http://schemas.openxmlformats.org/drawingml/2006/main">
            <a:r>
              <a:t>            "shear": 4.030585184495195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0.9577419078661169,</a:t>
            </a:r>
          </a:p>
          <a:p xmlns:a="http://schemas.openxmlformats.org/drawingml/2006/main">
            <a:r>
              <a:t>            "q": 10.744361347201542,</a:t>
            </a:r>
          </a:p>
          <a:p xmlns:a="http://schemas.openxmlformats.org/drawingml/2006/main">
            <a:r>
              <a:t>            "shear": 4.278564706508817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0.000007736458920029132,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"/pscratch/sd/j/joeschm/cheaseBS_runs/20260925/20260925_06-48-39-129015_omt_0.950/iteration_49/artifacts/EQDSK_COCOS_02_POS_SOURCE_SIGNS.OUT",</a:t>
            </a:r>
          </a:p>
          <a:p xmlns:a="http://schemas.openxmlformats.org/drawingml/2006/main">
            <a:r>
              <a:t>          "final_ip_a": 744062.1761,</a:t>
            </a:r>
          </a:p>
          <a:p xmlns:a="http://schemas.openxmlformats.org/drawingml/2006/main">
            <a:r>
              <a:t>          "final_ip_error_a": -9846.125899999985,</a:t>
            </a:r>
          </a:p>
          <a:p xmlns:a="http://schemas.openxmlformats.org/drawingml/2006/main">
            <a:r>
              <a:t>          "final_ip_error_rel": 0.013060110724181923,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0.00001793114848930836,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10.169603765903158,</a:t>
            </a:r>
          </a:p>
          <a:p xmlns:a="http://schemas.openxmlformats.org/drawingml/2006/main">
            <a:r>
              <a:t>          "q_report_rel_diff": 0.00881608373099702,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0.9333407068640988,</a:t>
            </a:r>
          </a:p>
          <a:p xmlns:a="http://schemas.openxmlformats.org/drawingml/2006/main">
            <a:r>
              <a:t>            "q": 6.904016164883113,</a:t>
            </a:r>
          </a:p>
          <a:p xmlns:a="http://schemas.openxmlformats.org/drawingml/2006/main">
            <a:r>
              <a:t>            "shear": 3.906728529128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0.9289722236362312,</a:t>
            </a:r>
          </a:p>
          <a:p xmlns:a="http://schemas.openxmlformats.org/drawingml/2006/main">
            <a:r>
              <a:t>            "q": 8.027860162699085,</a:t>
            </a:r>
          </a:p>
          <a:p xmlns:a="http://schemas.openxmlformats.org/drawingml/2006/main">
            <a:r>
              <a:t>            "shear": 4.0175360642969835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0.9857491105108448,</a:t>
            </a:r>
          </a:p>
          <a:p xmlns:a="http://schemas.openxmlformats.org/drawingml/2006/main">
            <a:r>
              <a:t>            "q": 10.672322197578751,</a:t>
            </a:r>
          </a:p>
          <a:p xmlns:a="http://schemas.openxmlformats.org/drawingml/2006/main">
            <a:r>
              <a:t>            "shear": 4.188847521586487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"C:\\Users\\joesc\\git\\cheaseBS_tests\\data\\129015_129038\\pm0.2_ncscal1_warmup1\\129015\\omt_1.000",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0.000001859650375590427,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"/pscratch/sd/j/joeschm/cheaseBS_runs/20260925/20260925_07-22-01-129015_omt_1.000/iteration_49/artifacts/EQDSK_COCOS_02_POS_SOURCE_SIGNS.OUT",</a:t>
            </a:r>
          </a:p>
          <a:p xmlns:a="http://schemas.openxmlformats.org/drawingml/2006/main">
            <a:r>
              <a:t>          "final_ip_a": 748035.9325,</a:t>
            </a:r>
          </a:p>
          <a:p xmlns:a="http://schemas.openxmlformats.org/drawingml/2006/main">
            <a:r>
              <a:t>          "final_ip_error_a": -5872.36950000003,</a:t>
            </a:r>
          </a:p>
          <a:p xmlns:a="http://schemas.openxmlformats.org/drawingml/2006/main">
            <a:r>
              <a:t>          "final_ip_error_rel": 0.007789235752440394,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0.000013362869764972635,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10.12738117036082,</a:t>
            </a:r>
          </a:p>
          <a:p xmlns:a="http://schemas.openxmlformats.org/drawingml/2006/main">
            <a:r>
              <a:t>          "q_report_rel_diff": 0.004627637999926169,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0.9732768875594282,</a:t>
            </a:r>
          </a:p>
          <a:p xmlns:a="http://schemas.openxmlformats.org/drawingml/2006/main">
            <a:r>
              <a:t>            "q": 6.896771764917584,</a:t>
            </a:r>
          </a:p>
          <a:p xmlns:a="http://schemas.openxmlformats.org/drawingml/2006/main">
            <a:r>
              <a:t>            "shear": 3.9048124347837305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0.9718975142997515,</a:t>
            </a:r>
          </a:p>
          <a:p xmlns:a="http://schemas.openxmlformats.org/drawingml/2006/main">
            <a:r>
              <a:t>            "q": 8.01713736366334,</a:t>
            </a:r>
          </a:p>
          <a:p xmlns:a="http://schemas.openxmlformats.org/drawingml/2006/main">
            <a:r>
              <a:t>            "shear": 4.00435587631478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1.01627200117387,</a:t>
            </a:r>
          </a:p>
          <a:p xmlns:a="http://schemas.openxmlformats.org/drawingml/2006/main">
            <a:r>
              <a:t>            "q": 10.59395700912845,</a:t>
            </a:r>
          </a:p>
          <a:p xmlns:a="http://schemas.openxmlformats.org/drawingml/2006/main">
            <a:r>
              <a:t>            "shear": 4.080205915619315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"apply_omX_n1w1"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"n1w2",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"#009E73",</a:t>
            </a:r>
          </a:p>
          <a:p xmlns:a="http://schemas.openxmlformats.org/drawingml/2006/main">
            <a:r>
              <a:t>    "root": "C:\\Users\\joesc\\git\\cheaseBS_tests\\data\\129015_129038\\pm0.2_ncscal1_warmup2\\129015",</a:t>
            </a:r>
          </a:p>
          <a:p xmlns:a="http://schemas.openxmlformats.org/drawingml/2006/main">
            <a:r>
              <a:t>    "count": 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0.000023487053450077894,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"/pscratch/sd/j/joeschm/cheaseBS_runs/20260925/20260925_05-36-27-129015_omt_0.800/iteration_49/artifacts/EQDSK_COCOS_02_POS_SOURCE_SIGNS.OUT",</a:t>
            </a:r>
          </a:p>
          <a:p xmlns:a="http://schemas.openxmlformats.org/drawingml/2006/main">
            <a:r>
              <a:t>          "final_ip_a": 733798.095,</a:t>
            </a:r>
          </a:p>
          <a:p xmlns:a="http://schemas.openxmlformats.org/drawingml/2006/main">
            <a:r>
              <a:t>          "final_ip_error_a": -20110.207000000053,</a:t>
            </a:r>
          </a:p>
          <a:p xmlns:a="http://schemas.openxmlformats.org/drawingml/2006/main">
            <a:r>
              <a:t>          "final_ip_error_rel": 0.026674606111447296,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0.00011409093195260473,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10.283379724598955,</a:t>
            </a:r>
          </a:p>
          <a:p xmlns:a="http://schemas.openxmlformats.org/drawingml/2006/main">
            <a:r>
              <a:t>          "q_report_rel_diff": 0.02010256250798407,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0.8268279039347873,</a:t>
            </a:r>
          </a:p>
          <a:p xmlns:a="http://schemas.openxmlformats.org/drawingml/2006/main">
            <a:r>
              <a:t>            "q": 6.922055921548795,</a:t>
            </a:r>
          </a:p>
          <a:p xmlns:a="http://schemas.openxmlformats.org/drawingml/2006/main">
            <a:r>
              <a:t>            "shear": 3.9181073676577687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0.8161912772829016,</a:t>
            </a:r>
          </a:p>
          <a:p xmlns:a="http://schemas.openxmlformats.org/drawingml/2006/main">
            <a:r>
              <a:t>            "q": 8.056729634317698,</a:t>
            </a:r>
          </a:p>
          <a:p xmlns:a="http://schemas.openxmlformats.org/drawingml/2006/main">
            <a:r>
              <a:t>            "shear": 4.0522634106058915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0.9070150348457082,</a:t>
            </a:r>
          </a:p>
          <a:p xmlns:a="http://schemas.openxmlformats.org/drawingml/2006/main">
            <a:r>
              <a:t>            "q": 10.882178550688785,</a:t>
            </a:r>
          </a:p>
          <a:p xmlns:a="http://schemas.openxmlformats.org/drawingml/2006/main">
            <a:r>
              <a:t>            "shear": 4.433225433773813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0.000013803089605593829,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"/pscratch/sd/j/joeschm/cheaseBS_runs/20260925/20260925_06-09-54-129015_omt_0.900/iteration_49/artifacts/EQDSK_COCOS_02_POS_SOURCE_SIGNS.OUT",</a:t>
            </a:r>
          </a:p>
          <a:p xmlns:a="http://schemas.openxmlformats.org/drawingml/2006/main">
            <a:r>
              <a:t>          "final_ip_a": 740492.5324,</a:t>
            </a:r>
          </a:p>
          <a:p xmlns:a="http://schemas.openxmlformats.org/drawingml/2006/main">
            <a:r>
              <a:t>          "final_ip_error_a": -13415.7696,</a:t>
            </a:r>
          </a:p>
          <a:p xmlns:a="http://schemas.openxmlformats.org/drawingml/2006/main">
            <a:r>
              <a:t>          "final_ip_error_rel": 0.017794962019134258,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0.000048567805076044687,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10.208650449623514,</a:t>
            </a:r>
          </a:p>
          <a:p xmlns:a="http://schemas.openxmlformats.org/drawingml/2006/main">
            <a:r>
              <a:t>          "q_report_rel_diff": 0.012689481698135411,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0.8958078292828825,</a:t>
            </a:r>
          </a:p>
          <a:p xmlns:a="http://schemas.openxmlformats.org/drawingml/2006/main">
            <a:r>
              <a:t>            "q": 6.909179471303536,</a:t>
            </a:r>
          </a:p>
          <a:p xmlns:a="http://schemas.openxmlformats.org/drawingml/2006/main">
            <a:r>
              <a:t>            "shear": 3.909798862883849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0.8889505954907848,</a:t>
            </a:r>
          </a:p>
          <a:p xmlns:a="http://schemas.openxmlformats.org/drawingml/2006/main">
            <a:r>
              <a:t>            "q": 8.036430869755044,</a:t>
            </a:r>
          </a:p>
          <a:p xmlns:a="http://schemas.openxmlformats.org/drawingml/2006/main">
            <a:r>
              <a:t>            "shear": 4.030585184495195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0.9577419078661169,</a:t>
            </a:r>
          </a:p>
          <a:p xmlns:a="http://schemas.openxmlformats.org/drawingml/2006/main">
            <a:r>
              <a:t>            "q": 10.744361347201542,</a:t>
            </a:r>
          </a:p>
          <a:p xmlns:a="http://schemas.openxmlformats.org/drawingml/2006/main">
            <a:r>
              <a:t>            "shear": 4.278564706508817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0.000007736458920029132,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"/pscratch/sd/j/joeschm/cheaseBS_runs/20260925/20260925_06-43-45-129015_omt_0.950/iteration_49/artifacts/EQDSK_COCOS_02_POS_SOURCE_SIGNS.OUT",</a:t>
            </a:r>
          </a:p>
          <a:p xmlns:a="http://schemas.openxmlformats.org/drawingml/2006/main">
            <a:r>
              <a:t>          "final_ip_a": 744062.1761,</a:t>
            </a:r>
          </a:p>
          <a:p xmlns:a="http://schemas.openxmlformats.org/drawingml/2006/main">
            <a:r>
              <a:t>          "final_ip_error_a": -9846.125899999985,</a:t>
            </a:r>
          </a:p>
          <a:p xmlns:a="http://schemas.openxmlformats.org/drawingml/2006/main">
            <a:r>
              <a:t>          "final_ip_error_rel": 0.013060110724181923,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0.00001793114848930836,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10.169603765903158,</a:t>
            </a:r>
          </a:p>
          <a:p xmlns:a="http://schemas.openxmlformats.org/drawingml/2006/main">
            <a:r>
              <a:t>          "q_report_rel_diff": 0.00881608373099702,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0.9333407068640988,</a:t>
            </a:r>
          </a:p>
          <a:p xmlns:a="http://schemas.openxmlformats.org/drawingml/2006/main">
            <a:r>
              <a:t>            "q": 6.904016164883113,</a:t>
            </a:r>
          </a:p>
          <a:p xmlns:a="http://schemas.openxmlformats.org/drawingml/2006/main">
            <a:r>
              <a:t>            "shear": 3.906728529128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0.9289722236362312,</a:t>
            </a:r>
          </a:p>
          <a:p xmlns:a="http://schemas.openxmlformats.org/drawingml/2006/main">
            <a:r>
              <a:t>            "q": 8.027860162699085,</a:t>
            </a:r>
          </a:p>
          <a:p xmlns:a="http://schemas.openxmlformats.org/drawingml/2006/main">
            <a:r>
              <a:t>            "shear": 4.0175360642969835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0.9857491105108448,</a:t>
            </a:r>
          </a:p>
          <a:p xmlns:a="http://schemas.openxmlformats.org/drawingml/2006/main">
            <a:r>
              <a:t>            "q": 10.672322197578751,</a:t>
            </a:r>
          </a:p>
          <a:p xmlns:a="http://schemas.openxmlformats.org/drawingml/2006/main">
            <a:r>
              <a:t>            "shear": 4.188847521586487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0.000001859650375590427,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"/pscratch/sd/j/joeschm/cheaseBS_runs/20260925/20260925_07-17-28-129015_omt_1.000/iteration_49/artifacts/EQDSK_COCOS_02_POS_SOURCE_SIGNS.OUT",</a:t>
            </a:r>
          </a:p>
          <a:p xmlns:a="http://schemas.openxmlformats.org/drawingml/2006/main">
            <a:r>
              <a:t>          "final_ip_a": 748035.9325,</a:t>
            </a:r>
          </a:p>
          <a:p xmlns:a="http://schemas.openxmlformats.org/drawingml/2006/main">
            <a:r>
              <a:t>          "final_ip_error_a": -5872.36950000003,</a:t>
            </a:r>
          </a:p>
          <a:p xmlns:a="http://schemas.openxmlformats.org/drawingml/2006/main">
            <a:r>
              <a:t>          "final_ip_error_rel": 0.007789235752440394,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0.000013362869764972635,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10.12738117036082,</a:t>
            </a:r>
          </a:p>
          <a:p xmlns:a="http://schemas.openxmlformats.org/drawingml/2006/main">
            <a:r>
              <a:t>          "q_report_rel_diff": 0.004627637999926169,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0.9732768875594282,</a:t>
            </a:r>
          </a:p>
          <a:p xmlns:a="http://schemas.openxmlformats.org/drawingml/2006/main">
            <a:r>
              <a:t>            "q": 6.896771764917584,</a:t>
            </a:r>
          </a:p>
          <a:p xmlns:a="http://schemas.openxmlformats.org/drawingml/2006/main">
            <a:r>
              <a:t>            "shear": 3.9048124347837305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0.9718975142997515,</a:t>
            </a:r>
          </a:p>
          <a:p xmlns:a="http://schemas.openxmlformats.org/drawingml/2006/main">
            <a:r>
              <a:t>            "q": 8.01713736366334,</a:t>
            </a:r>
          </a:p>
          <a:p xmlns:a="http://schemas.openxmlformats.org/drawingml/2006/main">
            <a:r>
              <a:t>            "shear": 4.00435587631478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1.01627200117387,</a:t>
            </a:r>
          </a:p>
          <a:p xmlns:a="http://schemas.openxmlformats.org/drawingml/2006/main">
            <a:r>
              <a:t>            "q": 10.59395700912845,</a:t>
            </a:r>
          </a:p>
          <a:p xmlns:a="http://schemas.openxmlformats.org/drawingml/2006/main">
            <a:r>
              <a:t>            "shear": 4.080205915619315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"apply_omX_n1w2"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"n1w2",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"#009E73",</a:t>
            </a:r>
          </a:p>
          <a:p xmlns:a="http://schemas.openxmlformats.org/drawingml/2006/main">
            <a:r>
              <a:t>    "root": "C:\\Users\\joesc\\git\\cheaseBS_tests\\data\\129015_129038\\pm0.2_ncscal1_warmup2\\129015",</a:t>
            </a:r>
          </a:p>
          <a:p xmlns:a="http://schemas.openxmlformats.org/drawingml/2006/main">
            <a:r>
              <a:t>    "count": 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0.000023487053450077894,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"/pscratch/sd/j/joeschm/cheaseBS_runs/20260925/20260925_05-36-27-129015_omt_0.800/iteration_49/artifacts/EQDSK_COCOS_02_POS_SOURCE_SIGNS.OUT",</a:t>
            </a:r>
          </a:p>
          <a:p xmlns:a="http://schemas.openxmlformats.org/drawingml/2006/main">
            <a:r>
              <a:t>          "final_ip_a": 733798.095,</a:t>
            </a:r>
          </a:p>
          <a:p xmlns:a="http://schemas.openxmlformats.org/drawingml/2006/main">
            <a:r>
              <a:t>          "final_ip_error_a": -20110.207000000053,</a:t>
            </a:r>
          </a:p>
          <a:p xmlns:a="http://schemas.openxmlformats.org/drawingml/2006/main">
            <a:r>
              <a:t>          "final_ip_error_rel": 0.026674606111447296,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0.00011409093195260473,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10.283379724598955,</a:t>
            </a:r>
          </a:p>
          <a:p xmlns:a="http://schemas.openxmlformats.org/drawingml/2006/main">
            <a:r>
              <a:t>          "q_report_rel_diff": 0.02010256250798407,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0.8268279039347873,</a:t>
            </a:r>
          </a:p>
          <a:p xmlns:a="http://schemas.openxmlformats.org/drawingml/2006/main">
            <a:r>
              <a:t>            "q": 6.922055921548795,</a:t>
            </a:r>
          </a:p>
          <a:p xmlns:a="http://schemas.openxmlformats.org/drawingml/2006/main">
            <a:r>
              <a:t>            "shear": 3.9181073676577687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0.8161912772829016,</a:t>
            </a:r>
          </a:p>
          <a:p xmlns:a="http://schemas.openxmlformats.org/drawingml/2006/main">
            <a:r>
              <a:t>            "q": 8.056729634317698,</a:t>
            </a:r>
          </a:p>
          <a:p xmlns:a="http://schemas.openxmlformats.org/drawingml/2006/main">
            <a:r>
              <a:t>            "shear": 4.0522634106058915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0.9070150348457082,</a:t>
            </a:r>
          </a:p>
          <a:p xmlns:a="http://schemas.openxmlformats.org/drawingml/2006/main">
            <a:r>
              <a:t>            "q": 10.882178550688785,</a:t>
            </a:r>
          </a:p>
          <a:p xmlns:a="http://schemas.openxmlformats.org/drawingml/2006/main">
            <a:r>
              <a:t>            "shear": 4.433225433773813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0.000013803089605593829,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"/pscratch/sd/j/joeschm/cheaseBS_runs/20260925/20260925_06-09-54-129015_omt_0.900/iteration_49/artifacts/EQDSK_COCOS_02_POS_SOURCE_SIGNS.OUT",</a:t>
            </a:r>
          </a:p>
          <a:p xmlns:a="http://schemas.openxmlformats.org/drawingml/2006/main">
            <a:r>
              <a:t>          "final_ip_a": 740492.5324,</a:t>
            </a:r>
          </a:p>
          <a:p xmlns:a="http://schemas.openxmlformats.org/drawingml/2006/main">
            <a:r>
              <a:t>          "final_ip_error_a": -13415.7696,</a:t>
            </a:r>
          </a:p>
          <a:p xmlns:a="http://schemas.openxmlformats.org/drawingml/2006/main">
            <a:r>
              <a:t>          "final_ip_error_rel": 0.017794962019134258,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0.000048567805076044687,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10.208650449623514,</a:t>
            </a:r>
          </a:p>
          <a:p xmlns:a="http://schemas.openxmlformats.org/drawingml/2006/main">
            <a:r>
              <a:t>          "q_report_rel_diff": 0.012689481698135411,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0.8958078292828825,</a:t>
            </a:r>
          </a:p>
          <a:p xmlns:a="http://schemas.openxmlformats.org/drawingml/2006/main">
            <a:r>
              <a:t>            "q": 6.909179471303536,</a:t>
            </a:r>
          </a:p>
          <a:p xmlns:a="http://schemas.openxmlformats.org/drawingml/2006/main">
            <a:r>
              <a:t>            "shear": 3.909798862883849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0.8889505954907848,</a:t>
            </a:r>
          </a:p>
          <a:p xmlns:a="http://schemas.openxmlformats.org/drawingml/2006/main">
            <a:r>
              <a:t>            "q": 8.036430869755044,</a:t>
            </a:r>
          </a:p>
          <a:p xmlns:a="http://schemas.openxmlformats.org/drawingml/2006/main">
            <a:r>
              <a:t>            "shear": 4.030585184495195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0.9577419078661169,</a:t>
            </a:r>
          </a:p>
          <a:p xmlns:a="http://schemas.openxmlformats.org/drawingml/2006/main">
            <a:r>
              <a:t>            "q": 10.744361347201542,</a:t>
            </a:r>
          </a:p>
          <a:p xmlns:a="http://schemas.openxmlformats.org/drawingml/2006/main">
            <a:r>
              <a:t>            "shear": 4.278564706508817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0.000007736458920029132,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"/pscratch/sd/j/joeschm/cheaseBS_runs/20260925/20260925_06-43-45-129015_omt_0.950/iteration_49/artifacts/EQDSK_COCOS_02_POS_SOURCE_SIGNS.OUT",</a:t>
            </a:r>
          </a:p>
          <a:p xmlns:a="http://schemas.openxmlformats.org/drawingml/2006/main">
            <a:r>
              <a:t>          "final_ip_a": 744062.1761,</a:t>
            </a:r>
          </a:p>
          <a:p xmlns:a="http://schemas.openxmlformats.org/drawingml/2006/main">
            <a:r>
              <a:t>          "final_ip_error_a": -9846.125899999985,</a:t>
            </a:r>
          </a:p>
          <a:p xmlns:a="http://schemas.openxmlformats.org/drawingml/2006/main">
            <a:r>
              <a:t>          "final_ip_error_rel": 0.013060110724181923,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0.00001793114848930836,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10.169603765903158,</a:t>
            </a:r>
          </a:p>
          <a:p xmlns:a="http://schemas.openxmlformats.org/drawingml/2006/main">
            <a:r>
              <a:t>          "q_report_rel_diff": 0.00881608373099702,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0.9333407068640988,</a:t>
            </a:r>
          </a:p>
          <a:p xmlns:a="http://schemas.openxmlformats.org/drawingml/2006/main">
            <a:r>
              <a:t>            "q": 6.904016164883113,</a:t>
            </a:r>
          </a:p>
          <a:p xmlns:a="http://schemas.openxmlformats.org/drawingml/2006/main">
            <a:r>
              <a:t>            "shear": 3.906728529128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0.9289722236362312,</a:t>
            </a:r>
          </a:p>
          <a:p xmlns:a="http://schemas.openxmlformats.org/drawingml/2006/main">
            <a:r>
              <a:t>            "q": 8.027860162699085,</a:t>
            </a:r>
          </a:p>
          <a:p xmlns:a="http://schemas.openxmlformats.org/drawingml/2006/main">
            <a:r>
              <a:t>            "shear": 4.0175360642969835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0.9857491105108448,</a:t>
            </a:r>
          </a:p>
          <a:p xmlns:a="http://schemas.openxmlformats.org/drawingml/2006/main">
            <a:r>
              <a:t>            "q": 10.672322197578751,</a:t>
            </a:r>
          </a:p>
          <a:p xmlns:a="http://schemas.openxmlformats.org/drawingml/2006/main">
            <a:r>
              <a:t>            "shear": 4.188847521586487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"C:\\Users\\joesc\\git\\cheaseBS_tests\\data\\129015_129038\\pm0.2_ncscal1_warmup2\\129015\\omt_1.000",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0.000001859650375590427,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"/pscratch/sd/j/joeschm/cheaseBS_runs/20260925/20260925_07-17-28-129015_omt_1.000/iteration_49/artifacts/EQDSK_COCOS_02_POS_SOURCE_SIGNS.OUT",</a:t>
            </a:r>
          </a:p>
          <a:p xmlns:a="http://schemas.openxmlformats.org/drawingml/2006/main">
            <a:r>
              <a:t>          "final_ip_a": 748035.9325,</a:t>
            </a:r>
          </a:p>
          <a:p xmlns:a="http://schemas.openxmlformats.org/drawingml/2006/main">
            <a:r>
              <a:t>          "final_ip_error_a": -5872.36950000003,</a:t>
            </a:r>
          </a:p>
          <a:p xmlns:a="http://schemas.openxmlformats.org/drawingml/2006/main">
            <a:r>
              <a:t>          "final_ip_error_rel": 0.007789235752440394,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0.000013362869764972635,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10.12738117036082,</a:t>
            </a:r>
          </a:p>
          <a:p xmlns:a="http://schemas.openxmlformats.org/drawingml/2006/main">
            <a:r>
              <a:t>          "q_report_rel_diff": 0.004627637999926169,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0.9732768875594282,</a:t>
            </a:r>
          </a:p>
          <a:p xmlns:a="http://schemas.openxmlformats.org/drawingml/2006/main">
            <a:r>
              <a:t>            "q": 6.896771764917584,</a:t>
            </a:r>
          </a:p>
          <a:p xmlns:a="http://schemas.openxmlformats.org/drawingml/2006/main">
            <a:r>
              <a:t>            "shear": 3.9048124347837305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0.9718975142997515,</a:t>
            </a:r>
          </a:p>
          <a:p xmlns:a="http://schemas.openxmlformats.org/drawingml/2006/main">
            <a:r>
              <a:t>            "q": 8.01713736366334,</a:t>
            </a:r>
          </a:p>
          <a:p xmlns:a="http://schemas.openxmlformats.org/drawingml/2006/main">
            <a:r>
              <a:t>            "shear": 4.00435587631478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1.01627200117387,</a:t>
            </a:r>
          </a:p>
          <a:p xmlns:a="http://schemas.openxmlformats.org/drawingml/2006/main">
            <a:r>
              <a:t>            "q": 10.59395700912845,</a:t>
            </a:r>
          </a:p>
          <a:p xmlns:a="http://schemas.openxmlformats.org/drawingml/2006/main">
            <a:r>
              <a:t>            "shear": 4.080205915619315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"apply_omX_n1w2"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"n4w0",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"#D55E00",</a:t>
            </a:r>
          </a:p>
          <a:p xmlns:a="http://schemas.openxmlformats.org/drawingml/2006/main">
            <a:r>
              <a:t>    "root": "C:\\Users\\joesc\\git\\cheaseBS_tests\\data\\129015_129038\\pm0.2_ncscal4_warmup0\\129015",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1.0006646522014773,</a:t>
            </a:r>
          </a:p>
          <a:p xmlns:a="http://schemas.openxmlformats.org/drawingml/2006/main">
            <a:r>
              <a:t>          "final_amplitude_next": 1.0006646522014773,</a:t>
            </a:r>
          </a:p>
          <a:p xmlns:a="http://schemas.openxmlformats.org/drawingml/2006/main">
            <a:r>
              <a:t>          "final_bootstrap_change_rel": 0.00010613206669860437,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"/pscratch/sd/j/joeschm/cheaseBS_runs/20260924/20260924_23-29-15-129015_omt_0.800/iteration_01/artifacts/EQDSK_COCOS_02_POS_SOURCE_SIGNS.OUT",</a:t>
            </a:r>
          </a:p>
          <a:p xmlns:a="http://schemas.openxmlformats.org/drawingml/2006/main">
            <a:r>
              <a:t>          "final_ip_a": 752979.2851,</a:t>
            </a:r>
          </a:p>
          <a:p xmlns:a="http://schemas.openxmlformats.org/drawingml/2006/main">
            <a:r>
              <a:t>          "final_ip_error_a": -929.016900000046,</a:t>
            </a:r>
          </a:p>
          <a:p xmlns:a="http://schemas.openxmlformats.org/drawingml/2006/main">
            <a:r>
              <a:t>          "final_ip_error_rel": 0.0012322677672278054,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0.0001263346842544066,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9.996325503624643,</a:t>
            </a:r>
          </a:p>
          <a:p xmlns:a="http://schemas.openxmlformats.org/drawingml/2006/main">
            <a:r>
              <a:t>          "q_report_rel_diff": -0.008372973185223922,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0.845799119138819,</a:t>
            </a:r>
          </a:p>
          <a:p xmlns:a="http://schemas.openxmlformats.org/drawingml/2006/main">
            <a:r>
              <a:t>            "q": 6.82892303619158,</a:t>
            </a:r>
          </a:p>
          <a:p xmlns:a="http://schemas.openxmlformats.org/drawingml/2006/main">
            <a:r>
              <a:t>            "shear": 3.894742786008463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0.8374198314723565,</a:t>
            </a:r>
          </a:p>
          <a:p xmlns:a="http://schemas.openxmlformats.org/drawingml/2006/main">
            <a:r>
              <a:t>            "q": 7.934541911705615,</a:t>
            </a:r>
          </a:p>
          <a:p xmlns:a="http://schemas.openxmlformats.org/drawingml/2006/main">
            <a:r>
              <a:t>            "shear": 3.9696519923275173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0.939865844842348,</a:t>
            </a:r>
          </a:p>
          <a:p xmlns:a="http://schemas.openxmlformats.org/drawingml/2006/main">
            <a:r>
              <a:t>            "q": 10.525966368262742,</a:t>
            </a:r>
          </a:p>
          <a:p xmlns:a="http://schemas.openxmlformats.org/drawingml/2006/main">
            <a:r>
              <a:t>            "shear": 4.35485240837784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1.0004870485304158,</a:t>
            </a:r>
          </a:p>
          <a:p xmlns:a="http://schemas.openxmlformats.org/drawingml/2006/main">
            <a:r>
              <a:t>          "final_amplitude_next": 1.0004870485304158,</a:t>
            </a:r>
          </a:p>
          <a:p xmlns:a="http://schemas.openxmlformats.org/drawingml/2006/main">
            <a:r>
              <a:t>          "final_bootstrap_change_rel": 0.00005728949000970478,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"/pscratch/sd/j/joeschm/cheaseBS_runs/20260924/20260924_23-31-16-129015_omt_0.900/iteration_01/artifacts/EQDSK_COCOS_02_POS_SOURCE_SIGNS.OUT",</a:t>
            </a:r>
          </a:p>
          <a:p xmlns:a="http://schemas.openxmlformats.org/drawingml/2006/main">
            <a:r>
              <a:t>          "final_ip_a": 753289.9015,</a:t>
            </a:r>
          </a:p>
          <a:p xmlns:a="http://schemas.openxmlformats.org/drawingml/2006/main">
            <a:r>
              <a:t>          "final_ip_error_a": -618.4004999999888,</a:t>
            </a:r>
          </a:p>
          <a:p xmlns:a="http://schemas.openxmlformats.org/drawingml/2006/main">
            <a:r>
              <a:t>          "final_ip_error_rel": 0.0008202595705067442,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0.0001439428669986888,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9.992744772202055,</a:t>
            </a:r>
          </a:p>
          <a:p xmlns:a="http://schemas.openxmlformats.org/drawingml/2006/main">
            <a:r>
              <a:t>          "q_report_rel_diff": -0.008728178710805841,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0.9119349319549918,</a:t>
            </a:r>
          </a:p>
          <a:p xmlns:a="http://schemas.openxmlformats.org/drawingml/2006/main">
            <a:r>
              <a:t>            "q": 6.815383299852778,</a:t>
            </a:r>
          </a:p>
          <a:p xmlns:a="http://schemas.openxmlformats.org/drawingml/2006/main">
            <a:r>
              <a:t>            "shear": 3.896295120467443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0.9060176437824907,</a:t>
            </a:r>
          </a:p>
          <a:p xmlns:a="http://schemas.openxmlformats.org/drawingml/2006/main">
            <a:r>
              <a:t>            "q": 7.921215830494753,</a:t>
            </a:r>
          </a:p>
          <a:p xmlns:a="http://schemas.openxmlformats.org/drawingml/2006/main">
            <a:r>
              <a:t>            "shear": 3.987371392566006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0.9753412270146667,</a:t>
            </a:r>
          </a:p>
          <a:p xmlns:a="http://schemas.openxmlformats.org/drawingml/2006/main">
            <a:r>
              <a:t>            "q": 10.52765724480566,</a:t>
            </a:r>
          </a:p>
          <a:p xmlns:a="http://schemas.openxmlformats.org/drawingml/2006/main">
            <a:r>
              <a:t>            "shear": 4.400198523170793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1.000390817451755,</a:t>
            </a:r>
          </a:p>
          <a:p xmlns:a="http://schemas.openxmlformats.org/drawingml/2006/main">
            <a:r>
              <a:t>          "final_amplitude_next": 1.000390817451755,</a:t>
            </a:r>
          </a:p>
          <a:p xmlns:a="http://schemas.openxmlformats.org/drawingml/2006/main">
            <a:r>
              <a:t>          "final_bootstrap_change_rel": 0.00003462362941574374,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"/pscratch/sd/j/joeschm/cheaseBS_runs/20260924/20260924_23-33-19-129015_omt_0.950/iteration_01/artifacts/EQDSK_COCOS_02_POS_SOURCE_SIGNS.OUT",</a:t>
            </a:r>
          </a:p>
          <a:p xmlns:a="http://schemas.openxmlformats.org/drawingml/2006/main">
            <a:r>
              <a:t>          "final_ip_a": 753488.4287,</a:t>
            </a:r>
          </a:p>
          <a:p xmlns:a="http://schemas.openxmlformats.org/drawingml/2006/main">
            <a:r>
              <a:t>          "final_ip_error_a": -419.87329999997746,</a:t>
            </a:r>
          </a:p>
          <a:p xmlns:a="http://schemas.openxmlformats.org/drawingml/2006/main">
            <a:r>
              <a:t>          "final_ip_error_rel": 0.0005569288717024599,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0.00022693208059840737,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9.990715376119889,</a:t>
            </a:r>
          </a:p>
          <a:p xmlns:a="http://schemas.openxmlformats.org/drawingml/2006/main">
            <a:r>
              <a:t>          "q_report_rel_diff": -0.008929493084018136,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0.9478721578529441,</a:t>
            </a:r>
          </a:p>
          <a:p xmlns:a="http://schemas.openxmlformats.org/drawingml/2006/main">
            <a:r>
              <a:t>            "q": 6.807974963345341,</a:t>
            </a:r>
          </a:p>
          <a:p xmlns:a="http://schemas.openxmlformats.org/drawingml/2006/main">
            <a:r>
              <a:t>            "shear": 3.8967078454410298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0.9436076223906784,</a:t>
            </a:r>
          </a:p>
          <a:p xmlns:a="http://schemas.openxmlformats.org/drawingml/2006/main">
            <a:r>
              <a:t>            "q": 7.913843171436799,</a:t>
            </a:r>
          </a:p>
          <a:p xmlns:a="http://schemas.openxmlformats.org/drawingml/2006/main">
            <a:r>
              <a:t>            "shear": 3.997124465418335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0.9942558289599889,</a:t>
            </a:r>
          </a:p>
          <a:p xmlns:a="http://schemas.openxmlformats.org/drawingml/2006/main">
            <a:r>
              <a:t>            "q": 10.527734856501501,</a:t>
            </a:r>
          </a:p>
          <a:p xmlns:a="http://schemas.openxmlformats.org/drawingml/2006/main">
            <a:r>
              <a:t>            "shear": 4.421329092466225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1.0002892298854906,</a:t>
            </a:r>
          </a:p>
          <a:p xmlns:a="http://schemas.openxmlformats.org/drawingml/2006/main">
            <a:r>
              <a:t>          "final_amplitude_next": 1.0002892298854906,</a:t>
            </a:r>
          </a:p>
          <a:p xmlns:a="http://schemas.openxmlformats.org/drawingml/2006/main">
            <a:r>
              <a:t>          "final_bootstrap_change_rel": 0.00007108484238520276,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"/pscratch/sd/j/joeschm/cheaseBS_runs/20260924/20260924_23-35-20-129015_omt_1.000/iteration_01/artifacts/EQDSK_COCOS_02_POS_SOURCE_SIGNS.OUT",</a:t>
            </a:r>
          </a:p>
          <a:p xmlns:a="http://schemas.openxmlformats.org/drawingml/2006/main">
            <a:r>
              <a:t>          "final_ip_a": 753986.5399,</a:t>
            </a:r>
          </a:p>
          <a:p xmlns:a="http://schemas.openxmlformats.org/drawingml/2006/main">
            <a:r>
              <a:t>          "final_ip_error_a": 78.23789999994915,</a:t>
            </a:r>
          </a:p>
          <a:p xmlns:a="http://schemas.openxmlformats.org/drawingml/2006/main">
            <a:r>
              <a:t>          "final_ip_error_rel": 0.00010377641391187273,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0.0007711715280825772,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9.988878079021037,</a:t>
            </a:r>
          </a:p>
          <a:p xmlns:a="http://schemas.openxmlformats.org/drawingml/2006/main">
            <a:r>
              <a:t>          "q_report_rel_diff": -0.009111751400721575,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0.9859104208303776,</a:t>
            </a:r>
          </a:p>
          <a:p xmlns:a="http://schemas.openxmlformats.org/drawingml/2006/main">
            <a:r>
              <a:t>            "q": 6.800349448933337,</a:t>
            </a:r>
          </a:p>
          <a:p xmlns:a="http://schemas.openxmlformats.org/drawingml/2006/main">
            <a:r>
              <a:t>            "shear": 3.8972195309576088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0.9836782577496148,</a:t>
            </a:r>
          </a:p>
          <a:p xmlns:a="http://schemas.openxmlformats.org/drawingml/2006/main">
            <a:r>
              <a:t>            "q": 7.906433560419086,</a:t>
            </a:r>
          </a:p>
          <a:p xmlns:a="http://schemas.openxmlformats.org/drawingml/2006/main">
            <a:r>
              <a:t>            "shear": 4.008552799373367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1.0148011077169925,</a:t>
            </a:r>
          </a:p>
          <a:p xmlns:a="http://schemas.openxmlformats.org/drawingml/2006/main">
            <a:r>
              <a:t>            "q": 10.52161428168054,</a:t>
            </a:r>
          </a:p>
          <a:p xmlns:a="http://schemas.openxmlformats.org/drawingml/2006/main">
            <a:r>
              <a:t>            "shear": 4.4112391362642684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1.0001819663053166,</a:t>
            </a:r>
          </a:p>
          <a:p xmlns:a="http://schemas.openxmlformats.org/drawingml/2006/main">
            <a:r>
              <a:t>          "final_amplitude_next": 1.0001819663053166,</a:t>
            </a:r>
          </a:p>
          <a:p xmlns:a="http://schemas.openxmlformats.org/drawingml/2006/main">
            <a:r>
              <a:t>          "final_bootstrap_change_rel": 0.000036088675074284915,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"/pscratch/sd/j/joeschm/cheaseBS_runs/20260924/20260924_23-37-20-129015_omt_1.050/iteration_01/artifacts/EQDSK_COCOS_02_POS_SOURCE_SIGNS.OUT",</a:t>
            </a:r>
          </a:p>
          <a:p xmlns:a="http://schemas.openxmlformats.org/drawingml/2006/main">
            <a:r>
              <a:t>          "final_ip_a": 753566.81,</a:t>
            </a:r>
          </a:p>
          <a:p xmlns:a="http://schemas.openxmlformats.org/drawingml/2006/main">
            <a:r>
              <a:t>          "final_ip_error_a": -341.49199999996927,</a:t>
            </a:r>
          </a:p>
          <a:p xmlns:a="http://schemas.openxmlformats.org/drawingml/2006/main">
            <a:r>
              <a:t>          "final_ip_error_rel": 0.00045296224898179894,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0.00012089240078454514,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9.984815690687949,</a:t>
            </a:r>
          </a:p>
          <a:p xmlns:a="http://schemas.openxmlformats.org/drawingml/2006/main">
            <a:r>
              <a:t>          "q_report_rel_diff": -0.009514736884042033,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1.0262263586758031,</a:t>
            </a:r>
          </a:p>
          <a:p xmlns:a="http://schemas.openxmlformats.org/drawingml/2006/main">
            <a:r>
              <a:t>            "q": 6.78638720054378,</a:t>
            </a:r>
          </a:p>
          <a:p xmlns:a="http://schemas.openxmlformats.org/drawingml/2006/main">
            <a:r>
              <a:t>            "shear": 3.8943873426293147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1.0265461905121882,</a:t>
            </a:r>
          </a:p>
          <a:p xmlns:a="http://schemas.openxmlformats.org/drawingml/2006/main">
            <a:r>
              <a:t>            "q": 7.8911378661679645,</a:t>
            </a:r>
          </a:p>
          <a:p xmlns:a="http://schemas.openxmlformats.org/drawingml/2006/main">
            <a:r>
              <a:t>            "shear": 4.02283225509849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1.0365118094712173,</a:t>
            </a:r>
          </a:p>
          <a:p xmlns:a="http://schemas.openxmlformats.org/drawingml/2006/main">
            <a:r>
              <a:t>            "q": 10.528720094131451,</a:t>
            </a:r>
          </a:p>
          <a:p xmlns:a="http://schemas.openxmlformats.org/drawingml/2006/main">
            <a:r>
              <a:t>            "shear": 4.521846912247405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1.0000686932534295,</a:t>
            </a:r>
          </a:p>
          <a:p xmlns:a="http://schemas.openxmlformats.org/drawingml/2006/main">
            <a:r>
              <a:t>          "final_amplitude_next": 1.0000686932534295,</a:t>
            </a:r>
          </a:p>
          <a:p xmlns:a="http://schemas.openxmlformats.org/drawingml/2006/main">
            <a:r>
              <a:t>          "final_bootstrap_change_rel": 0.00006956744766998541,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"/pscratch/sd/j/joeschm/cheaseBS_runs/20260924/20260924_23-39-21-129015_omt_1.100/iteration_01/artifacts/EQDSK_COCOS_02_POS_SOURCE_SIGNS.OUT",</a:t>
            </a:r>
          </a:p>
          <a:p xmlns:a="http://schemas.openxmlformats.org/drawingml/2006/main">
            <a:r>
              <a:t>          "final_ip_a": 753952.4995,</a:t>
            </a:r>
          </a:p>
          <a:p xmlns:a="http://schemas.openxmlformats.org/drawingml/2006/main">
            <a:r>
              <a:t>          "final_ip_error_a": 44.19750000000931,</a:t>
            </a:r>
          </a:p>
          <a:p xmlns:a="http://schemas.openxmlformats.org/drawingml/2006/main">
            <a:r>
              <a:t>          "final_ip_error_rel": 0.00005862450364687629,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0.0002470993870207308,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9.980542655652986,</a:t>
            </a:r>
          </a:p>
          <a:p xmlns:a="http://schemas.openxmlformats.org/drawingml/2006/main">
            <a:r>
              <a:t>          "q_report_rel_diff": -0.009938618341849625,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1.0687369739825496,</a:t>
            </a:r>
          </a:p>
          <a:p xmlns:a="http://schemas.openxmlformats.org/drawingml/2006/main">
            <a:r>
              <a:t>            "q": 6.777632944802446,</a:t>
            </a:r>
          </a:p>
          <a:p xmlns:a="http://schemas.openxmlformats.org/drawingml/2006/main">
            <a:r>
              <a:t>            "shear": 3.893966213251219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1.0718448301605066,</a:t>
            </a:r>
          </a:p>
          <a:p xmlns:a="http://schemas.openxmlformats.org/drawingml/2006/main">
            <a:r>
              <a:t>            "q": 7.88230506720996,</a:t>
            </a:r>
          </a:p>
          <a:p xmlns:a="http://schemas.openxmlformats.org/drawingml/2006/main">
            <a:r>
              <a:t>            "shear": 4.035319512024606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1.0583551366701247,</a:t>
            </a:r>
          </a:p>
          <a:p xmlns:a="http://schemas.openxmlformats.org/drawingml/2006/main">
            <a:r>
              <a:t>            "q": 10.52464118493592,</a:t>
            </a:r>
          </a:p>
          <a:p xmlns:a="http://schemas.openxmlformats.org/drawingml/2006/main">
            <a:r>
              <a:t>            "shear": 4.541806602019197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0.9998281900124809,</a:t>
            </a:r>
          </a:p>
          <a:p xmlns:a="http://schemas.openxmlformats.org/drawingml/2006/main">
            <a:r>
              <a:t>          "final_amplitude_next": 0.9998281900124809,</a:t>
            </a:r>
          </a:p>
          <a:p xmlns:a="http://schemas.openxmlformats.org/drawingml/2006/main">
            <a:r>
              <a:t>          "final_bootstrap_change_rel": 0.00012125697654629029,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"/pscratch/sd/j/joeschm/cheaseBS_runs/20260924/20260924_23-41-22-129015_omt_1.200/iteration_01/artifacts/EQDSK_COCOS_02_POS_SOURCE_SIGNS.OUT",</a:t>
            </a:r>
          </a:p>
          <a:p xmlns:a="http://schemas.openxmlformats.org/drawingml/2006/main">
            <a:r>
              <a:t>          "final_ip_a": 754004.0666,</a:t>
            </a:r>
          </a:p>
          <a:p xmlns:a="http://schemas.openxmlformats.org/drawingml/2006/main">
            <a:r>
              <a:t>          "final_ip_error_a": 95.76459999999497,</a:t>
            </a:r>
          </a:p>
          <a:p xmlns:a="http://schemas.openxmlformats.org/drawingml/2006/main">
            <a:r>
              <a:t>          "final_ip_error_rel": 0.00012702420141275347,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0.00023572435414123195,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9.98129627269806,</a:t>
            </a:r>
          </a:p>
          <a:p xmlns:a="http://schemas.openxmlformats.org/drawingml/2006/main">
            <a:r>
              <a:t>          "q_report_rel_diff": -0.00986386016900973,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1.1611304010675159,</a:t>
            </a:r>
          </a:p>
          <a:p xmlns:a="http://schemas.openxmlformats.org/drawingml/2006/main">
            <a:r>
              <a:t>            "q": 6.757396733996383,</a:t>
            </a:r>
          </a:p>
          <a:p xmlns:a="http://schemas.openxmlformats.org/drawingml/2006/main">
            <a:r>
              <a:t>            "shear": 3.890393088996679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1.1709394673993654,</a:t>
            </a:r>
          </a:p>
          <a:p xmlns:a="http://schemas.openxmlformats.org/drawingml/2006/main">
            <a:r>
              <a:t>            "q": 7.860699928067642,</a:t>
            </a:r>
          </a:p>
          <a:p xmlns:a="http://schemas.openxmlformats.org/drawingml/2006/main">
            <a:r>
              <a:t>            "shear": 4.055455706300496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1.1022018530406612,</a:t>
            </a:r>
          </a:p>
          <a:p xmlns:a="http://schemas.openxmlformats.org/drawingml/2006/main">
            <a:r>
              <a:t>            "q": 10.536562393489119,</a:t>
            </a:r>
          </a:p>
          <a:p xmlns:a="http://schemas.openxmlformats.org/drawingml/2006/main">
            <a:r>
              <a:t>            "shear": 4.595807351257399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1.0005023151625174,</a:t>
            </a:r>
          </a:p>
          <a:p xmlns:a="http://schemas.openxmlformats.org/drawingml/2006/main">
            <a:r>
              <a:t>          "final_amplitude_next": 1.0005023151625174,</a:t>
            </a:r>
          </a:p>
          <a:p xmlns:a="http://schemas.openxmlformats.org/drawingml/2006/main">
            <a:r>
              <a:t>          "final_bootstrap_change_rel": 0.00008944191755285443,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"/pscratch/sd/j/joeschm/cheaseBS_runs/20260924/20260924_23-43-24-129015_omne_0.800/iteration_01/artifacts/EQDSK_COCOS_02_POS_SOURCE_SIGNS.OUT",</a:t>
            </a:r>
          </a:p>
          <a:p xmlns:a="http://schemas.openxmlformats.org/drawingml/2006/main">
            <a:r>
              <a:t>          "final_ip_a": 753024.0324,</a:t>
            </a:r>
          </a:p>
          <a:p xmlns:a="http://schemas.openxmlformats.org/drawingml/2006/main">
            <a:r>
              <a:t>          "final_ip_error_a": -884.2695999999996,</a:t>
            </a:r>
          </a:p>
          <a:p xmlns:a="http://schemas.openxmlformats.org/drawingml/2006/main">
            <a:r>
              <a:t>          "final_ip_error_rel": 0.0011729139971720323,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0.00033856321535300345,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10.005789931432943,</a:t>
            </a:r>
          </a:p>
          <a:p xmlns:a="http://schemas.openxmlformats.org/drawingml/2006/main">
            <a:r>
              <a:t>          "q_report_rel_diff": -0.007434109959467135,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0.8480150317383512,</a:t>
            </a:r>
          </a:p>
          <a:p xmlns:a="http://schemas.openxmlformats.org/drawingml/2006/main">
            <a:r>
              <a:t>            "q": 6.832585746160614,</a:t>
            </a:r>
          </a:p>
          <a:p xmlns:a="http://schemas.openxmlformats.org/drawingml/2006/main">
            <a:r>
              <a:t>            "shear": 3.9020695535936727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0.8313375215963711,</a:t>
            </a:r>
          </a:p>
          <a:p xmlns:a="http://schemas.openxmlformats.org/drawingml/2006/main">
            <a:r>
              <a:t>            "q": 7.9414462945295385,</a:t>
            </a:r>
          </a:p>
          <a:p xmlns:a="http://schemas.openxmlformats.org/drawingml/2006/main">
            <a:r>
              <a:t>            "shear": 3.9781565298377806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0.8793801069800532,</a:t>
            </a:r>
          </a:p>
          <a:p xmlns:a="http://schemas.openxmlformats.org/drawingml/2006/main">
            <a:r>
              <a:t>            "q": 10.537585767264826,</a:t>
            </a:r>
          </a:p>
          <a:p xmlns:a="http://schemas.openxmlformats.org/drawingml/2006/main">
            <a:r>
              <a:t>            "shear": 4.3518367558555555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1.0003990114148205,</a:t>
            </a:r>
          </a:p>
          <a:p xmlns:a="http://schemas.openxmlformats.org/drawingml/2006/main">
            <a:r>
              <a:t>          "final_amplitude_next": 1.0003990114148205,</a:t>
            </a:r>
          </a:p>
          <a:p xmlns:a="http://schemas.openxmlformats.org/drawingml/2006/main">
            <a:r>
              <a:t>          "final_bootstrap_change_rel": 0.00004755100737619406,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"/pscratch/sd/j/joeschm/cheaseBS_runs/20260924/20260924_23-45-25-129015_omne_0.900/iteration_01/artifacts/EQDSK_COCOS_02_POS_SOURCE_SIGNS.OUT",</a:t>
            </a:r>
          </a:p>
          <a:p xmlns:a="http://schemas.openxmlformats.org/drawingml/2006/main">
            <a:r>
              <a:t>          "final_ip_a": 753435.81,</a:t>
            </a:r>
          </a:p>
          <a:p xmlns:a="http://schemas.openxmlformats.org/drawingml/2006/main">
            <a:r>
              <a:t>          "final_ip_error_a": -472.49199999996927,</a:t>
            </a:r>
          </a:p>
          <a:p xmlns:a="http://schemas.openxmlformats.org/drawingml/2006/main">
            <a:r>
              <a:t>          "final_ip_error_rel": 0.000626723434065552,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0.0001509322037357533,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9.999081310857601,</a:t>
            </a:r>
          </a:p>
          <a:p xmlns:a="http://schemas.openxmlformats.org/drawingml/2006/main">
            <a:r>
              <a:t>          "q_report_rel_diff": -0.008099599440851328,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0.9142828396001865,</a:t>
            </a:r>
          </a:p>
          <a:p xmlns:a="http://schemas.openxmlformats.org/drawingml/2006/main">
            <a:r>
              <a:t>            "q": 6.81698743080056,</a:t>
            </a:r>
          </a:p>
          <a:p xmlns:a="http://schemas.openxmlformats.org/drawingml/2006/main">
            <a:r>
              <a:t>            "shear": 3.9001368572619164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0.9041449572500794,</a:t>
            </a:r>
          </a:p>
          <a:p xmlns:a="http://schemas.openxmlformats.org/drawingml/2006/main">
            <a:r>
              <a:t>            "q": 7.924574457836149,</a:t>
            </a:r>
          </a:p>
          <a:p xmlns:a="http://schemas.openxmlformats.org/drawingml/2006/main">
            <a:r>
              <a:t>            "shear": 3.9928999479144767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0.9444749076348776,</a:t>
            </a:r>
          </a:p>
          <a:p xmlns:a="http://schemas.openxmlformats.org/drawingml/2006/main">
            <a:r>
              <a:t>            "q": 10.533866318686036,</a:t>
            </a:r>
          </a:p>
          <a:p xmlns:a="http://schemas.openxmlformats.org/drawingml/2006/main">
            <a:r>
              <a:t>            "shear": 4.385985654905051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1.0003449561410234,</a:t>
            </a:r>
          </a:p>
          <a:p xmlns:a="http://schemas.openxmlformats.org/drawingml/2006/main">
            <a:r>
              <a:t>          "final_amplitude_next": 1.0003449561410234,</a:t>
            </a:r>
          </a:p>
          <a:p xmlns:a="http://schemas.openxmlformats.org/drawingml/2006/main">
            <a:r>
              <a:t>          "final_bootstrap_change_rel": 0.000028534080822094417,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"/pscratch/sd/j/joeschm/cheaseBS_runs/20260924/20260924_23-47-26-129015_omne_0.950/iteration_01/artifacts/EQDSK_COCOS_02_POS_SOURCE_SIGNS.OUT",</a:t>
            </a:r>
          </a:p>
          <a:p xmlns:a="http://schemas.openxmlformats.org/drawingml/2006/main">
            <a:r>
              <a:t>          "final_ip_a": 753548.9169,</a:t>
            </a:r>
          </a:p>
          <a:p xmlns:a="http://schemas.openxmlformats.org/drawingml/2006/main">
            <a:r>
              <a:t>          "final_ip_error_a": -359.38510000007227,</a:t>
            </a:r>
          </a:p>
          <a:p xmlns:a="http://schemas.openxmlformats.org/drawingml/2006/main">
            <a:r>
              <a:t>          "final_ip_error_rel": 0.00047669603723248595,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0.00020751210721703213,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9.99388797133754,</a:t>
            </a:r>
          </a:p>
          <a:p xmlns:a="http://schemas.openxmlformats.org/drawingml/2006/main">
            <a:r>
              <a:t>          "q_report_rel_diff": -0.008614774324427449,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0.9493830382093142,</a:t>
            </a:r>
          </a:p>
          <a:p xmlns:a="http://schemas.openxmlformats.org/drawingml/2006/main">
            <a:r>
              <a:t>            "q": 6.808675641620777,</a:t>
            </a:r>
          </a:p>
          <a:p xmlns:a="http://schemas.openxmlformats.org/drawingml/2006/main">
            <a:r>
              <a:t>            "shear": 3.8986098630979003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0.9429873520521056,</a:t>
            </a:r>
          </a:p>
          <a:p xmlns:a="http://schemas.openxmlformats.org/drawingml/2006/main">
            <a:r>
              <a:t>            "q": 7.915416635544586,</a:t>
            </a:r>
          </a:p>
          <a:p xmlns:a="http://schemas.openxmlformats.org/drawingml/2006/main">
            <a:r>
              <a:t>            "shear": 4.000011552400203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0.9785412219548653,</a:t>
            </a:r>
          </a:p>
          <a:p xmlns:a="http://schemas.openxmlformats.org/drawingml/2006/main">
            <a:r>
              <a:t>            "q": 10.531154237580216,</a:t>
            </a:r>
          </a:p>
          <a:p xmlns:a="http://schemas.openxmlformats.org/drawingml/2006/main">
            <a:r>
              <a:t>            "shear": 4.4157690807960925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1.0002892298854906,</a:t>
            </a:r>
          </a:p>
          <a:p xmlns:a="http://schemas.openxmlformats.org/drawingml/2006/main">
            <a:r>
              <a:t>          "final_amplitude_next": 1.0002892298854906,</a:t>
            </a:r>
          </a:p>
          <a:p xmlns:a="http://schemas.openxmlformats.org/drawingml/2006/main">
            <a:r>
              <a:t>          "final_bootstrap_change_rel": 0.00007108484238520276,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"/pscratch/sd/j/joeschm/cheaseBS_runs/20260924/20260924_23-49-32-129015_omne_1.000/iteration_01/artifacts/EQDSK_COCOS_02_POS_SOURCE_SIGNS.OUT",</a:t>
            </a:r>
          </a:p>
          <a:p xmlns:a="http://schemas.openxmlformats.org/drawingml/2006/main">
            <a:r>
              <a:t>          "final_ip_a": 753986.5399,</a:t>
            </a:r>
          </a:p>
          <a:p xmlns:a="http://schemas.openxmlformats.org/drawingml/2006/main">
            <a:r>
              <a:t>          "final_ip_error_a": 78.23789999994915,</a:t>
            </a:r>
          </a:p>
          <a:p xmlns:a="http://schemas.openxmlformats.org/drawingml/2006/main">
            <a:r>
              <a:t>          "final_ip_error_rel": 0.00010377641391187273,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0.0007711715280825772,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9.988878079021037,</a:t>
            </a:r>
          </a:p>
          <a:p xmlns:a="http://schemas.openxmlformats.org/drawingml/2006/main">
            <a:r>
              <a:t>          "q_report_rel_diff": -0.009111751400721575,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0.9859104208303776,</a:t>
            </a:r>
          </a:p>
          <a:p xmlns:a="http://schemas.openxmlformats.org/drawingml/2006/main">
            <a:r>
              <a:t>            "q": 6.800349448933337,</a:t>
            </a:r>
          </a:p>
          <a:p xmlns:a="http://schemas.openxmlformats.org/drawingml/2006/main">
            <a:r>
              <a:t>            "shear": 3.8972195309576088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0.9836782577496148,</a:t>
            </a:r>
          </a:p>
          <a:p xmlns:a="http://schemas.openxmlformats.org/drawingml/2006/main">
            <a:r>
              <a:t>            "q": 7.906433560419086,</a:t>
            </a:r>
          </a:p>
          <a:p xmlns:a="http://schemas.openxmlformats.org/drawingml/2006/main">
            <a:r>
              <a:t>            "shear": 4.008552799373367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1.0148011077169925,</a:t>
            </a:r>
          </a:p>
          <a:p xmlns:a="http://schemas.openxmlformats.org/drawingml/2006/main">
            <a:r>
              <a:t>            "q": 10.52161428168054,</a:t>
            </a:r>
          </a:p>
          <a:p xmlns:a="http://schemas.openxmlformats.org/drawingml/2006/main">
            <a:r>
              <a:t>            "shear": 4.4112391362642684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1.0002317834507066,</a:t>
            </a:r>
          </a:p>
          <a:p xmlns:a="http://schemas.openxmlformats.org/drawingml/2006/main">
            <a:r>
              <a:t>          "final_amplitude_next": 1.0002317834507066,</a:t>
            </a:r>
          </a:p>
          <a:p xmlns:a="http://schemas.openxmlformats.org/drawingml/2006/main">
            <a:r>
              <a:t>          "final_bootstrap_change_rel": 0.00002739537936547773,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"/pscratch/sd/j/joeschm/cheaseBS_runs/20260924/20260924_23-51-32-129015_omne_1.050/iteration_01/artifacts/EQDSK_COCOS_02_POS_SOURCE_SIGNS.OUT",</a:t>
            </a:r>
          </a:p>
          <a:p xmlns:a="http://schemas.openxmlformats.org/drawingml/2006/main">
            <a:r>
              <a:t>          "final_ip_a": 753520.5439,</a:t>
            </a:r>
          </a:p>
          <a:p xmlns:a="http://schemas.openxmlformats.org/drawingml/2006/main">
            <a:r>
              <a:t>          "final_ip_error_a": -387.7580999999773,</a:t>
            </a:r>
          </a:p>
          <a:p xmlns:a="http://schemas.openxmlformats.org/drawingml/2006/main">
            <a:r>
              <a:t>          "final_ip_error_rel": 0.0005143305876474846,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0.00007265663289838794,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9.981571909147931,</a:t>
            </a:r>
          </a:p>
          <a:p xmlns:a="http://schemas.openxmlformats.org/drawingml/2006/main">
            <a:r>
              <a:t>          "q_report_rel_diff": -0.009836517266543412,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1.0237611978889476,</a:t>
            </a:r>
          </a:p>
          <a:p xmlns:a="http://schemas.openxmlformats.org/drawingml/2006/main">
            <a:r>
              <a:t>            "q": 6.790656091612867,</a:t>
            </a:r>
          </a:p>
          <a:p xmlns:a="http://schemas.openxmlformats.org/drawingml/2006/main">
            <a:r>
              <a:t>            "shear": 3.894183538982111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1.025891833460018,</a:t>
            </a:r>
          </a:p>
          <a:p xmlns:a="http://schemas.openxmlformats.org/drawingml/2006/main">
            <a:r>
              <a:t>            "q": 7.895147097644217,</a:t>
            </a:r>
          </a:p>
          <a:p xmlns:a="http://schemas.openxmlformats.org/drawingml/2006/main">
            <a:r>
              <a:t>            "shear": 4.013952392173345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1.049644529450405,</a:t>
            </a:r>
          </a:p>
          <a:p xmlns:a="http://schemas.openxmlformats.org/drawingml/2006/main">
            <a:r>
              <a:t>            "q": 10.530808061716192,</a:t>
            </a:r>
          </a:p>
          <a:p xmlns:a="http://schemas.openxmlformats.org/drawingml/2006/main">
            <a:r>
              <a:t>            "shear": 4.515355667811019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1.0001725687817968,</a:t>
            </a:r>
          </a:p>
          <a:p xmlns:a="http://schemas.openxmlformats.org/drawingml/2006/main">
            <a:r>
              <a:t>          "final_amplitude_next": 1.0001725687817968,</a:t>
            </a:r>
          </a:p>
          <a:p xmlns:a="http://schemas.openxmlformats.org/drawingml/2006/main">
            <a:r>
              <a:t>          "final_bootstrap_change_rel": 0.00005716554764694886,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"/pscratch/sd/j/joeschm/cheaseBS_runs/20260924/20260924_23-53-34-129015_omne_1.100/iteration_01/artifacts/EQDSK_COCOS_02_POS_SOURCE_SIGNS.OUT",</a:t>
            </a:r>
          </a:p>
          <a:p xmlns:a="http://schemas.openxmlformats.org/drawingml/2006/main">
            <a:r>
              <a:t>          "final_ip_a": 753785.7674,</a:t>
            </a:r>
          </a:p>
          <a:p xmlns:a="http://schemas.openxmlformats.org/drawingml/2006/main">
            <a:r>
              <a:t>          "final_ip_error_a": -122.5346000000136,</a:t>
            </a:r>
          </a:p>
          <a:p xmlns:a="http://schemas.openxmlformats.org/drawingml/2006/main">
            <a:r>
              <a:t>          "final_ip_error_rel": 0.00016253249854783215,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0.00024124893023533682,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9.973826164219059,</a:t>
            </a:r>
          </a:p>
          <a:p xmlns:a="http://schemas.openxmlformats.org/drawingml/2006/main">
            <a:r>
              <a:t>          "q_report_rel_diff": -0.010604888605741816,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1.0633775595136554,</a:t>
            </a:r>
          </a:p>
          <a:p xmlns:a="http://schemas.openxmlformats.org/drawingml/2006/main">
            <a:r>
              <a:t>            "q": 6.776828418123352,</a:t>
            </a:r>
          </a:p>
          <a:p xmlns:a="http://schemas.openxmlformats.org/drawingml/2006/main">
            <a:r>
              <a:t>            "shear": 3.8901807207072574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1.0707815946444312,</a:t>
            </a:r>
          </a:p>
          <a:p xmlns:a="http://schemas.openxmlformats.org/drawingml/2006/main">
            <a:r>
              <a:t>            "q": 7.879694989651656,</a:t>
            </a:r>
          </a:p>
          <a:p xmlns:a="http://schemas.openxmlformats.org/drawingml/2006/main">
            <a:r>
              <a:t>            "shear": 4.028214049835749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1.0912430987392463,</a:t>
            </a:r>
          </a:p>
          <a:p xmlns:a="http://schemas.openxmlformats.org/drawingml/2006/main">
            <a:r>
              <a:t>            "q": 10.51825104781723,</a:t>
            </a:r>
          </a:p>
          <a:p xmlns:a="http://schemas.openxmlformats.org/drawingml/2006/main">
            <a:r>
              <a:t>            "shear": 4.557609571408511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1.000054144343209,</a:t>
            </a:r>
          </a:p>
          <a:p xmlns:a="http://schemas.openxmlformats.org/drawingml/2006/main">
            <a:r>
              <a:t>          "final_amplitude_next": 1.000054144343209,</a:t>
            </a:r>
          </a:p>
          <a:p xmlns:a="http://schemas.openxmlformats.org/drawingml/2006/main">
            <a:r>
              <a:t>          "final_bootstrap_change_rel": 0.00010868877210326857,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"/pscratch/sd/j/joeschm/cheaseBS_runs/20260924/20260924_23-55-37-129015_omne_1.200/iteration_01/artifacts/EQDSK_COCOS_02_POS_SOURCE_SIGNS.OUT",</a:t>
            </a:r>
          </a:p>
          <a:p xmlns:a="http://schemas.openxmlformats.org/drawingml/2006/main">
            <a:r>
              <a:t>          "final_ip_a": 753570.6096,</a:t>
            </a:r>
          </a:p>
          <a:p xmlns:a="http://schemas.openxmlformats.org/drawingml/2006/main">
            <a:r>
              <a:t>          "final_ip_error_a": -337.6924000000581,</a:t>
            </a:r>
          </a:p>
          <a:p xmlns:a="http://schemas.openxmlformats.org/drawingml/2006/main">
            <a:r>
              <a:t>          "final_ip_error_rel": 0.00044792237876173184,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0.00034278580772982716,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9.968445019459582,</a:t>
            </a:r>
          </a:p>
          <a:p xmlns:a="http://schemas.openxmlformats.org/drawingml/2006/main">
            <a:r>
              <a:t>          "q_report_rel_diff": -0.011138693610067193,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1.1467782442724692,</a:t>
            </a:r>
          </a:p>
          <a:p xmlns:a="http://schemas.openxmlformats.org/drawingml/2006/main">
            <a:r>
              <a:t>            "q": 6.756596026567893,</a:t>
            </a:r>
          </a:p>
          <a:p xmlns:a="http://schemas.openxmlformats.org/drawingml/2006/main">
            <a:r>
              <a:t>            "shear": 3.8828790153442996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1.165160561277354,</a:t>
            </a:r>
          </a:p>
          <a:p xmlns:a="http://schemas.openxmlformats.org/drawingml/2006/main">
            <a:r>
              <a:t>            "q": 7.85616813938381,</a:t>
            </a:r>
          </a:p>
          <a:p xmlns:a="http://schemas.openxmlformats.org/drawingml/2006/main">
            <a:r>
              <a:t>            "shear": 4.038681640868548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1.1696605964865858,</a:t>
            </a:r>
          </a:p>
          <a:p xmlns:a="http://schemas.openxmlformats.org/drawingml/2006/main">
            <a:r>
              <a:t>            "q": 10.525555888800097,</a:t>
            </a:r>
          </a:p>
          <a:p xmlns:a="http://schemas.openxmlformats.org/drawingml/2006/main">
            <a:r>
              <a:t>            "shear": 4.629166129353376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"n4w0",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"#D55E00",</a:t>
            </a:r>
          </a:p>
          <a:p xmlns:a="http://schemas.openxmlformats.org/drawingml/2006/main">
            <a:r>
              <a:t>    "root": "C:\\Users\\joesc\\git\\cheaseBS_tests\\data\\129015_129038\\pm0.2_ncscal4_warmup0\\129015",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1.0006646522014773,</a:t>
            </a:r>
          </a:p>
          <a:p xmlns:a="http://schemas.openxmlformats.org/drawingml/2006/main">
            <a:r>
              <a:t>          "final_amplitude_next": 1.0006646522014773,</a:t>
            </a:r>
          </a:p>
          <a:p xmlns:a="http://schemas.openxmlformats.org/drawingml/2006/main">
            <a:r>
              <a:t>          "final_bootstrap_change_rel": 0.00010613206669860437,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"/pscratch/sd/j/joeschm/cheaseBS_runs/20260924/20260924_23-29-15-129015_omt_0.800/iteration_01/artifacts/EQDSK_COCOS_02_POS_SOURCE_SIGNS.OUT",</a:t>
            </a:r>
          </a:p>
          <a:p xmlns:a="http://schemas.openxmlformats.org/drawingml/2006/main">
            <a:r>
              <a:t>          "final_ip_a": 752979.2851,</a:t>
            </a:r>
          </a:p>
          <a:p xmlns:a="http://schemas.openxmlformats.org/drawingml/2006/main">
            <a:r>
              <a:t>          "final_ip_error_a": -929.016900000046,</a:t>
            </a:r>
          </a:p>
          <a:p xmlns:a="http://schemas.openxmlformats.org/drawingml/2006/main">
            <a:r>
              <a:t>          "final_ip_error_rel": 0.0012322677672278054,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0.0001263346842544066,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9.996325503624643,</a:t>
            </a:r>
          </a:p>
          <a:p xmlns:a="http://schemas.openxmlformats.org/drawingml/2006/main">
            <a:r>
              <a:t>          "q_report_rel_diff": -0.008372973185223922,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0.845799119138819,</a:t>
            </a:r>
          </a:p>
          <a:p xmlns:a="http://schemas.openxmlformats.org/drawingml/2006/main">
            <a:r>
              <a:t>            "q": 6.82892303619158,</a:t>
            </a:r>
          </a:p>
          <a:p xmlns:a="http://schemas.openxmlformats.org/drawingml/2006/main">
            <a:r>
              <a:t>            "shear": 3.894742786008463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0.8374198314723565,</a:t>
            </a:r>
          </a:p>
          <a:p xmlns:a="http://schemas.openxmlformats.org/drawingml/2006/main">
            <a:r>
              <a:t>            "q": 7.934541911705615,</a:t>
            </a:r>
          </a:p>
          <a:p xmlns:a="http://schemas.openxmlformats.org/drawingml/2006/main">
            <a:r>
              <a:t>            "shear": 3.9696519923275173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0.939865844842348,</a:t>
            </a:r>
          </a:p>
          <a:p xmlns:a="http://schemas.openxmlformats.org/drawingml/2006/main">
            <a:r>
              <a:t>            "q": 10.525966368262742,</a:t>
            </a:r>
          </a:p>
          <a:p xmlns:a="http://schemas.openxmlformats.org/drawingml/2006/main">
            <a:r>
              <a:t>            "shear": 4.35485240837784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1.0004870485304158,</a:t>
            </a:r>
          </a:p>
          <a:p xmlns:a="http://schemas.openxmlformats.org/drawingml/2006/main">
            <a:r>
              <a:t>          "final_amplitude_next": 1.0004870485304158,</a:t>
            </a:r>
          </a:p>
          <a:p xmlns:a="http://schemas.openxmlformats.org/drawingml/2006/main">
            <a:r>
              <a:t>          "final_bootstrap_change_rel": 0.00005728949000970478,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"/pscratch/sd/j/joeschm/cheaseBS_runs/20260924/20260924_23-31-16-129015_omt_0.900/iteration_01/artifacts/EQDSK_COCOS_02_POS_SOURCE_SIGNS.OUT",</a:t>
            </a:r>
          </a:p>
          <a:p xmlns:a="http://schemas.openxmlformats.org/drawingml/2006/main">
            <a:r>
              <a:t>          "final_ip_a": 753289.9015,</a:t>
            </a:r>
          </a:p>
          <a:p xmlns:a="http://schemas.openxmlformats.org/drawingml/2006/main">
            <a:r>
              <a:t>          "final_ip_error_a": -618.4004999999888,</a:t>
            </a:r>
          </a:p>
          <a:p xmlns:a="http://schemas.openxmlformats.org/drawingml/2006/main">
            <a:r>
              <a:t>          "final_ip_error_rel": 0.0008202595705067442,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0.0001439428669986888,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9.992744772202055,</a:t>
            </a:r>
          </a:p>
          <a:p xmlns:a="http://schemas.openxmlformats.org/drawingml/2006/main">
            <a:r>
              <a:t>          "q_report_rel_diff": -0.008728178710805841,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0.9119349319549918,</a:t>
            </a:r>
          </a:p>
          <a:p xmlns:a="http://schemas.openxmlformats.org/drawingml/2006/main">
            <a:r>
              <a:t>            "q": 6.815383299852778,</a:t>
            </a:r>
          </a:p>
          <a:p xmlns:a="http://schemas.openxmlformats.org/drawingml/2006/main">
            <a:r>
              <a:t>            "shear": 3.896295120467443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0.9060176437824907,</a:t>
            </a:r>
          </a:p>
          <a:p xmlns:a="http://schemas.openxmlformats.org/drawingml/2006/main">
            <a:r>
              <a:t>            "q": 7.921215830494753,</a:t>
            </a:r>
          </a:p>
          <a:p xmlns:a="http://schemas.openxmlformats.org/drawingml/2006/main">
            <a:r>
              <a:t>            "shear": 3.987371392566006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0.9753412270146667,</a:t>
            </a:r>
          </a:p>
          <a:p xmlns:a="http://schemas.openxmlformats.org/drawingml/2006/main">
            <a:r>
              <a:t>            "q": 10.52765724480566,</a:t>
            </a:r>
          </a:p>
          <a:p xmlns:a="http://schemas.openxmlformats.org/drawingml/2006/main">
            <a:r>
              <a:t>            "shear": 4.400198523170793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1.000390817451755,</a:t>
            </a:r>
          </a:p>
          <a:p xmlns:a="http://schemas.openxmlformats.org/drawingml/2006/main">
            <a:r>
              <a:t>          "final_amplitude_next": 1.000390817451755,</a:t>
            </a:r>
          </a:p>
          <a:p xmlns:a="http://schemas.openxmlformats.org/drawingml/2006/main">
            <a:r>
              <a:t>          "final_bootstrap_change_rel": 0.00003462362941574374,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"/pscratch/sd/j/joeschm/cheaseBS_runs/20260924/20260924_23-33-19-129015_omt_0.950/iteration_01/artifacts/EQDSK_COCOS_02_POS_SOURCE_SIGNS.OUT",</a:t>
            </a:r>
          </a:p>
          <a:p xmlns:a="http://schemas.openxmlformats.org/drawingml/2006/main">
            <a:r>
              <a:t>          "final_ip_a": 753488.4287,</a:t>
            </a:r>
          </a:p>
          <a:p xmlns:a="http://schemas.openxmlformats.org/drawingml/2006/main">
            <a:r>
              <a:t>          "final_ip_error_a": -419.87329999997746,</a:t>
            </a:r>
          </a:p>
          <a:p xmlns:a="http://schemas.openxmlformats.org/drawingml/2006/main">
            <a:r>
              <a:t>          "final_ip_error_rel": 0.0005569288717024599,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0.00022693208059840737,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9.990715376119889,</a:t>
            </a:r>
          </a:p>
          <a:p xmlns:a="http://schemas.openxmlformats.org/drawingml/2006/main">
            <a:r>
              <a:t>          "q_report_rel_diff": -0.008929493084018136,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0.9478721578529441,</a:t>
            </a:r>
          </a:p>
          <a:p xmlns:a="http://schemas.openxmlformats.org/drawingml/2006/main">
            <a:r>
              <a:t>            "q": 6.807974963345341,</a:t>
            </a:r>
          </a:p>
          <a:p xmlns:a="http://schemas.openxmlformats.org/drawingml/2006/main">
            <a:r>
              <a:t>            "shear": 3.8967078454410298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0.9436076223906784,</a:t>
            </a:r>
          </a:p>
          <a:p xmlns:a="http://schemas.openxmlformats.org/drawingml/2006/main">
            <a:r>
              <a:t>            "q": 7.913843171436799,</a:t>
            </a:r>
          </a:p>
          <a:p xmlns:a="http://schemas.openxmlformats.org/drawingml/2006/main">
            <a:r>
              <a:t>            "shear": 3.997124465418335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0.9942558289599889,</a:t>
            </a:r>
          </a:p>
          <a:p xmlns:a="http://schemas.openxmlformats.org/drawingml/2006/main">
            <a:r>
              <a:t>            "q": 10.527734856501501,</a:t>
            </a:r>
          </a:p>
          <a:p xmlns:a="http://schemas.openxmlformats.org/drawingml/2006/main">
            <a:r>
              <a:t>            "shear": 4.421329092466225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1.0002892298854906,</a:t>
            </a:r>
          </a:p>
          <a:p xmlns:a="http://schemas.openxmlformats.org/drawingml/2006/main">
            <a:r>
              <a:t>          "final_amplitude_next": 1.0002892298854906,</a:t>
            </a:r>
          </a:p>
          <a:p xmlns:a="http://schemas.openxmlformats.org/drawingml/2006/main">
            <a:r>
              <a:t>          "final_bootstrap_change_rel": 0.00007108484238520276,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"/pscratch/sd/j/joeschm/cheaseBS_runs/20260924/20260924_23-35-20-129015_omt_1.000/iteration_01/artifacts/EQDSK_COCOS_02_POS_SOURCE_SIGNS.OUT",</a:t>
            </a:r>
          </a:p>
          <a:p xmlns:a="http://schemas.openxmlformats.org/drawingml/2006/main">
            <a:r>
              <a:t>          "final_ip_a": 753986.5399,</a:t>
            </a:r>
          </a:p>
          <a:p xmlns:a="http://schemas.openxmlformats.org/drawingml/2006/main">
            <a:r>
              <a:t>          "final_ip_error_a": 78.23789999994915,</a:t>
            </a:r>
          </a:p>
          <a:p xmlns:a="http://schemas.openxmlformats.org/drawingml/2006/main">
            <a:r>
              <a:t>          "final_ip_error_rel": 0.00010377641391187273,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0.0007711715280825772,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9.988878079021037,</a:t>
            </a:r>
          </a:p>
          <a:p xmlns:a="http://schemas.openxmlformats.org/drawingml/2006/main">
            <a:r>
              <a:t>          "q_report_rel_diff": -0.009111751400721575,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0.9859104208303776,</a:t>
            </a:r>
          </a:p>
          <a:p xmlns:a="http://schemas.openxmlformats.org/drawingml/2006/main">
            <a:r>
              <a:t>            "q": 6.800349448933337,</a:t>
            </a:r>
          </a:p>
          <a:p xmlns:a="http://schemas.openxmlformats.org/drawingml/2006/main">
            <a:r>
              <a:t>            "shear": 3.8972195309576088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0.9836782577496148,</a:t>
            </a:r>
          </a:p>
          <a:p xmlns:a="http://schemas.openxmlformats.org/drawingml/2006/main">
            <a:r>
              <a:t>            "q": 7.906433560419086,</a:t>
            </a:r>
          </a:p>
          <a:p xmlns:a="http://schemas.openxmlformats.org/drawingml/2006/main">
            <a:r>
              <a:t>            "shear": 4.008552799373367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1.0148011077169925,</a:t>
            </a:r>
          </a:p>
          <a:p xmlns:a="http://schemas.openxmlformats.org/drawingml/2006/main">
            <a:r>
              <a:t>            "q": 10.52161428168054,</a:t>
            </a:r>
          </a:p>
          <a:p xmlns:a="http://schemas.openxmlformats.org/drawingml/2006/main">
            <a:r>
              <a:t>            "shear": 4.4112391362642684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1.0001819663053166,</a:t>
            </a:r>
          </a:p>
          <a:p xmlns:a="http://schemas.openxmlformats.org/drawingml/2006/main">
            <a:r>
              <a:t>          "final_amplitude_next": 1.0001819663053166,</a:t>
            </a:r>
          </a:p>
          <a:p xmlns:a="http://schemas.openxmlformats.org/drawingml/2006/main">
            <a:r>
              <a:t>          "final_bootstrap_change_rel": 0.000036088675074284915,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"/pscratch/sd/j/joeschm/cheaseBS_runs/20260924/20260924_23-37-20-129015_omt_1.050/iteration_01/artifacts/EQDSK_COCOS_02_POS_SOURCE_SIGNS.OUT",</a:t>
            </a:r>
          </a:p>
          <a:p xmlns:a="http://schemas.openxmlformats.org/drawingml/2006/main">
            <a:r>
              <a:t>          "final_ip_a": 753566.81,</a:t>
            </a:r>
          </a:p>
          <a:p xmlns:a="http://schemas.openxmlformats.org/drawingml/2006/main">
            <a:r>
              <a:t>          "final_ip_error_a": -341.49199999996927,</a:t>
            </a:r>
          </a:p>
          <a:p xmlns:a="http://schemas.openxmlformats.org/drawingml/2006/main">
            <a:r>
              <a:t>          "final_ip_error_rel": 0.00045296224898179894,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0.00012089240078454514,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9.984815690687949,</a:t>
            </a:r>
          </a:p>
          <a:p xmlns:a="http://schemas.openxmlformats.org/drawingml/2006/main">
            <a:r>
              <a:t>          "q_report_rel_diff": -0.009514736884042033,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1.0262263586758031,</a:t>
            </a:r>
          </a:p>
          <a:p xmlns:a="http://schemas.openxmlformats.org/drawingml/2006/main">
            <a:r>
              <a:t>            "q": 6.78638720054378,</a:t>
            </a:r>
          </a:p>
          <a:p xmlns:a="http://schemas.openxmlformats.org/drawingml/2006/main">
            <a:r>
              <a:t>            "shear": 3.8943873426293147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1.0265461905121882,</a:t>
            </a:r>
          </a:p>
          <a:p xmlns:a="http://schemas.openxmlformats.org/drawingml/2006/main">
            <a:r>
              <a:t>            "q": 7.8911378661679645,</a:t>
            </a:r>
          </a:p>
          <a:p xmlns:a="http://schemas.openxmlformats.org/drawingml/2006/main">
            <a:r>
              <a:t>            "shear": 4.02283225509849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1.0365118094712173,</a:t>
            </a:r>
          </a:p>
          <a:p xmlns:a="http://schemas.openxmlformats.org/drawingml/2006/main">
            <a:r>
              <a:t>            "q": 10.528720094131451,</a:t>
            </a:r>
          </a:p>
          <a:p xmlns:a="http://schemas.openxmlformats.org/drawingml/2006/main">
            <a:r>
              <a:t>            "shear": 4.521846912247405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1.0000686932534295,</a:t>
            </a:r>
          </a:p>
          <a:p xmlns:a="http://schemas.openxmlformats.org/drawingml/2006/main">
            <a:r>
              <a:t>          "final_amplitude_next": 1.0000686932534295,</a:t>
            </a:r>
          </a:p>
          <a:p xmlns:a="http://schemas.openxmlformats.org/drawingml/2006/main">
            <a:r>
              <a:t>          "final_bootstrap_change_rel": 0.00006956744766998541,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"/pscratch/sd/j/joeschm/cheaseBS_runs/20260924/20260924_23-39-21-129015_omt_1.100/iteration_01/artifacts/EQDSK_COCOS_02_POS_SOURCE_SIGNS.OUT",</a:t>
            </a:r>
          </a:p>
          <a:p xmlns:a="http://schemas.openxmlformats.org/drawingml/2006/main">
            <a:r>
              <a:t>          "final_ip_a": 753952.4995,</a:t>
            </a:r>
          </a:p>
          <a:p xmlns:a="http://schemas.openxmlformats.org/drawingml/2006/main">
            <a:r>
              <a:t>          "final_ip_error_a": 44.19750000000931,</a:t>
            </a:r>
          </a:p>
          <a:p xmlns:a="http://schemas.openxmlformats.org/drawingml/2006/main">
            <a:r>
              <a:t>          "final_ip_error_rel": 0.00005862450364687629,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0.0002470993870207308,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9.980542655652986,</a:t>
            </a:r>
          </a:p>
          <a:p xmlns:a="http://schemas.openxmlformats.org/drawingml/2006/main">
            <a:r>
              <a:t>          "q_report_rel_diff": -0.009938618341849625,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1.0687369739825496,</a:t>
            </a:r>
          </a:p>
          <a:p xmlns:a="http://schemas.openxmlformats.org/drawingml/2006/main">
            <a:r>
              <a:t>            "q": 6.777632944802446,</a:t>
            </a:r>
          </a:p>
          <a:p xmlns:a="http://schemas.openxmlformats.org/drawingml/2006/main">
            <a:r>
              <a:t>            "shear": 3.893966213251219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1.0718448301605066,</a:t>
            </a:r>
          </a:p>
          <a:p xmlns:a="http://schemas.openxmlformats.org/drawingml/2006/main">
            <a:r>
              <a:t>            "q": 7.88230506720996,</a:t>
            </a:r>
          </a:p>
          <a:p xmlns:a="http://schemas.openxmlformats.org/drawingml/2006/main">
            <a:r>
              <a:t>            "shear": 4.035319512024606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1.0583551366701247,</a:t>
            </a:r>
          </a:p>
          <a:p xmlns:a="http://schemas.openxmlformats.org/drawingml/2006/main">
            <a:r>
              <a:t>            "q": 10.52464118493592,</a:t>
            </a:r>
          </a:p>
          <a:p xmlns:a="http://schemas.openxmlformats.org/drawingml/2006/main">
            <a:r>
              <a:t>            "shear": 4.541806602019197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0.9998281900124809,</a:t>
            </a:r>
          </a:p>
          <a:p xmlns:a="http://schemas.openxmlformats.org/drawingml/2006/main">
            <a:r>
              <a:t>          "final_amplitude_next": 0.9998281900124809,</a:t>
            </a:r>
          </a:p>
          <a:p xmlns:a="http://schemas.openxmlformats.org/drawingml/2006/main">
            <a:r>
              <a:t>          "final_bootstrap_change_rel": 0.00012125697654629029,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"/pscratch/sd/j/joeschm/cheaseBS_runs/20260924/20260924_23-41-22-129015_omt_1.200/iteration_01/artifacts/EQDSK_COCOS_02_POS_SOURCE_SIGNS.OUT",</a:t>
            </a:r>
          </a:p>
          <a:p xmlns:a="http://schemas.openxmlformats.org/drawingml/2006/main">
            <a:r>
              <a:t>          "final_ip_a": 754004.0666,</a:t>
            </a:r>
          </a:p>
          <a:p xmlns:a="http://schemas.openxmlformats.org/drawingml/2006/main">
            <a:r>
              <a:t>          "final_ip_error_a": 95.76459999999497,</a:t>
            </a:r>
          </a:p>
          <a:p xmlns:a="http://schemas.openxmlformats.org/drawingml/2006/main">
            <a:r>
              <a:t>          "final_ip_error_rel": 0.00012702420141275347,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0.00023572435414123195,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9.98129627269806,</a:t>
            </a:r>
          </a:p>
          <a:p xmlns:a="http://schemas.openxmlformats.org/drawingml/2006/main">
            <a:r>
              <a:t>          "q_report_rel_diff": -0.00986386016900973,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1.1611304010675159,</a:t>
            </a:r>
          </a:p>
          <a:p xmlns:a="http://schemas.openxmlformats.org/drawingml/2006/main">
            <a:r>
              <a:t>            "q": 6.757396733996383,</a:t>
            </a:r>
          </a:p>
          <a:p xmlns:a="http://schemas.openxmlformats.org/drawingml/2006/main">
            <a:r>
              <a:t>            "shear": 3.890393088996679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1.1709394673993654,</a:t>
            </a:r>
          </a:p>
          <a:p xmlns:a="http://schemas.openxmlformats.org/drawingml/2006/main">
            <a:r>
              <a:t>            "q": 7.860699928067642,</a:t>
            </a:r>
          </a:p>
          <a:p xmlns:a="http://schemas.openxmlformats.org/drawingml/2006/main">
            <a:r>
              <a:t>            "shear": 4.055455706300496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1.1022018530406612,</a:t>
            </a:r>
          </a:p>
          <a:p xmlns:a="http://schemas.openxmlformats.org/drawingml/2006/main">
            <a:r>
              <a:t>            "q": 10.536562393489119,</a:t>
            </a:r>
          </a:p>
          <a:p xmlns:a="http://schemas.openxmlformats.org/drawingml/2006/main">
            <a:r>
              <a:t>            "shear": 4.595807351257399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1.0005023151625174,</a:t>
            </a:r>
          </a:p>
          <a:p xmlns:a="http://schemas.openxmlformats.org/drawingml/2006/main">
            <a:r>
              <a:t>          "final_amplitude_next": 1.0005023151625174,</a:t>
            </a:r>
          </a:p>
          <a:p xmlns:a="http://schemas.openxmlformats.org/drawingml/2006/main">
            <a:r>
              <a:t>          "final_bootstrap_change_rel": 0.00008944191755285443,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"/pscratch/sd/j/joeschm/cheaseBS_runs/20260924/20260924_23-43-24-129015_omne_0.800/iteration_01/artifacts/EQDSK_COCOS_02_POS_SOURCE_SIGNS.OUT",</a:t>
            </a:r>
          </a:p>
          <a:p xmlns:a="http://schemas.openxmlformats.org/drawingml/2006/main">
            <a:r>
              <a:t>          "final_ip_a": 753024.0324,</a:t>
            </a:r>
          </a:p>
          <a:p xmlns:a="http://schemas.openxmlformats.org/drawingml/2006/main">
            <a:r>
              <a:t>          "final_ip_error_a": -884.2695999999996,</a:t>
            </a:r>
          </a:p>
          <a:p xmlns:a="http://schemas.openxmlformats.org/drawingml/2006/main">
            <a:r>
              <a:t>          "final_ip_error_rel": 0.0011729139971720323,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0.00033856321535300345,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10.005789931432943,</a:t>
            </a:r>
          </a:p>
          <a:p xmlns:a="http://schemas.openxmlformats.org/drawingml/2006/main">
            <a:r>
              <a:t>          "q_report_rel_diff": -0.007434109959467135,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0.8480150317383512,</a:t>
            </a:r>
          </a:p>
          <a:p xmlns:a="http://schemas.openxmlformats.org/drawingml/2006/main">
            <a:r>
              <a:t>            "q": 6.832585746160614,</a:t>
            </a:r>
          </a:p>
          <a:p xmlns:a="http://schemas.openxmlformats.org/drawingml/2006/main">
            <a:r>
              <a:t>            "shear": 3.9020695535936727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0.8313375215963711,</a:t>
            </a:r>
          </a:p>
          <a:p xmlns:a="http://schemas.openxmlformats.org/drawingml/2006/main">
            <a:r>
              <a:t>            "q": 7.9414462945295385,</a:t>
            </a:r>
          </a:p>
          <a:p xmlns:a="http://schemas.openxmlformats.org/drawingml/2006/main">
            <a:r>
              <a:t>            "shear": 3.9781565298377806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0.8793801069800532,</a:t>
            </a:r>
          </a:p>
          <a:p xmlns:a="http://schemas.openxmlformats.org/drawingml/2006/main">
            <a:r>
              <a:t>            "q": 10.537585767264826,</a:t>
            </a:r>
          </a:p>
          <a:p xmlns:a="http://schemas.openxmlformats.org/drawingml/2006/main">
            <a:r>
              <a:t>            "shear": 4.3518367558555555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1.0003990114148205,</a:t>
            </a:r>
          </a:p>
          <a:p xmlns:a="http://schemas.openxmlformats.org/drawingml/2006/main">
            <a:r>
              <a:t>          "final_amplitude_next": 1.0003990114148205,</a:t>
            </a:r>
          </a:p>
          <a:p xmlns:a="http://schemas.openxmlformats.org/drawingml/2006/main">
            <a:r>
              <a:t>          "final_bootstrap_change_rel": 0.00004755100737619406,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"/pscratch/sd/j/joeschm/cheaseBS_runs/20260924/20260924_23-45-25-129015_omne_0.900/iteration_01/artifacts/EQDSK_COCOS_02_POS_SOURCE_SIGNS.OUT",</a:t>
            </a:r>
          </a:p>
          <a:p xmlns:a="http://schemas.openxmlformats.org/drawingml/2006/main">
            <a:r>
              <a:t>          "final_ip_a": 753435.81,</a:t>
            </a:r>
          </a:p>
          <a:p xmlns:a="http://schemas.openxmlformats.org/drawingml/2006/main">
            <a:r>
              <a:t>          "final_ip_error_a": -472.49199999996927,</a:t>
            </a:r>
          </a:p>
          <a:p xmlns:a="http://schemas.openxmlformats.org/drawingml/2006/main">
            <a:r>
              <a:t>          "final_ip_error_rel": 0.000626723434065552,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0.0001509322037357533,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9.999081310857601,</a:t>
            </a:r>
          </a:p>
          <a:p xmlns:a="http://schemas.openxmlformats.org/drawingml/2006/main">
            <a:r>
              <a:t>          "q_report_rel_diff": -0.008099599440851328,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0.9142828396001865,</a:t>
            </a:r>
          </a:p>
          <a:p xmlns:a="http://schemas.openxmlformats.org/drawingml/2006/main">
            <a:r>
              <a:t>            "q": 6.81698743080056,</a:t>
            </a:r>
          </a:p>
          <a:p xmlns:a="http://schemas.openxmlformats.org/drawingml/2006/main">
            <a:r>
              <a:t>            "shear": 3.9001368572619164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0.9041449572500794,</a:t>
            </a:r>
          </a:p>
          <a:p xmlns:a="http://schemas.openxmlformats.org/drawingml/2006/main">
            <a:r>
              <a:t>            "q": 7.924574457836149,</a:t>
            </a:r>
          </a:p>
          <a:p xmlns:a="http://schemas.openxmlformats.org/drawingml/2006/main">
            <a:r>
              <a:t>            "shear": 3.9928999479144767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0.9444749076348776,</a:t>
            </a:r>
          </a:p>
          <a:p xmlns:a="http://schemas.openxmlformats.org/drawingml/2006/main">
            <a:r>
              <a:t>            "q": 10.533866318686036,</a:t>
            </a:r>
          </a:p>
          <a:p xmlns:a="http://schemas.openxmlformats.org/drawingml/2006/main">
            <a:r>
              <a:t>            "shear": 4.385985654905051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1.0003449561410234,</a:t>
            </a:r>
          </a:p>
          <a:p xmlns:a="http://schemas.openxmlformats.org/drawingml/2006/main">
            <a:r>
              <a:t>          "final_amplitude_next": 1.0003449561410234,</a:t>
            </a:r>
          </a:p>
          <a:p xmlns:a="http://schemas.openxmlformats.org/drawingml/2006/main">
            <a:r>
              <a:t>          "final_bootstrap_change_rel": 0.000028534080822094417,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"/pscratch/sd/j/joeschm/cheaseBS_runs/20260924/20260924_23-47-26-129015_omne_0.950/iteration_01/artifacts/EQDSK_COCOS_02_POS_SOURCE_SIGNS.OUT",</a:t>
            </a:r>
          </a:p>
          <a:p xmlns:a="http://schemas.openxmlformats.org/drawingml/2006/main">
            <a:r>
              <a:t>          "final_ip_a": 753548.9169,</a:t>
            </a:r>
          </a:p>
          <a:p xmlns:a="http://schemas.openxmlformats.org/drawingml/2006/main">
            <a:r>
              <a:t>          "final_ip_error_a": -359.38510000007227,</a:t>
            </a:r>
          </a:p>
          <a:p xmlns:a="http://schemas.openxmlformats.org/drawingml/2006/main">
            <a:r>
              <a:t>          "final_ip_error_rel": 0.00047669603723248595,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0.00020751210721703213,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9.99388797133754,</a:t>
            </a:r>
          </a:p>
          <a:p xmlns:a="http://schemas.openxmlformats.org/drawingml/2006/main">
            <a:r>
              <a:t>          "q_report_rel_diff": -0.008614774324427449,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0.9493830382093142,</a:t>
            </a:r>
          </a:p>
          <a:p xmlns:a="http://schemas.openxmlformats.org/drawingml/2006/main">
            <a:r>
              <a:t>            "q": 6.808675641620777,</a:t>
            </a:r>
          </a:p>
          <a:p xmlns:a="http://schemas.openxmlformats.org/drawingml/2006/main">
            <a:r>
              <a:t>            "shear": 3.8986098630979003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0.9429873520521056,</a:t>
            </a:r>
          </a:p>
          <a:p xmlns:a="http://schemas.openxmlformats.org/drawingml/2006/main">
            <a:r>
              <a:t>            "q": 7.915416635544586,</a:t>
            </a:r>
          </a:p>
          <a:p xmlns:a="http://schemas.openxmlformats.org/drawingml/2006/main">
            <a:r>
              <a:t>            "shear": 4.000011552400203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0.9785412219548653,</a:t>
            </a:r>
          </a:p>
          <a:p xmlns:a="http://schemas.openxmlformats.org/drawingml/2006/main">
            <a:r>
              <a:t>            "q": 10.531154237580216,</a:t>
            </a:r>
          </a:p>
          <a:p xmlns:a="http://schemas.openxmlformats.org/drawingml/2006/main">
            <a:r>
              <a:t>            "shear": 4.4157690807960925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1.0002892298854906,</a:t>
            </a:r>
          </a:p>
          <a:p xmlns:a="http://schemas.openxmlformats.org/drawingml/2006/main">
            <a:r>
              <a:t>          "final_amplitude_next": 1.0002892298854906,</a:t>
            </a:r>
          </a:p>
          <a:p xmlns:a="http://schemas.openxmlformats.org/drawingml/2006/main">
            <a:r>
              <a:t>          "final_bootstrap_change_rel": 0.00007108484238520276,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"/pscratch/sd/j/joeschm/cheaseBS_runs/20260924/20260924_23-49-32-129015_omne_1.000/iteration_01/artifacts/EQDSK_COCOS_02_POS_SOURCE_SIGNS.OUT",</a:t>
            </a:r>
          </a:p>
          <a:p xmlns:a="http://schemas.openxmlformats.org/drawingml/2006/main">
            <a:r>
              <a:t>          "final_ip_a": 753986.5399,</a:t>
            </a:r>
          </a:p>
          <a:p xmlns:a="http://schemas.openxmlformats.org/drawingml/2006/main">
            <a:r>
              <a:t>          "final_ip_error_a": 78.23789999994915,</a:t>
            </a:r>
          </a:p>
          <a:p xmlns:a="http://schemas.openxmlformats.org/drawingml/2006/main">
            <a:r>
              <a:t>          "final_ip_error_rel": 0.00010377641391187273,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0.0007711715280825772,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9.988878079021037,</a:t>
            </a:r>
          </a:p>
          <a:p xmlns:a="http://schemas.openxmlformats.org/drawingml/2006/main">
            <a:r>
              <a:t>          "q_report_rel_diff": -0.009111751400721575,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0.9859104208303776,</a:t>
            </a:r>
          </a:p>
          <a:p xmlns:a="http://schemas.openxmlformats.org/drawingml/2006/main">
            <a:r>
              <a:t>            "q": 6.800349448933337,</a:t>
            </a:r>
          </a:p>
          <a:p xmlns:a="http://schemas.openxmlformats.org/drawingml/2006/main">
            <a:r>
              <a:t>            "shear": 3.8972195309576088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0.9836782577496148,</a:t>
            </a:r>
          </a:p>
          <a:p xmlns:a="http://schemas.openxmlformats.org/drawingml/2006/main">
            <a:r>
              <a:t>            "q": 7.906433560419086,</a:t>
            </a:r>
          </a:p>
          <a:p xmlns:a="http://schemas.openxmlformats.org/drawingml/2006/main">
            <a:r>
              <a:t>            "shear": 4.008552799373367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1.0148011077169925,</a:t>
            </a:r>
          </a:p>
          <a:p xmlns:a="http://schemas.openxmlformats.org/drawingml/2006/main">
            <a:r>
              <a:t>            "q": 10.52161428168054,</a:t>
            </a:r>
          </a:p>
          <a:p xmlns:a="http://schemas.openxmlformats.org/drawingml/2006/main">
            <a:r>
              <a:t>            "shear": 4.4112391362642684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1.0002317834507066,</a:t>
            </a:r>
          </a:p>
          <a:p xmlns:a="http://schemas.openxmlformats.org/drawingml/2006/main">
            <a:r>
              <a:t>          "final_amplitude_next": 1.0002317834507066,</a:t>
            </a:r>
          </a:p>
          <a:p xmlns:a="http://schemas.openxmlformats.org/drawingml/2006/main">
            <a:r>
              <a:t>          "final_bootstrap_change_rel": 0.00002739537936547773,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"/pscratch/sd/j/joeschm/cheaseBS_runs/20260924/20260924_23-51-32-129015_omne_1.050/iteration_01/artifacts/EQDSK_COCOS_02_POS_SOURCE_SIGNS.OUT",</a:t>
            </a:r>
          </a:p>
          <a:p xmlns:a="http://schemas.openxmlformats.org/drawingml/2006/main">
            <a:r>
              <a:t>          "final_ip_a": 753520.5439,</a:t>
            </a:r>
          </a:p>
          <a:p xmlns:a="http://schemas.openxmlformats.org/drawingml/2006/main">
            <a:r>
              <a:t>          "final_ip_error_a": -387.7580999999773,</a:t>
            </a:r>
          </a:p>
          <a:p xmlns:a="http://schemas.openxmlformats.org/drawingml/2006/main">
            <a:r>
              <a:t>          "final_ip_error_rel": 0.0005143305876474846,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0.00007265663289838794,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9.981571909147931,</a:t>
            </a:r>
          </a:p>
          <a:p xmlns:a="http://schemas.openxmlformats.org/drawingml/2006/main">
            <a:r>
              <a:t>          "q_report_rel_diff": -0.009836517266543412,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1.0237611978889476,</a:t>
            </a:r>
          </a:p>
          <a:p xmlns:a="http://schemas.openxmlformats.org/drawingml/2006/main">
            <a:r>
              <a:t>            "q": 6.790656091612867,</a:t>
            </a:r>
          </a:p>
          <a:p xmlns:a="http://schemas.openxmlformats.org/drawingml/2006/main">
            <a:r>
              <a:t>            "shear": 3.894183538982111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1.025891833460018,</a:t>
            </a:r>
          </a:p>
          <a:p xmlns:a="http://schemas.openxmlformats.org/drawingml/2006/main">
            <a:r>
              <a:t>            "q": 7.895147097644217,</a:t>
            </a:r>
          </a:p>
          <a:p xmlns:a="http://schemas.openxmlformats.org/drawingml/2006/main">
            <a:r>
              <a:t>            "shear": 4.013952392173345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1.049644529450405,</a:t>
            </a:r>
          </a:p>
          <a:p xmlns:a="http://schemas.openxmlformats.org/drawingml/2006/main">
            <a:r>
              <a:t>            "q": 10.530808061716192,</a:t>
            </a:r>
          </a:p>
          <a:p xmlns:a="http://schemas.openxmlformats.org/drawingml/2006/main">
            <a:r>
              <a:t>            "shear": 4.515355667811019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1.0001725687817968,</a:t>
            </a:r>
          </a:p>
          <a:p xmlns:a="http://schemas.openxmlformats.org/drawingml/2006/main">
            <a:r>
              <a:t>          "final_amplitude_next": 1.0001725687817968,</a:t>
            </a:r>
          </a:p>
          <a:p xmlns:a="http://schemas.openxmlformats.org/drawingml/2006/main">
            <a:r>
              <a:t>          "final_bootstrap_change_rel": 0.00005716554764694886,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"/pscratch/sd/j/joeschm/cheaseBS_runs/20260924/20260924_23-53-34-129015_omne_1.100/iteration_01/artifacts/EQDSK_COCOS_02_POS_SOURCE_SIGNS.OUT",</a:t>
            </a:r>
          </a:p>
          <a:p xmlns:a="http://schemas.openxmlformats.org/drawingml/2006/main">
            <a:r>
              <a:t>          "final_ip_a": 753785.7674,</a:t>
            </a:r>
          </a:p>
          <a:p xmlns:a="http://schemas.openxmlformats.org/drawingml/2006/main">
            <a:r>
              <a:t>          "final_ip_error_a": -122.5346000000136,</a:t>
            </a:r>
          </a:p>
          <a:p xmlns:a="http://schemas.openxmlformats.org/drawingml/2006/main">
            <a:r>
              <a:t>          "final_ip_error_rel": 0.00016253249854783215,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0.00024124893023533682,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9.973826164219059,</a:t>
            </a:r>
          </a:p>
          <a:p xmlns:a="http://schemas.openxmlformats.org/drawingml/2006/main">
            <a:r>
              <a:t>          "q_report_rel_diff": -0.010604888605741816,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1.0633775595136554,</a:t>
            </a:r>
          </a:p>
          <a:p xmlns:a="http://schemas.openxmlformats.org/drawingml/2006/main">
            <a:r>
              <a:t>            "q": 6.776828418123352,</a:t>
            </a:r>
          </a:p>
          <a:p xmlns:a="http://schemas.openxmlformats.org/drawingml/2006/main">
            <a:r>
              <a:t>            "shear": 3.8901807207072574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1.0707815946444312,</a:t>
            </a:r>
          </a:p>
          <a:p xmlns:a="http://schemas.openxmlformats.org/drawingml/2006/main">
            <a:r>
              <a:t>            "q": 7.879694989651656,</a:t>
            </a:r>
          </a:p>
          <a:p xmlns:a="http://schemas.openxmlformats.org/drawingml/2006/main">
            <a:r>
              <a:t>            "shear": 4.028214049835749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1.0912430987392463,</a:t>
            </a:r>
          </a:p>
          <a:p xmlns:a="http://schemas.openxmlformats.org/drawingml/2006/main">
            <a:r>
              <a:t>            "q": 10.51825104781723,</a:t>
            </a:r>
          </a:p>
          <a:p xmlns:a="http://schemas.openxmlformats.org/drawingml/2006/main">
            <a:r>
              <a:t>            "shear": 4.557609571408511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"C:\\Users\\joesc\\git\\cheaseBS_tests\\data\\129015_129038\\pm0.2_ncscal4_warmup0\\129015\\omne_1.200",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1.000054144343209,</a:t>
            </a:r>
          </a:p>
          <a:p xmlns:a="http://schemas.openxmlformats.org/drawingml/2006/main">
            <a:r>
              <a:t>          "final_amplitude_next": 1.000054144343209,</a:t>
            </a:r>
          </a:p>
          <a:p xmlns:a="http://schemas.openxmlformats.org/drawingml/2006/main">
            <a:r>
              <a:t>          "final_bootstrap_change_rel": 0.00010868877210326857,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"/pscratch/sd/j/joeschm/cheaseBS_runs/20260924/20260924_23-55-37-129015_omne_1.200/iteration_01/artifacts/EQDSK_COCOS_02_POS_SOURCE_SIGNS.OUT",</a:t>
            </a:r>
          </a:p>
          <a:p xmlns:a="http://schemas.openxmlformats.org/drawingml/2006/main">
            <a:r>
              <a:t>          "final_ip_a": 753570.6096,</a:t>
            </a:r>
          </a:p>
          <a:p xmlns:a="http://schemas.openxmlformats.org/drawingml/2006/main">
            <a:r>
              <a:t>          "final_ip_error_a": -337.6924000000581,</a:t>
            </a:r>
          </a:p>
          <a:p xmlns:a="http://schemas.openxmlformats.org/drawingml/2006/main">
            <a:r>
              <a:t>          "final_ip_error_rel": 0.00044792237876173184,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0.00034278580772982716,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9.968445019459582,</a:t>
            </a:r>
          </a:p>
          <a:p xmlns:a="http://schemas.openxmlformats.org/drawingml/2006/main">
            <a:r>
              <a:t>          "q_report_rel_diff": -0.011138693610067193,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1.1467782442724692,</a:t>
            </a:r>
          </a:p>
          <a:p xmlns:a="http://schemas.openxmlformats.org/drawingml/2006/main">
            <a:r>
              <a:t>            "q": 6.756596026567893,</a:t>
            </a:r>
          </a:p>
          <a:p xmlns:a="http://schemas.openxmlformats.org/drawingml/2006/main">
            <a:r>
              <a:t>            "shear": 3.8828790153442996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1.165160561277354,</a:t>
            </a:r>
          </a:p>
          <a:p xmlns:a="http://schemas.openxmlformats.org/drawingml/2006/main">
            <a:r>
              <a:t>            "q": 7.85616813938381,</a:t>
            </a:r>
          </a:p>
          <a:p xmlns:a="http://schemas.openxmlformats.org/drawingml/2006/main">
            <a:r>
              <a:t>            "shear": 4.038681640868548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1.1696605964865858,</a:t>
            </a:r>
          </a:p>
          <a:p xmlns:a="http://schemas.openxmlformats.org/drawingml/2006/main">
            <a:r>
              <a:t>            "q": 10.525555888800097,</a:t>
            </a:r>
          </a:p>
          <a:p xmlns:a="http://schemas.openxmlformats.org/drawingml/2006/main">
            <a:r>
              <a:t>            "shear": 4.629166129353376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"n4w1",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"#CC79A7",</a:t>
            </a:r>
          </a:p>
          <a:p xmlns:a="http://schemas.openxmlformats.org/drawingml/2006/main">
            <a:r>
              <a:t>    "root": "C:\\Users\\joesc\\git\\cheaseBS_tests\\data\\129015_129038\\pm0.2_ncscal4_warmup1\\129015",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0.00008216038582290112,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"/pscratch/sd/j/joeschm/cheaseBS_runs/20260924/20260924_23-27-16-129015_omt_0.800/iteration_01/artifacts/EQDSK_COCOS_02_POS_SOURCE_SIGNS.OUT",</a:t>
            </a:r>
          </a:p>
          <a:p xmlns:a="http://schemas.openxmlformats.org/drawingml/2006/main">
            <a:r>
              <a:t>          "final_ip_a": 752958.6163,</a:t>
            </a:r>
          </a:p>
          <a:p xmlns:a="http://schemas.openxmlformats.org/drawingml/2006/main">
            <a:r>
              <a:t>          "final_ip_error_a": -949.6857000000309,</a:t>
            </a:r>
          </a:p>
          <a:p xmlns:a="http://schemas.openxmlformats.org/drawingml/2006/main">
            <a:r>
              <a:t>          "final_ip_error_rel": 0.0012596833029702211,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0.00010219611053856006,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9.99660634139776,</a:t>
            </a:r>
          </a:p>
          <a:p xmlns:a="http://schemas.openxmlformats.org/drawingml/2006/main">
            <a:r>
              <a:t>          "q_report_rel_diff": -0.008345114315895184,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0.8457762243695768,</a:t>
            </a:r>
          </a:p>
          <a:p xmlns:a="http://schemas.openxmlformats.org/drawingml/2006/main">
            <a:r>
              <a:t>            "q": 6.829135510397823,</a:t>
            </a:r>
          </a:p>
          <a:p xmlns:a="http://schemas.openxmlformats.org/drawingml/2006/main">
            <a:r>
              <a:t>            "shear": 3.8947405067478402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0.8373973637853879,</a:t>
            </a:r>
          </a:p>
          <a:p xmlns:a="http://schemas.openxmlformats.org/drawingml/2006/main">
            <a:r>
              <a:t>            "q": 7.934786843669294,</a:t>
            </a:r>
          </a:p>
          <a:p xmlns:a="http://schemas.openxmlformats.org/drawingml/2006/main">
            <a:r>
              <a:t>            "shear": 3.969637196037797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0.9398462158175477,</a:t>
            </a:r>
          </a:p>
          <a:p xmlns:a="http://schemas.openxmlformats.org/drawingml/2006/main">
            <a:r>
              <a:t>            "q": 10.5262575729911,</a:t>
            </a:r>
          </a:p>
          <a:p xmlns:a="http://schemas.openxmlformats.org/drawingml/2006/main">
            <a:r>
              <a:t>            "shear": 4.354857455351027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0.000040100854857195284,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"/pscratch/sd/j/joeschm/cheaseBS_runs/20260924/20260924_23-29-09-129015_omt_0.900/iteration_01/artifacts/EQDSK_COCOS_02_POS_SOURCE_SIGNS.OUT",</a:t>
            </a:r>
          </a:p>
          <a:p xmlns:a="http://schemas.openxmlformats.org/drawingml/2006/main">
            <a:r>
              <a:t>          "final_ip_a": 753275.2455,</a:t>
            </a:r>
          </a:p>
          <a:p xmlns:a="http://schemas.openxmlformats.org/drawingml/2006/main">
            <a:r>
              <a:t>          "final_ip_error_a": -633.0565000000643,</a:t>
            </a:r>
          </a:p>
          <a:p xmlns:a="http://schemas.openxmlformats.org/drawingml/2006/main">
            <a:r>
              <a:t>          "final_ip_error_rel": 0.0008396996004960617,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0.00013069714315861938,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9.992950691322182,</a:t>
            </a:r>
          </a:p>
          <a:p xmlns:a="http://schemas.openxmlformats.org/drawingml/2006/main">
            <a:r>
              <a:t>          "q_report_rel_diff": -0.008707751708425644,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0.9119168011462674,</a:t>
            </a:r>
          </a:p>
          <a:p xmlns:a="http://schemas.openxmlformats.org/drawingml/2006/main">
            <a:r>
              <a:t>            "q": 6.815538842581654,</a:t>
            </a:r>
          </a:p>
          <a:p xmlns:a="http://schemas.openxmlformats.org/drawingml/2006/main">
            <a:r>
              <a:t>            "shear": 3.8962944208722177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0.905999838365488,</a:t>
            </a:r>
          </a:p>
          <a:p xmlns:a="http://schemas.openxmlformats.org/drawingml/2006/main">
            <a:r>
              <a:t>            "q": 7.921395620694635,</a:t>
            </a:r>
          </a:p>
          <a:p xmlns:a="http://schemas.openxmlformats.org/drawingml/2006/main">
            <a:r>
              <a:t>            "shear": 3.9873629633127106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0.9753273598656779,</a:t>
            </a:r>
          </a:p>
          <a:p xmlns:a="http://schemas.openxmlformats.org/drawingml/2006/main">
            <a:r>
              <a:t>            "q": 10.527863945883368,</a:t>
            </a:r>
          </a:p>
          <a:p xmlns:a="http://schemas.openxmlformats.org/drawingml/2006/main">
            <a:r>
              <a:t>            "shear": 4.400165618041543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0.000023430565147352826,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"/pscratch/sd/j/joeschm/cheaseBS_runs/20260924/20260924_23-31-02-129015_omt_0.950/iteration_01/artifacts/EQDSK_COCOS_02_POS_SOURCE_SIGNS.OUT",</a:t>
            </a:r>
          </a:p>
          <a:p xmlns:a="http://schemas.openxmlformats.org/drawingml/2006/main">
            <a:r>
              <a:t>          "final_ip_a": 753477.0383,</a:t>
            </a:r>
          </a:p>
          <a:p xmlns:a="http://schemas.openxmlformats.org/drawingml/2006/main">
            <a:r>
              <a:t>          "final_ip_error_a": -431.26370000001043,</a:t>
            </a:r>
          </a:p>
          <a:p xmlns:a="http://schemas.openxmlformats.org/drawingml/2006/main">
            <a:r>
              <a:t>          "final_ip_error_rel": 0.0005720373404244731,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0.00022043623951651232,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9.99088005665299,</a:t>
            </a:r>
          </a:p>
          <a:p xmlns:a="http://schemas.openxmlformats.org/drawingml/2006/main">
            <a:r>
              <a:t>          "q_report_rel_diff": -0.008913156914557198,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0.9478570436425428,</a:t>
            </a:r>
          </a:p>
          <a:p xmlns:a="http://schemas.openxmlformats.org/drawingml/2006/main">
            <a:r>
              <a:t>            "q": 6.808099866507942,</a:t>
            </a:r>
          </a:p>
          <a:p xmlns:a="http://schemas.openxmlformats.org/drawingml/2006/main">
            <a:r>
              <a:t>            "shear": 3.8967079464585836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0.9435928097742169,</a:t>
            </a:r>
          </a:p>
          <a:p xmlns:a="http://schemas.openxmlformats.org/drawingml/2006/main">
            <a:r>
              <a:t>            "q": 7.913987884672032,</a:t>
            </a:r>
          </a:p>
          <a:p xmlns:a="http://schemas.openxmlformats.org/drawingml/2006/main">
            <a:r>
              <a:t>            "shear": 3.997119383883657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0.9942454336103335,</a:t>
            </a:r>
          </a:p>
          <a:p xmlns:a="http://schemas.openxmlformats.org/drawingml/2006/main">
            <a:r>
              <a:t>            "q": 10.527893426934249,</a:t>
            </a:r>
          </a:p>
          <a:p xmlns:a="http://schemas.openxmlformats.org/drawingml/2006/main">
            <a:r>
              <a:t>            "shear": 4.421271153035851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0.00007138093174682138,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"/pscratch/sd/j/joeschm/cheaseBS_runs/20260924/20260924_23-32-54-129015_omt_1.000/iteration_01/artifacts/EQDSK_COCOS_02_POS_SOURCE_SIGNS.OUT",</a:t>
            </a:r>
          </a:p>
          <a:p xmlns:a="http://schemas.openxmlformats.org/drawingml/2006/main">
            <a:r>
              <a:t>          "final_ip_a": 753979.6655,</a:t>
            </a:r>
          </a:p>
          <a:p xmlns:a="http://schemas.openxmlformats.org/drawingml/2006/main">
            <a:r>
              <a:t>          "final_ip_error_a": 71.36349999997765,</a:t>
            </a:r>
          </a:p>
          <a:p xmlns:a="http://schemas.openxmlformats.org/drawingml/2006/main">
            <a:r>
              <a:t>          "final_ip_error_rel": 0.00009465806360092006,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0.0007702816122850126,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9.989001166652002,</a:t>
            </a:r>
          </a:p>
          <a:p xmlns:a="http://schemas.openxmlformats.org/drawingml/2006/main">
            <a:r>
              <a:t>          "q_report_rel_diff": -0.009099541211938893,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0.9858989562413545,</a:t>
            </a:r>
          </a:p>
          <a:p xmlns:a="http://schemas.openxmlformats.org/drawingml/2006/main">
            <a:r>
              <a:t>            "q": 6.80044334386391,</a:t>
            </a:r>
          </a:p>
          <a:p xmlns:a="http://schemas.openxmlformats.org/drawingml/2006/main">
            <a:r>
              <a:t>            "shear": 3.8972219441120926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0.9836673095771666,</a:t>
            </a:r>
          </a:p>
          <a:p xmlns:a="http://schemas.openxmlformats.org/drawingml/2006/main">
            <a:r>
              <a:t>            "q": 7.906543556845907,</a:t>
            </a:r>
          </a:p>
          <a:p xmlns:a="http://schemas.openxmlformats.org/drawingml/2006/main">
            <a:r>
              <a:t>            "shear": 4.008555249877127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1.0147977749987949,</a:t>
            </a:r>
          </a:p>
          <a:p xmlns:a="http://schemas.openxmlformats.org/drawingml/2006/main">
            <a:r>
              <a:t>            "q": 10.521699060288627,</a:t>
            </a:r>
          </a:p>
          <a:p xmlns:a="http://schemas.openxmlformats.org/drawingml/2006/main">
            <a:r>
              <a:t>            "shear": 4.41102845426577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0.000041754076303268364,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"/pscratch/sd/j/joeschm/cheaseBS_runs/20260924/20260924_23-34-45-129015_omt_1.050/iteration_01/artifacts/EQDSK_COCOS_02_POS_SOURCE_SIGNS.OUT",</a:t>
            </a:r>
          </a:p>
          <a:p xmlns:a="http://schemas.openxmlformats.org/drawingml/2006/main">
            <a:r>
              <a:t>          "final_ip_a": 753560.8834,</a:t>
            </a:r>
          </a:p>
          <a:p xmlns:a="http://schemas.openxmlformats.org/drawingml/2006/main">
            <a:r>
              <a:t>          "final_ip_error_a": -347.4185999999754,</a:t>
            </a:r>
          </a:p>
          <a:p xmlns:a="http://schemas.openxmlformats.org/drawingml/2006/main">
            <a:r>
              <a:t>          "final_ip_error_rel": 0.0004608234172223977,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0.00012456676591111743,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9.984888303212566,</a:t>
            </a:r>
          </a:p>
          <a:p xmlns:a="http://schemas.openxmlformats.org/drawingml/2006/main">
            <a:r>
              <a:t>          "q_report_rel_diff": -0.009507533783075636,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1.0262186219337943,</a:t>
            </a:r>
          </a:p>
          <a:p xmlns:a="http://schemas.openxmlformats.org/drawingml/2006/main">
            <a:r>
              <a:t>            "q": 6.786444428959001,</a:t>
            </a:r>
          </a:p>
          <a:p xmlns:a="http://schemas.openxmlformats.org/drawingml/2006/main">
            <a:r>
              <a:t>            "shear": 3.894386677685055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1.0265384292161746,</a:t>
            </a:r>
          </a:p>
          <a:p xmlns:a="http://schemas.openxmlformats.org/drawingml/2006/main">
            <a:r>
              <a:t>            "q": 7.891203794223749,</a:t>
            </a:r>
          </a:p>
          <a:p xmlns:a="http://schemas.openxmlformats.org/drawingml/2006/main">
            <a:r>
              <a:t>            "shear": 4.022828213692205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1.0365046947782774,</a:t>
            </a:r>
          </a:p>
          <a:p xmlns:a="http://schemas.openxmlformats.org/drawingml/2006/main">
            <a:r>
              <a:t>            "q": 10.528806695493488,</a:t>
            </a:r>
          </a:p>
          <a:p xmlns:a="http://schemas.openxmlformats.org/drawingml/2006/main">
            <a:r>
              <a:t>            "shear": 4.521912993425727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0.00007181605006324305,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"/pscratch/sd/j/joeschm/cheaseBS_runs/20260924/20260924_23-36-39-129015_omt_1.100/iteration_01/artifacts/EQDSK_COCOS_02_POS_SOURCE_SIGNS.OUT",</a:t>
            </a:r>
          </a:p>
          <a:p xmlns:a="http://schemas.openxmlformats.org/drawingml/2006/main">
            <a:r>
              <a:t>          "final_ip_a": 753950.487,</a:t>
            </a:r>
          </a:p>
          <a:p xmlns:a="http://schemas.openxmlformats.org/drawingml/2006/main">
            <a:r>
              <a:t>          "final_ip_error_a": 42.184999999939464,</a:t>
            </a:r>
          </a:p>
          <a:p xmlns:a="http://schemas.openxmlformats.org/drawingml/2006/main">
            <a:r>
              <a:t>          "final_ip_error_rel": 0.000055955080860668735,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0.00024680509964241146,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9.980568348768207,</a:t>
            </a:r>
          </a:p>
          <a:p xmlns:a="http://schemas.openxmlformats.org/drawingml/2006/main">
            <a:r>
              <a:t>          "q_report_rel_diff": -0.009936069606572135,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1.0687339597332064,</a:t>
            </a:r>
          </a:p>
          <a:p xmlns:a="http://schemas.openxmlformats.org/drawingml/2006/main">
            <a:r>
              <a:t>            "q": 6.777654756226314,</a:t>
            </a:r>
          </a:p>
          <a:p xmlns:a="http://schemas.openxmlformats.org/drawingml/2006/main">
            <a:r>
              <a:t>            "shear": 3.8939663445022576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1.071841857706584,</a:t>
            </a:r>
          </a:p>
          <a:p xmlns:a="http://schemas.openxmlformats.org/drawingml/2006/main">
            <a:r>
              <a:t>            "q": 7.882330399734592,</a:t>
            </a:r>
          </a:p>
          <a:p xmlns:a="http://schemas.openxmlformats.org/drawingml/2006/main">
            <a:r>
              <a:t>            "shear": 4.035319438991794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1.0583530909943768,</a:t>
            </a:r>
          </a:p>
          <a:p xmlns:a="http://schemas.openxmlformats.org/drawingml/2006/main">
            <a:r>
              <a:t>            "q": 10.524668427369994,</a:t>
            </a:r>
          </a:p>
          <a:p xmlns:a="http://schemas.openxmlformats.org/drawingml/2006/main">
            <a:r>
              <a:t>            "shear": 4.541819933268462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0.00011535524030134414,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"/pscratch/sd/j/joeschm/cheaseBS_runs/20260924/20260924_23-38-29-129015_omt_1.200/iteration_01/artifacts/EQDSK_COCOS_02_POS_SOURCE_SIGNS.OUT",</a:t>
            </a:r>
          </a:p>
          <a:p xmlns:a="http://schemas.openxmlformats.org/drawingml/2006/main">
            <a:r>
              <a:t>          "final_ip_a": 754009.4793,</a:t>
            </a:r>
          </a:p>
          <a:p xmlns:a="http://schemas.openxmlformats.org/drawingml/2006/main">
            <a:r>
              <a:t>          "final_ip_error_a": 101.17729999998119,</a:t>
            </a:r>
          </a:p>
          <a:p xmlns:a="http://schemas.openxmlformats.org/drawingml/2006/main">
            <a:r>
              <a:t>          "final_ip_error_rel": 0.00013420372176771862,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0.00023035461923470515,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9.9812229462305,</a:t>
            </a:r>
          </a:p>
          <a:p xmlns:a="http://schemas.openxmlformats.org/drawingml/2006/main">
            <a:r>
              <a:t>          "q_report_rel_diff": -0.00987113409251154,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1.1611386852662369,</a:t>
            </a:r>
          </a:p>
          <a:p xmlns:a="http://schemas.openxmlformats.org/drawingml/2006/main">
            <a:r>
              <a:t>            "q": 6.7573430946201025,</a:t>
            </a:r>
          </a:p>
          <a:p xmlns:a="http://schemas.openxmlformats.org/drawingml/2006/main">
            <a:r>
              <a:t>            "shear": 3.8903934788919226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1.1709478172629126,</a:t>
            </a:r>
          </a:p>
          <a:p xmlns:a="http://schemas.openxmlformats.org/drawingml/2006/main">
            <a:r>
              <a:t>            "q": 7.8606380574217765,</a:t>
            </a:r>
          </a:p>
          <a:p xmlns:a="http://schemas.openxmlformats.org/drawingml/2006/main">
            <a:r>
              <a:t>            "shear": 4.055464339754393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1.10220865856732,</a:t>
            </a:r>
          </a:p>
          <a:p xmlns:a="http://schemas.openxmlformats.org/drawingml/2006/main">
            <a:r>
              <a:t>            "q": 10.53648070485792,</a:t>
            </a:r>
          </a:p>
          <a:p xmlns:a="http://schemas.openxmlformats.org/drawingml/2006/main">
            <a:r>
              <a:t>            "shear": 4.595805752331045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0.00007166317761283601,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"/pscratch/sd/j/joeschm/cheaseBS_runs/20260924/20260924_23-40-20-129015_omne_0.800/iteration_01/artifacts/EQDSK_COCOS_02_POS_SOURCE_SIGNS.OUT",</a:t>
            </a:r>
          </a:p>
          <a:p xmlns:a="http://schemas.openxmlformats.org/drawingml/2006/main">
            <a:r>
              <a:t>          "final_ip_a": 753011.7397,</a:t>
            </a:r>
          </a:p>
          <a:p xmlns:a="http://schemas.openxmlformats.org/drawingml/2006/main">
            <a:r>
              <a:t>          "final_ip_error_a": -896.5622999999905,</a:t>
            </a:r>
          </a:p>
          <a:p xmlns:a="http://schemas.openxmlformats.org/drawingml/2006/main">
            <a:r>
              <a:t>          "final_ip_error_rel": 0.001189219295797051,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0.00033215705044930123,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10.006042623432922,</a:t>
            </a:r>
          </a:p>
          <a:p xmlns:a="http://schemas.openxmlformats.org/drawingml/2006/main">
            <a:r>
              <a:t>          "q_report_rel_diff": -0.007409043127004747,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0.8479981021403369,</a:t>
            </a:r>
          </a:p>
          <a:p xmlns:a="http://schemas.openxmlformats.org/drawingml/2006/main">
            <a:r>
              <a:t>            "q": 6.83274908095984,</a:t>
            </a:r>
          </a:p>
          <a:p xmlns:a="http://schemas.openxmlformats.org/drawingml/2006/main">
            <a:r>
              <a:t>            "shear": 3.902072205819408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0.8313216391532146,</a:t>
            </a:r>
          </a:p>
          <a:p xmlns:a="http://schemas.openxmlformats.org/drawingml/2006/main">
            <a:r>
              <a:t>            "q": 7.941637001578889,</a:t>
            </a:r>
          </a:p>
          <a:p xmlns:a="http://schemas.openxmlformats.org/drawingml/2006/main">
            <a:r>
              <a:t>            "shear": 3.9781622588195957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0.8793756497465155,</a:t>
            </a:r>
          </a:p>
          <a:p xmlns:a="http://schemas.openxmlformats.org/drawingml/2006/main">
            <a:r>
              <a:t>            "q": 10.537808250565265,</a:t>
            </a:r>
          </a:p>
          <a:p xmlns:a="http://schemas.openxmlformats.org/drawingml/2006/main">
            <a:r>
              <a:t>            "shear": 4.351469755746923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0.0000332532237258636,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"/pscratch/sd/j/joeschm/cheaseBS_runs/20260924/20260924_23-42-12-129015_omne_0.900/iteration_01/artifacts/EQDSK_COCOS_02_POS_SOURCE_SIGNS.OUT",</a:t>
            </a:r>
          </a:p>
          <a:p xmlns:a="http://schemas.openxmlformats.org/drawingml/2006/main">
            <a:r>
              <a:t>          "final_ip_a": 753423.6539,</a:t>
            </a:r>
          </a:p>
          <a:p xmlns:a="http://schemas.openxmlformats.org/drawingml/2006/main">
            <a:r>
              <a:t>          "final_ip_error_a": -484.64809999999125,</a:t>
            </a:r>
          </a:p>
          <a:p xmlns:a="http://schemas.openxmlformats.org/drawingml/2006/main">
            <a:r>
              <a:t>          "final_ip_error_rel": 0.0006428475435464713,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0.00013925475092195597,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9.999248898833978,</a:t>
            </a:r>
          </a:p>
          <a:p xmlns:a="http://schemas.openxmlformats.org/drawingml/2006/main">
            <a:r>
              <a:t>          "q_report_rel_diff": -0.008082974855479068,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0.9142679246063657,</a:t>
            </a:r>
          </a:p>
          <a:p xmlns:a="http://schemas.openxmlformats.org/drawingml/2006/main">
            <a:r>
              <a:t>            "q": 6.817114837827424,</a:t>
            </a:r>
          </a:p>
          <a:p xmlns:a="http://schemas.openxmlformats.org/drawingml/2006/main">
            <a:r>
              <a:t>            "shear": 3.900136126799112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0.9041303637304688,</a:t>
            </a:r>
          </a:p>
          <a:p xmlns:a="http://schemas.openxmlformats.org/drawingml/2006/main">
            <a:r>
              <a:t>            "q": 7.924721639294641,</a:t>
            </a:r>
          </a:p>
          <a:p xmlns:a="http://schemas.openxmlformats.org/drawingml/2006/main">
            <a:r>
              <a:t>            "shear": 3.9928921371640023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0.9444636889150779,</a:t>
            </a:r>
          </a:p>
          <a:p xmlns:a="http://schemas.openxmlformats.org/drawingml/2006/main">
            <a:r>
              <a:t>            "q": 10.53403675370692,</a:t>
            </a:r>
          </a:p>
          <a:p xmlns:a="http://schemas.openxmlformats.org/drawingml/2006/main">
            <a:r>
              <a:t>            "shear": 4.385973310635253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0.000018550194694797733,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"/pscratch/sd/j/joeschm/cheaseBS_runs/20260924/20260924_23-44-06-129015_omne_0.950/iteration_01/artifacts/EQDSK_COCOS_02_POS_SOURCE_SIGNS.OUT",</a:t>
            </a:r>
          </a:p>
          <a:p xmlns:a="http://schemas.openxmlformats.org/drawingml/2006/main">
            <a:r>
              <a:t>          "final_ip_a": 753538.7599,</a:t>
            </a:r>
          </a:p>
          <a:p xmlns:a="http://schemas.openxmlformats.org/drawingml/2006/main">
            <a:r>
              <a:t>          "final_ip_error_a": -369.5421000000788,</a:t>
            </a:r>
          </a:p>
          <a:p xmlns:a="http://schemas.openxmlformats.org/drawingml/2006/main">
            <a:r>
              <a:t>          "final_ip_error_rel": 0.0004901684979721563,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0.00020115135548953253,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9.994032884166606,</a:t>
            </a:r>
          </a:p>
          <a:p xmlns:a="http://schemas.openxmlformats.org/drawingml/2006/main">
            <a:r>
              <a:t>          "q_report_rel_diff": -0.008600399094470983,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0.9493696621590423,</a:t>
            </a:r>
          </a:p>
          <a:p xmlns:a="http://schemas.openxmlformats.org/drawingml/2006/main">
            <a:r>
              <a:t>            "q": 6.80878582274615,</a:t>
            </a:r>
          </a:p>
          <a:p xmlns:a="http://schemas.openxmlformats.org/drawingml/2006/main">
            <a:r>
              <a:t>            "shear": 3.8986098202884767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0.9429742595212425,</a:t>
            </a:r>
          </a:p>
          <a:p xmlns:a="http://schemas.openxmlformats.org/drawingml/2006/main">
            <a:r>
              <a:t>            "q": 7.915544223788102,</a:t>
            </a:r>
          </a:p>
          <a:p xmlns:a="http://schemas.openxmlformats.org/drawingml/2006/main">
            <a:r>
              <a:t>            "shear": 4.00000653864791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0.9785319789114573,</a:t>
            </a:r>
          </a:p>
          <a:p xmlns:a="http://schemas.openxmlformats.org/drawingml/2006/main">
            <a:r>
              <a:t>            "q": 10.531295871423287,</a:t>
            </a:r>
          </a:p>
          <a:p xmlns:a="http://schemas.openxmlformats.org/drawingml/2006/main">
            <a:r>
              <a:t>            "shear": 4.415729607329662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0.00007138093174682138,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"/pscratch/sd/j/joeschm/cheaseBS_runs/20260924/20260924_23-46-00-129015_omne_1.000/iteration_01/artifacts/EQDSK_COCOS_02_POS_SOURCE_SIGNS.OUT",</a:t>
            </a:r>
          </a:p>
          <a:p xmlns:a="http://schemas.openxmlformats.org/drawingml/2006/main">
            <a:r>
              <a:t>          "final_ip_a": 753979.6655,</a:t>
            </a:r>
          </a:p>
          <a:p xmlns:a="http://schemas.openxmlformats.org/drawingml/2006/main">
            <a:r>
              <a:t>          "final_ip_error_a": 71.36349999997765,</a:t>
            </a:r>
          </a:p>
          <a:p xmlns:a="http://schemas.openxmlformats.org/drawingml/2006/main">
            <a:r>
              <a:t>          "final_ip_error_rel": 0.00009465806360092006,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0.0007702816122850126,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9.989001166652002,</a:t>
            </a:r>
          </a:p>
          <a:p xmlns:a="http://schemas.openxmlformats.org/drawingml/2006/main">
            <a:r>
              <a:t>          "q_report_rel_diff": -0.009099541211938893,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0.9858989562413545,</a:t>
            </a:r>
          </a:p>
          <a:p xmlns:a="http://schemas.openxmlformats.org/drawingml/2006/main">
            <a:r>
              <a:t>            "q": 6.80044334386391,</a:t>
            </a:r>
          </a:p>
          <a:p xmlns:a="http://schemas.openxmlformats.org/drawingml/2006/main">
            <a:r>
              <a:t>            "shear": 3.8972219441120926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0.9836673095771666,</a:t>
            </a:r>
          </a:p>
          <a:p xmlns:a="http://schemas.openxmlformats.org/drawingml/2006/main">
            <a:r>
              <a:t>            "q": 7.906543556845907,</a:t>
            </a:r>
          </a:p>
          <a:p xmlns:a="http://schemas.openxmlformats.org/drawingml/2006/main">
            <a:r>
              <a:t>            "shear": 4.008555249877127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1.0147977749987949,</a:t>
            </a:r>
          </a:p>
          <a:p xmlns:a="http://schemas.openxmlformats.org/drawingml/2006/main">
            <a:r>
              <a:t>            "q": 10.521699060288627,</a:t>
            </a:r>
          </a:p>
          <a:p xmlns:a="http://schemas.openxmlformats.org/drawingml/2006/main">
            <a:r>
              <a:t>            "shear": 4.41102845426577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0.000034864434019689787,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"/pscratch/sd/j/joeschm/cheaseBS_runs/20260924/20260924_23-47-51-129015_omne_1.050/iteration_01/artifacts/EQDSK_COCOS_02_POS_SOURCE_SIGNS.OUT",</a:t>
            </a:r>
          </a:p>
          <a:p xmlns:a="http://schemas.openxmlformats.org/drawingml/2006/main">
            <a:r>
              <a:t>          "final_ip_a": 753513.1595,</a:t>
            </a:r>
          </a:p>
          <a:p xmlns:a="http://schemas.openxmlformats.org/drawingml/2006/main">
            <a:r>
              <a:t>          "final_ip_error_a": -395.1425000000745,</a:t>
            </a:r>
          </a:p>
          <a:p xmlns:a="http://schemas.openxmlformats.org/drawingml/2006/main">
            <a:r>
              <a:t>          "final_ip_error_rel": 0.0005241254128012965,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0.00007796063219334878,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9.981664931950238,</a:t>
            </a:r>
          </a:p>
          <a:p xmlns:a="http://schemas.openxmlformats.org/drawingml/2006/main">
            <a:r>
              <a:t>          "q_report_rel_diff": -0.009827289483310013,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1.0237513954897057,</a:t>
            </a:r>
          </a:p>
          <a:p xmlns:a="http://schemas.openxmlformats.org/drawingml/2006/main">
            <a:r>
              <a:t>            "q": 6.79072904677768,</a:t>
            </a:r>
          </a:p>
          <a:p xmlns:a="http://schemas.openxmlformats.org/drawingml/2006/main">
            <a:r>
              <a:t>            "shear": 3.8941828693984766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1.0258820271087188,</a:t>
            </a:r>
          </a:p>
          <a:p xmlns:a="http://schemas.openxmlformats.org/drawingml/2006/main">
            <a:r>
              <a:t>            "q": 7.895231256393529,</a:t>
            </a:r>
          </a:p>
          <a:p xmlns:a="http://schemas.openxmlformats.org/drawingml/2006/main">
            <a:r>
              <a:t>            "shear": 4.013947973678892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1.0496359272357867,</a:t>
            </a:r>
          </a:p>
          <a:p xmlns:a="http://schemas.openxmlformats.org/drawingml/2006/main">
            <a:r>
              <a:t>            "q": 10.53091502453652,</a:t>
            </a:r>
          </a:p>
          <a:p xmlns:a="http://schemas.openxmlformats.org/drawingml/2006/main">
            <a:r>
              <a:t>            "shear": 4.515419803311662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0.00006260075077400619,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"/pscratch/sd/j/joeschm/cheaseBS_runs/20260924/20260924_23-49-42-129015_omne_1.100/iteration_01/artifacts/EQDSK_COCOS_02_POS_SOURCE_SIGNS.OUT",</a:t>
            </a:r>
          </a:p>
          <a:p xmlns:a="http://schemas.openxmlformats.org/drawingml/2006/main">
            <a:r>
              <a:t>          "final_ip_a": 753780.7201,</a:t>
            </a:r>
          </a:p>
          <a:p xmlns:a="http://schemas.openxmlformats.org/drawingml/2006/main">
            <a:r>
              <a:t>          "final_ip_error_a": -127.58189999999013,</a:t>
            </a:r>
          </a:p>
          <a:p xmlns:a="http://schemas.openxmlformats.org/drawingml/2006/main">
            <a:r>
              <a:t>          "final_ip_error_rel": 0.0001692273445743142,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0.00024072900990277217,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9.973891589748366,</a:t>
            </a:r>
          </a:p>
          <a:p xmlns:a="http://schemas.openxmlformats.org/drawingml/2006/main">
            <a:r>
              <a:t>          "q_report_rel_diff": -0.010598398448625476,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1.0633700251309859,</a:t>
            </a:r>
          </a:p>
          <a:p xmlns:a="http://schemas.openxmlformats.org/drawingml/2006/main">
            <a:r>
              <a:t>            "q": 6.77688316723176,</a:t>
            </a:r>
          </a:p>
          <a:p xmlns:a="http://schemas.openxmlformats.org/drawingml/2006/main">
            <a:r>
              <a:t>            "shear": 3.890181016714147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1.070774124226723,</a:t>
            </a:r>
          </a:p>
          <a:p xmlns:a="http://schemas.openxmlformats.org/drawingml/2006/main">
            <a:r>
              <a:t>            "q": 7.879758563109551,</a:t>
            </a:r>
          </a:p>
          <a:p xmlns:a="http://schemas.openxmlformats.org/drawingml/2006/main">
            <a:r>
              <a:t>            "shear": 4.028213872185986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1.0912377579193164,</a:t>
            </a:r>
          </a:p>
          <a:p xmlns:a="http://schemas.openxmlformats.org/drawingml/2006/main">
            <a:r>
              <a:t>            "q": 10.518319685294266,</a:t>
            </a:r>
          </a:p>
          <a:p xmlns:a="http://schemas.openxmlformats.org/drawingml/2006/main">
            <a:r>
              <a:t>            "shear": 4.557637383903229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0.0001102182270024192,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"/pscratch/sd/j/joeschm/cheaseBS_runs/20260924/20260924_23-51-33-129015_omne_1.200/iteration_01/artifacts/EQDSK_COCOS_02_POS_SOURCE_SIGNS.OUT",</a:t>
            </a:r>
          </a:p>
          <a:p xmlns:a="http://schemas.openxmlformats.org/drawingml/2006/main">
            <a:r>
              <a:t>          "final_ip_a": 753568.835,</a:t>
            </a:r>
          </a:p>
          <a:p xmlns:a="http://schemas.openxmlformats.org/drawingml/2006/main">
            <a:r>
              <a:t>          "final_ip_error_a": -339.4670000000624,</a:t>
            </a:r>
          </a:p>
          <a:p xmlns:a="http://schemas.openxmlformats.org/drawingml/2006/main">
            <a:r>
              <a:t>          "final_ip_error_rel": 0.0004502762459300553,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0.0003443836290290146,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9.968469621180994,</a:t>
            </a:r>
          </a:p>
          <a:p xmlns:a="http://schemas.openxmlformats.org/drawingml/2006/main">
            <a:r>
              <a:t>          "q_report_rel_diff": -0.011136253140131565,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1.1467756550621901,</a:t>
            </a:r>
          </a:p>
          <a:p xmlns:a="http://schemas.openxmlformats.org/drawingml/2006/main">
            <a:r>
              <a:t>            "q": 6.756612809063214,</a:t>
            </a:r>
          </a:p>
          <a:p xmlns:a="http://schemas.openxmlformats.org/drawingml/2006/main">
            <a:r>
              <a:t>            "shear": 3.8828787710639463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1.1651579012710918,</a:t>
            </a:r>
          </a:p>
          <a:p xmlns:a="http://schemas.openxmlformats.org/drawingml/2006/main">
            <a:r>
              <a:t>            "q": 7.856187432974275,</a:t>
            </a:r>
          </a:p>
          <a:p xmlns:a="http://schemas.openxmlformats.org/drawingml/2006/main">
            <a:r>
              <a:t>            "shear": 4.038679066442364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1.1696580308607352,</a:t>
            </a:r>
          </a:p>
          <a:p xmlns:a="http://schemas.openxmlformats.org/drawingml/2006/main">
            <a:r>
              <a:t>            "q": 10.525583496137738,</a:t>
            </a:r>
          </a:p>
          <a:p xmlns:a="http://schemas.openxmlformats.org/drawingml/2006/main">
            <a:r>
              <a:t>            "shear": 4.629166160069097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"n4w1",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"#CC79A7",</a:t>
            </a:r>
          </a:p>
          <a:p xmlns:a="http://schemas.openxmlformats.org/drawingml/2006/main">
            <a:r>
              <a:t>    "root": "C:\\Users\\joesc\\git\\cheaseBS_tests\\data\\129015_129038\\pm0.2_ncscal4_warmup1\\129015",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0.00008216038582290112,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"/pscratch/sd/j/joeschm/cheaseBS_runs/20260924/20260924_23-27-16-129015_omt_0.800/iteration_01/artifacts/EQDSK_COCOS_02_POS_SOURCE_SIGNS.OUT",</a:t>
            </a:r>
          </a:p>
          <a:p xmlns:a="http://schemas.openxmlformats.org/drawingml/2006/main">
            <a:r>
              <a:t>          "final_ip_a": 752958.6163,</a:t>
            </a:r>
          </a:p>
          <a:p xmlns:a="http://schemas.openxmlformats.org/drawingml/2006/main">
            <a:r>
              <a:t>          "final_ip_error_a": -949.6857000000309,</a:t>
            </a:r>
          </a:p>
          <a:p xmlns:a="http://schemas.openxmlformats.org/drawingml/2006/main">
            <a:r>
              <a:t>          "final_ip_error_rel": 0.0012596833029702211,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0.00010219611053856006,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9.99660634139776,</a:t>
            </a:r>
          </a:p>
          <a:p xmlns:a="http://schemas.openxmlformats.org/drawingml/2006/main">
            <a:r>
              <a:t>          "q_report_rel_diff": -0.008345114315895184,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0.8457762243695768,</a:t>
            </a:r>
          </a:p>
          <a:p xmlns:a="http://schemas.openxmlformats.org/drawingml/2006/main">
            <a:r>
              <a:t>            "q": 6.829135510397823,</a:t>
            </a:r>
          </a:p>
          <a:p xmlns:a="http://schemas.openxmlformats.org/drawingml/2006/main">
            <a:r>
              <a:t>            "shear": 3.8947405067478402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0.8373973637853879,</a:t>
            </a:r>
          </a:p>
          <a:p xmlns:a="http://schemas.openxmlformats.org/drawingml/2006/main">
            <a:r>
              <a:t>            "q": 7.934786843669294,</a:t>
            </a:r>
          </a:p>
          <a:p xmlns:a="http://schemas.openxmlformats.org/drawingml/2006/main">
            <a:r>
              <a:t>            "shear": 3.969637196037797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0.9398462158175477,</a:t>
            </a:r>
          </a:p>
          <a:p xmlns:a="http://schemas.openxmlformats.org/drawingml/2006/main">
            <a:r>
              <a:t>            "q": 10.5262575729911,</a:t>
            </a:r>
          </a:p>
          <a:p xmlns:a="http://schemas.openxmlformats.org/drawingml/2006/main">
            <a:r>
              <a:t>            "shear": 4.354857455351027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0.000040100854857195284,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"/pscratch/sd/j/joeschm/cheaseBS_runs/20260924/20260924_23-29-09-129015_omt_0.900/iteration_01/artifacts/EQDSK_COCOS_02_POS_SOURCE_SIGNS.OUT",</a:t>
            </a:r>
          </a:p>
          <a:p xmlns:a="http://schemas.openxmlformats.org/drawingml/2006/main">
            <a:r>
              <a:t>          "final_ip_a": 753275.2455,</a:t>
            </a:r>
          </a:p>
          <a:p xmlns:a="http://schemas.openxmlformats.org/drawingml/2006/main">
            <a:r>
              <a:t>          "final_ip_error_a": -633.0565000000643,</a:t>
            </a:r>
          </a:p>
          <a:p xmlns:a="http://schemas.openxmlformats.org/drawingml/2006/main">
            <a:r>
              <a:t>          "final_ip_error_rel": 0.0008396996004960617,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0.00013069714315861938,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9.992950691322182,</a:t>
            </a:r>
          </a:p>
          <a:p xmlns:a="http://schemas.openxmlformats.org/drawingml/2006/main">
            <a:r>
              <a:t>          "q_report_rel_diff": -0.008707751708425644,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0.9119168011462674,</a:t>
            </a:r>
          </a:p>
          <a:p xmlns:a="http://schemas.openxmlformats.org/drawingml/2006/main">
            <a:r>
              <a:t>            "q": 6.815538842581654,</a:t>
            </a:r>
          </a:p>
          <a:p xmlns:a="http://schemas.openxmlformats.org/drawingml/2006/main">
            <a:r>
              <a:t>            "shear": 3.8962944208722177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0.905999838365488,</a:t>
            </a:r>
          </a:p>
          <a:p xmlns:a="http://schemas.openxmlformats.org/drawingml/2006/main">
            <a:r>
              <a:t>            "q": 7.921395620694635,</a:t>
            </a:r>
          </a:p>
          <a:p xmlns:a="http://schemas.openxmlformats.org/drawingml/2006/main">
            <a:r>
              <a:t>            "shear": 3.9873629633127106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0.9753273598656779,</a:t>
            </a:r>
          </a:p>
          <a:p xmlns:a="http://schemas.openxmlformats.org/drawingml/2006/main">
            <a:r>
              <a:t>            "q": 10.527863945883368,</a:t>
            </a:r>
          </a:p>
          <a:p xmlns:a="http://schemas.openxmlformats.org/drawingml/2006/main">
            <a:r>
              <a:t>            "shear": 4.400165618041543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0.000023430565147352826,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"/pscratch/sd/j/joeschm/cheaseBS_runs/20260924/20260924_23-31-02-129015_omt_0.950/iteration_01/artifacts/EQDSK_COCOS_02_POS_SOURCE_SIGNS.OUT",</a:t>
            </a:r>
          </a:p>
          <a:p xmlns:a="http://schemas.openxmlformats.org/drawingml/2006/main">
            <a:r>
              <a:t>          "final_ip_a": 753477.0383,</a:t>
            </a:r>
          </a:p>
          <a:p xmlns:a="http://schemas.openxmlformats.org/drawingml/2006/main">
            <a:r>
              <a:t>          "final_ip_error_a": -431.26370000001043,</a:t>
            </a:r>
          </a:p>
          <a:p xmlns:a="http://schemas.openxmlformats.org/drawingml/2006/main">
            <a:r>
              <a:t>          "final_ip_error_rel": 0.0005720373404244731,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0.00022043623951651232,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9.99088005665299,</a:t>
            </a:r>
          </a:p>
          <a:p xmlns:a="http://schemas.openxmlformats.org/drawingml/2006/main">
            <a:r>
              <a:t>          "q_report_rel_diff": -0.008913156914557198,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0.9478570436425428,</a:t>
            </a:r>
          </a:p>
          <a:p xmlns:a="http://schemas.openxmlformats.org/drawingml/2006/main">
            <a:r>
              <a:t>            "q": 6.808099866507942,</a:t>
            </a:r>
          </a:p>
          <a:p xmlns:a="http://schemas.openxmlformats.org/drawingml/2006/main">
            <a:r>
              <a:t>            "shear": 3.8967079464585836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0.9435928097742169,</a:t>
            </a:r>
          </a:p>
          <a:p xmlns:a="http://schemas.openxmlformats.org/drawingml/2006/main">
            <a:r>
              <a:t>            "q": 7.913987884672032,</a:t>
            </a:r>
          </a:p>
          <a:p xmlns:a="http://schemas.openxmlformats.org/drawingml/2006/main">
            <a:r>
              <a:t>            "shear": 3.997119383883657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0.9942454336103335,</a:t>
            </a:r>
          </a:p>
          <a:p xmlns:a="http://schemas.openxmlformats.org/drawingml/2006/main">
            <a:r>
              <a:t>            "q": 10.527893426934249,</a:t>
            </a:r>
          </a:p>
          <a:p xmlns:a="http://schemas.openxmlformats.org/drawingml/2006/main">
            <a:r>
              <a:t>            "shear": 4.421271153035851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0.00007138093174682138,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"/pscratch/sd/j/joeschm/cheaseBS_runs/20260924/20260924_23-32-54-129015_omt_1.000/iteration_01/artifacts/EQDSK_COCOS_02_POS_SOURCE_SIGNS.OUT",</a:t>
            </a:r>
          </a:p>
          <a:p xmlns:a="http://schemas.openxmlformats.org/drawingml/2006/main">
            <a:r>
              <a:t>          "final_ip_a": 753979.6655,</a:t>
            </a:r>
          </a:p>
          <a:p xmlns:a="http://schemas.openxmlformats.org/drawingml/2006/main">
            <a:r>
              <a:t>          "final_ip_error_a": 71.36349999997765,</a:t>
            </a:r>
          </a:p>
          <a:p xmlns:a="http://schemas.openxmlformats.org/drawingml/2006/main">
            <a:r>
              <a:t>          "final_ip_error_rel": 0.00009465806360092006,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0.0007702816122850126,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9.989001166652002,</a:t>
            </a:r>
          </a:p>
          <a:p xmlns:a="http://schemas.openxmlformats.org/drawingml/2006/main">
            <a:r>
              <a:t>          "q_report_rel_diff": -0.009099541211938893,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0.9858989562413545,</a:t>
            </a:r>
          </a:p>
          <a:p xmlns:a="http://schemas.openxmlformats.org/drawingml/2006/main">
            <a:r>
              <a:t>            "q": 6.80044334386391,</a:t>
            </a:r>
          </a:p>
          <a:p xmlns:a="http://schemas.openxmlformats.org/drawingml/2006/main">
            <a:r>
              <a:t>            "shear": 3.8972219441120926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0.9836673095771666,</a:t>
            </a:r>
          </a:p>
          <a:p xmlns:a="http://schemas.openxmlformats.org/drawingml/2006/main">
            <a:r>
              <a:t>            "q": 7.906543556845907,</a:t>
            </a:r>
          </a:p>
          <a:p xmlns:a="http://schemas.openxmlformats.org/drawingml/2006/main">
            <a:r>
              <a:t>            "shear": 4.008555249877127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1.0147977749987949,</a:t>
            </a:r>
          </a:p>
          <a:p xmlns:a="http://schemas.openxmlformats.org/drawingml/2006/main">
            <a:r>
              <a:t>            "q": 10.521699060288627,</a:t>
            </a:r>
          </a:p>
          <a:p xmlns:a="http://schemas.openxmlformats.org/drawingml/2006/main">
            <a:r>
              <a:t>            "shear": 4.41102845426577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0.000041754076303268364,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"/pscratch/sd/j/joeschm/cheaseBS_runs/20260924/20260924_23-34-45-129015_omt_1.050/iteration_01/artifacts/EQDSK_COCOS_02_POS_SOURCE_SIGNS.OUT",</a:t>
            </a:r>
          </a:p>
          <a:p xmlns:a="http://schemas.openxmlformats.org/drawingml/2006/main">
            <a:r>
              <a:t>          "final_ip_a": 753560.8834,</a:t>
            </a:r>
          </a:p>
          <a:p xmlns:a="http://schemas.openxmlformats.org/drawingml/2006/main">
            <a:r>
              <a:t>          "final_ip_error_a": -347.4185999999754,</a:t>
            </a:r>
          </a:p>
          <a:p xmlns:a="http://schemas.openxmlformats.org/drawingml/2006/main">
            <a:r>
              <a:t>          "final_ip_error_rel": 0.0004608234172223977,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0.00012456676591111743,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9.984888303212566,</a:t>
            </a:r>
          </a:p>
          <a:p xmlns:a="http://schemas.openxmlformats.org/drawingml/2006/main">
            <a:r>
              <a:t>          "q_report_rel_diff": -0.009507533783075636,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1.0262186219337943,</a:t>
            </a:r>
          </a:p>
          <a:p xmlns:a="http://schemas.openxmlformats.org/drawingml/2006/main">
            <a:r>
              <a:t>            "q": 6.786444428959001,</a:t>
            </a:r>
          </a:p>
          <a:p xmlns:a="http://schemas.openxmlformats.org/drawingml/2006/main">
            <a:r>
              <a:t>            "shear": 3.894386677685055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1.0265384292161746,</a:t>
            </a:r>
          </a:p>
          <a:p xmlns:a="http://schemas.openxmlformats.org/drawingml/2006/main">
            <a:r>
              <a:t>            "q": 7.891203794223749,</a:t>
            </a:r>
          </a:p>
          <a:p xmlns:a="http://schemas.openxmlformats.org/drawingml/2006/main">
            <a:r>
              <a:t>            "shear": 4.022828213692205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1.0365046947782774,</a:t>
            </a:r>
          </a:p>
          <a:p xmlns:a="http://schemas.openxmlformats.org/drawingml/2006/main">
            <a:r>
              <a:t>            "q": 10.528806695493488,</a:t>
            </a:r>
          </a:p>
          <a:p xmlns:a="http://schemas.openxmlformats.org/drawingml/2006/main">
            <a:r>
              <a:t>            "shear": 4.521912993425727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0.00007181605006324305,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"/pscratch/sd/j/joeschm/cheaseBS_runs/20260924/20260924_23-36-39-129015_omt_1.100/iteration_01/artifacts/EQDSK_COCOS_02_POS_SOURCE_SIGNS.OUT",</a:t>
            </a:r>
          </a:p>
          <a:p xmlns:a="http://schemas.openxmlformats.org/drawingml/2006/main">
            <a:r>
              <a:t>          "final_ip_a": 753950.487,</a:t>
            </a:r>
          </a:p>
          <a:p xmlns:a="http://schemas.openxmlformats.org/drawingml/2006/main">
            <a:r>
              <a:t>          "final_ip_error_a": 42.184999999939464,</a:t>
            </a:r>
          </a:p>
          <a:p xmlns:a="http://schemas.openxmlformats.org/drawingml/2006/main">
            <a:r>
              <a:t>          "final_ip_error_rel": 0.000055955080860668735,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0.00024680509964241146,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9.980568348768207,</a:t>
            </a:r>
          </a:p>
          <a:p xmlns:a="http://schemas.openxmlformats.org/drawingml/2006/main">
            <a:r>
              <a:t>          "q_report_rel_diff": -0.009936069606572135,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1.0687339597332064,</a:t>
            </a:r>
          </a:p>
          <a:p xmlns:a="http://schemas.openxmlformats.org/drawingml/2006/main">
            <a:r>
              <a:t>            "q": 6.777654756226314,</a:t>
            </a:r>
          </a:p>
          <a:p xmlns:a="http://schemas.openxmlformats.org/drawingml/2006/main">
            <a:r>
              <a:t>            "shear": 3.8939663445022576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1.071841857706584,</a:t>
            </a:r>
          </a:p>
          <a:p xmlns:a="http://schemas.openxmlformats.org/drawingml/2006/main">
            <a:r>
              <a:t>            "q": 7.882330399734592,</a:t>
            </a:r>
          </a:p>
          <a:p xmlns:a="http://schemas.openxmlformats.org/drawingml/2006/main">
            <a:r>
              <a:t>            "shear": 4.035319438991794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1.0583530909943768,</a:t>
            </a:r>
          </a:p>
          <a:p xmlns:a="http://schemas.openxmlformats.org/drawingml/2006/main">
            <a:r>
              <a:t>            "q": 10.524668427369994,</a:t>
            </a:r>
          </a:p>
          <a:p xmlns:a="http://schemas.openxmlformats.org/drawingml/2006/main">
            <a:r>
              <a:t>            "shear": 4.541819933268462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0.00011535524030134414,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"/pscratch/sd/j/joeschm/cheaseBS_runs/20260924/20260924_23-38-29-129015_omt_1.200/iteration_01/artifacts/EQDSK_COCOS_02_POS_SOURCE_SIGNS.OUT",</a:t>
            </a:r>
          </a:p>
          <a:p xmlns:a="http://schemas.openxmlformats.org/drawingml/2006/main">
            <a:r>
              <a:t>          "final_ip_a": 754009.4793,</a:t>
            </a:r>
          </a:p>
          <a:p xmlns:a="http://schemas.openxmlformats.org/drawingml/2006/main">
            <a:r>
              <a:t>          "final_ip_error_a": 101.17729999998119,</a:t>
            </a:r>
          </a:p>
          <a:p xmlns:a="http://schemas.openxmlformats.org/drawingml/2006/main">
            <a:r>
              <a:t>          "final_ip_error_rel": 0.00013420372176771862,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0.00023035461923470515,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9.9812229462305,</a:t>
            </a:r>
          </a:p>
          <a:p xmlns:a="http://schemas.openxmlformats.org/drawingml/2006/main">
            <a:r>
              <a:t>          "q_report_rel_diff": -0.00987113409251154,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1.1611386852662369,</a:t>
            </a:r>
          </a:p>
          <a:p xmlns:a="http://schemas.openxmlformats.org/drawingml/2006/main">
            <a:r>
              <a:t>            "q": 6.7573430946201025,</a:t>
            </a:r>
          </a:p>
          <a:p xmlns:a="http://schemas.openxmlformats.org/drawingml/2006/main">
            <a:r>
              <a:t>            "shear": 3.8903934788919226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1.1709478172629126,</a:t>
            </a:r>
          </a:p>
          <a:p xmlns:a="http://schemas.openxmlformats.org/drawingml/2006/main">
            <a:r>
              <a:t>            "q": 7.8606380574217765,</a:t>
            </a:r>
          </a:p>
          <a:p xmlns:a="http://schemas.openxmlformats.org/drawingml/2006/main">
            <a:r>
              <a:t>            "shear": 4.055464339754393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1.10220865856732,</a:t>
            </a:r>
          </a:p>
          <a:p xmlns:a="http://schemas.openxmlformats.org/drawingml/2006/main">
            <a:r>
              <a:t>            "q": 10.53648070485792,</a:t>
            </a:r>
          </a:p>
          <a:p xmlns:a="http://schemas.openxmlformats.org/drawingml/2006/main">
            <a:r>
              <a:t>            "shear": 4.595805752331045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0.00007166317761283601,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"/pscratch/sd/j/joeschm/cheaseBS_runs/20260924/20260924_23-40-20-129015_omne_0.800/iteration_01/artifacts/EQDSK_COCOS_02_POS_SOURCE_SIGNS.OUT",</a:t>
            </a:r>
          </a:p>
          <a:p xmlns:a="http://schemas.openxmlformats.org/drawingml/2006/main">
            <a:r>
              <a:t>          "final_ip_a": 753011.7397,</a:t>
            </a:r>
          </a:p>
          <a:p xmlns:a="http://schemas.openxmlformats.org/drawingml/2006/main">
            <a:r>
              <a:t>          "final_ip_error_a": -896.5622999999905,</a:t>
            </a:r>
          </a:p>
          <a:p xmlns:a="http://schemas.openxmlformats.org/drawingml/2006/main">
            <a:r>
              <a:t>          "final_ip_error_rel": 0.001189219295797051,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0.00033215705044930123,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10.006042623432922,</a:t>
            </a:r>
          </a:p>
          <a:p xmlns:a="http://schemas.openxmlformats.org/drawingml/2006/main">
            <a:r>
              <a:t>          "q_report_rel_diff": -0.007409043127004747,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0.8479981021403369,</a:t>
            </a:r>
          </a:p>
          <a:p xmlns:a="http://schemas.openxmlformats.org/drawingml/2006/main">
            <a:r>
              <a:t>            "q": 6.83274908095984,</a:t>
            </a:r>
          </a:p>
          <a:p xmlns:a="http://schemas.openxmlformats.org/drawingml/2006/main">
            <a:r>
              <a:t>            "shear": 3.902072205819408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0.8313216391532146,</a:t>
            </a:r>
          </a:p>
          <a:p xmlns:a="http://schemas.openxmlformats.org/drawingml/2006/main">
            <a:r>
              <a:t>            "q": 7.941637001578889,</a:t>
            </a:r>
          </a:p>
          <a:p xmlns:a="http://schemas.openxmlformats.org/drawingml/2006/main">
            <a:r>
              <a:t>            "shear": 3.9781622588195957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0.8793756497465155,</a:t>
            </a:r>
          </a:p>
          <a:p xmlns:a="http://schemas.openxmlformats.org/drawingml/2006/main">
            <a:r>
              <a:t>            "q": 10.537808250565265,</a:t>
            </a:r>
          </a:p>
          <a:p xmlns:a="http://schemas.openxmlformats.org/drawingml/2006/main">
            <a:r>
              <a:t>            "shear": 4.351469755746923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0.0000332532237258636,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"/pscratch/sd/j/joeschm/cheaseBS_runs/20260924/20260924_23-42-12-129015_omne_0.900/iteration_01/artifacts/EQDSK_COCOS_02_POS_SOURCE_SIGNS.OUT",</a:t>
            </a:r>
          </a:p>
          <a:p xmlns:a="http://schemas.openxmlformats.org/drawingml/2006/main">
            <a:r>
              <a:t>          "final_ip_a": 753423.6539,</a:t>
            </a:r>
          </a:p>
          <a:p xmlns:a="http://schemas.openxmlformats.org/drawingml/2006/main">
            <a:r>
              <a:t>          "final_ip_error_a": -484.64809999999125,</a:t>
            </a:r>
          </a:p>
          <a:p xmlns:a="http://schemas.openxmlformats.org/drawingml/2006/main">
            <a:r>
              <a:t>          "final_ip_error_rel": 0.0006428475435464713,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0.00013925475092195597,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9.999248898833978,</a:t>
            </a:r>
          </a:p>
          <a:p xmlns:a="http://schemas.openxmlformats.org/drawingml/2006/main">
            <a:r>
              <a:t>          "q_report_rel_diff": -0.008082974855479068,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0.9142679246063657,</a:t>
            </a:r>
          </a:p>
          <a:p xmlns:a="http://schemas.openxmlformats.org/drawingml/2006/main">
            <a:r>
              <a:t>            "q": 6.817114837827424,</a:t>
            </a:r>
          </a:p>
          <a:p xmlns:a="http://schemas.openxmlformats.org/drawingml/2006/main">
            <a:r>
              <a:t>            "shear": 3.900136126799112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0.9041303637304688,</a:t>
            </a:r>
          </a:p>
          <a:p xmlns:a="http://schemas.openxmlformats.org/drawingml/2006/main">
            <a:r>
              <a:t>            "q": 7.924721639294641,</a:t>
            </a:r>
          </a:p>
          <a:p xmlns:a="http://schemas.openxmlformats.org/drawingml/2006/main">
            <a:r>
              <a:t>            "shear": 3.9928921371640023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0.9444636889150779,</a:t>
            </a:r>
          </a:p>
          <a:p xmlns:a="http://schemas.openxmlformats.org/drawingml/2006/main">
            <a:r>
              <a:t>            "q": 10.53403675370692,</a:t>
            </a:r>
          </a:p>
          <a:p xmlns:a="http://schemas.openxmlformats.org/drawingml/2006/main">
            <a:r>
              <a:t>            "shear": 4.385973310635253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0.000018550194694797733,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"/pscratch/sd/j/joeschm/cheaseBS_runs/20260924/20260924_23-44-06-129015_omne_0.950/iteration_01/artifacts/EQDSK_COCOS_02_POS_SOURCE_SIGNS.OUT",</a:t>
            </a:r>
          </a:p>
          <a:p xmlns:a="http://schemas.openxmlformats.org/drawingml/2006/main">
            <a:r>
              <a:t>          "final_ip_a": 753538.7599,</a:t>
            </a:r>
          </a:p>
          <a:p xmlns:a="http://schemas.openxmlformats.org/drawingml/2006/main">
            <a:r>
              <a:t>          "final_ip_error_a": -369.5421000000788,</a:t>
            </a:r>
          </a:p>
          <a:p xmlns:a="http://schemas.openxmlformats.org/drawingml/2006/main">
            <a:r>
              <a:t>          "final_ip_error_rel": 0.0004901684979721563,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0.00020115135548953253,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9.994032884166606,</a:t>
            </a:r>
          </a:p>
          <a:p xmlns:a="http://schemas.openxmlformats.org/drawingml/2006/main">
            <a:r>
              <a:t>          "q_report_rel_diff": -0.008600399094470983,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0.9493696621590423,</a:t>
            </a:r>
          </a:p>
          <a:p xmlns:a="http://schemas.openxmlformats.org/drawingml/2006/main">
            <a:r>
              <a:t>            "q": 6.80878582274615,</a:t>
            </a:r>
          </a:p>
          <a:p xmlns:a="http://schemas.openxmlformats.org/drawingml/2006/main">
            <a:r>
              <a:t>            "shear": 3.8986098202884767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0.9429742595212425,</a:t>
            </a:r>
          </a:p>
          <a:p xmlns:a="http://schemas.openxmlformats.org/drawingml/2006/main">
            <a:r>
              <a:t>            "q": 7.915544223788102,</a:t>
            </a:r>
          </a:p>
          <a:p xmlns:a="http://schemas.openxmlformats.org/drawingml/2006/main">
            <a:r>
              <a:t>            "shear": 4.00000653864791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0.9785319789114573,</a:t>
            </a:r>
          </a:p>
          <a:p xmlns:a="http://schemas.openxmlformats.org/drawingml/2006/main">
            <a:r>
              <a:t>            "q": 10.531295871423287,</a:t>
            </a:r>
          </a:p>
          <a:p xmlns:a="http://schemas.openxmlformats.org/drawingml/2006/main">
            <a:r>
              <a:t>            "shear": 4.415729607329662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0.00007138093174682138,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"/pscratch/sd/j/joeschm/cheaseBS_runs/20260924/20260924_23-46-00-129015_omne_1.000/iteration_01/artifacts/EQDSK_COCOS_02_POS_SOURCE_SIGNS.OUT",</a:t>
            </a:r>
          </a:p>
          <a:p xmlns:a="http://schemas.openxmlformats.org/drawingml/2006/main">
            <a:r>
              <a:t>          "final_ip_a": 753979.6655,</a:t>
            </a:r>
          </a:p>
          <a:p xmlns:a="http://schemas.openxmlformats.org/drawingml/2006/main">
            <a:r>
              <a:t>          "final_ip_error_a": 71.36349999997765,</a:t>
            </a:r>
          </a:p>
          <a:p xmlns:a="http://schemas.openxmlformats.org/drawingml/2006/main">
            <a:r>
              <a:t>          "final_ip_error_rel": 0.00009465806360092006,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0.0007702816122850126,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9.989001166652002,</a:t>
            </a:r>
          </a:p>
          <a:p xmlns:a="http://schemas.openxmlformats.org/drawingml/2006/main">
            <a:r>
              <a:t>          "q_report_rel_diff": -0.009099541211938893,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0.9858989562413545,</a:t>
            </a:r>
          </a:p>
          <a:p xmlns:a="http://schemas.openxmlformats.org/drawingml/2006/main">
            <a:r>
              <a:t>            "q": 6.80044334386391,</a:t>
            </a:r>
          </a:p>
          <a:p xmlns:a="http://schemas.openxmlformats.org/drawingml/2006/main">
            <a:r>
              <a:t>            "shear": 3.8972219441120926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0.9836673095771666,</a:t>
            </a:r>
          </a:p>
          <a:p xmlns:a="http://schemas.openxmlformats.org/drawingml/2006/main">
            <a:r>
              <a:t>            "q": 7.906543556845907,</a:t>
            </a:r>
          </a:p>
          <a:p xmlns:a="http://schemas.openxmlformats.org/drawingml/2006/main">
            <a:r>
              <a:t>            "shear": 4.008555249877127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1.0147977749987949,</a:t>
            </a:r>
          </a:p>
          <a:p xmlns:a="http://schemas.openxmlformats.org/drawingml/2006/main">
            <a:r>
              <a:t>            "q": 10.521699060288627,</a:t>
            </a:r>
          </a:p>
          <a:p xmlns:a="http://schemas.openxmlformats.org/drawingml/2006/main">
            <a:r>
              <a:t>            "shear": 4.41102845426577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0.000034864434019689787,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"/pscratch/sd/j/joeschm/cheaseBS_runs/20260924/20260924_23-47-51-129015_omne_1.050/iteration_01/artifacts/EQDSK_COCOS_02_POS_SOURCE_SIGNS.OUT",</a:t>
            </a:r>
          </a:p>
          <a:p xmlns:a="http://schemas.openxmlformats.org/drawingml/2006/main">
            <a:r>
              <a:t>          "final_ip_a": 753513.1595,</a:t>
            </a:r>
          </a:p>
          <a:p xmlns:a="http://schemas.openxmlformats.org/drawingml/2006/main">
            <a:r>
              <a:t>          "final_ip_error_a": -395.1425000000745,</a:t>
            </a:r>
          </a:p>
          <a:p xmlns:a="http://schemas.openxmlformats.org/drawingml/2006/main">
            <a:r>
              <a:t>          "final_ip_error_rel": 0.0005241254128012965,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0.00007796063219334878,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9.981664931950238,</a:t>
            </a:r>
          </a:p>
          <a:p xmlns:a="http://schemas.openxmlformats.org/drawingml/2006/main">
            <a:r>
              <a:t>          "q_report_rel_diff": -0.009827289483310013,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1.0237513954897057,</a:t>
            </a:r>
          </a:p>
          <a:p xmlns:a="http://schemas.openxmlformats.org/drawingml/2006/main">
            <a:r>
              <a:t>            "q": 6.79072904677768,</a:t>
            </a:r>
          </a:p>
          <a:p xmlns:a="http://schemas.openxmlformats.org/drawingml/2006/main">
            <a:r>
              <a:t>            "shear": 3.8941828693984766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1.0258820271087188,</a:t>
            </a:r>
          </a:p>
          <a:p xmlns:a="http://schemas.openxmlformats.org/drawingml/2006/main">
            <a:r>
              <a:t>            "q": 7.895231256393529,</a:t>
            </a:r>
          </a:p>
          <a:p xmlns:a="http://schemas.openxmlformats.org/drawingml/2006/main">
            <a:r>
              <a:t>            "shear": 4.013947973678892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1.0496359272357867,</a:t>
            </a:r>
          </a:p>
          <a:p xmlns:a="http://schemas.openxmlformats.org/drawingml/2006/main">
            <a:r>
              <a:t>            "q": 10.53091502453652,</a:t>
            </a:r>
          </a:p>
          <a:p xmlns:a="http://schemas.openxmlformats.org/drawingml/2006/main">
            <a:r>
              <a:t>            "shear": 4.515419803311662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0.00006260075077400619,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"/pscratch/sd/j/joeschm/cheaseBS_runs/20260924/20260924_23-49-42-129015_omne_1.100/iteration_01/artifacts/EQDSK_COCOS_02_POS_SOURCE_SIGNS.OUT",</a:t>
            </a:r>
          </a:p>
          <a:p xmlns:a="http://schemas.openxmlformats.org/drawingml/2006/main">
            <a:r>
              <a:t>          "final_ip_a": 753780.7201,</a:t>
            </a:r>
          </a:p>
          <a:p xmlns:a="http://schemas.openxmlformats.org/drawingml/2006/main">
            <a:r>
              <a:t>          "final_ip_error_a": -127.58189999999013,</a:t>
            </a:r>
          </a:p>
          <a:p xmlns:a="http://schemas.openxmlformats.org/drawingml/2006/main">
            <a:r>
              <a:t>          "final_ip_error_rel": 0.0001692273445743142,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0.00024072900990277217,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9.973891589748366,</a:t>
            </a:r>
          </a:p>
          <a:p xmlns:a="http://schemas.openxmlformats.org/drawingml/2006/main">
            <a:r>
              <a:t>          "q_report_rel_diff": -0.010598398448625476,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1.0633700251309859,</a:t>
            </a:r>
          </a:p>
          <a:p xmlns:a="http://schemas.openxmlformats.org/drawingml/2006/main">
            <a:r>
              <a:t>            "q": 6.77688316723176,</a:t>
            </a:r>
          </a:p>
          <a:p xmlns:a="http://schemas.openxmlformats.org/drawingml/2006/main">
            <a:r>
              <a:t>            "shear": 3.890181016714147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1.070774124226723,</a:t>
            </a:r>
          </a:p>
          <a:p xmlns:a="http://schemas.openxmlformats.org/drawingml/2006/main">
            <a:r>
              <a:t>            "q": 7.879758563109551,</a:t>
            </a:r>
          </a:p>
          <a:p xmlns:a="http://schemas.openxmlformats.org/drawingml/2006/main">
            <a:r>
              <a:t>            "shear": 4.028213872185986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1.0912377579193164,</a:t>
            </a:r>
          </a:p>
          <a:p xmlns:a="http://schemas.openxmlformats.org/drawingml/2006/main">
            <a:r>
              <a:t>            "q": 10.518319685294266,</a:t>
            </a:r>
          </a:p>
          <a:p xmlns:a="http://schemas.openxmlformats.org/drawingml/2006/main">
            <a:r>
              <a:t>            "shear": 4.557637383903229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"C:\\Users\\joesc\\git\\cheaseBS_tests\\data\\129015_129038\\pm0.2_ncscal4_warmup1\\129015\\omne_1.200",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0.0001102182270024192,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"/pscratch/sd/j/joeschm/cheaseBS_runs/20260924/20260924_23-51-33-129015_omne_1.200/iteration_01/artifacts/EQDSK_COCOS_02_POS_SOURCE_SIGNS.OUT",</a:t>
            </a:r>
          </a:p>
          <a:p xmlns:a="http://schemas.openxmlformats.org/drawingml/2006/main">
            <a:r>
              <a:t>          "final_ip_a": 753568.835,</a:t>
            </a:r>
          </a:p>
          <a:p xmlns:a="http://schemas.openxmlformats.org/drawingml/2006/main">
            <a:r>
              <a:t>          "final_ip_error_a": -339.4670000000624,</a:t>
            </a:r>
          </a:p>
          <a:p xmlns:a="http://schemas.openxmlformats.org/drawingml/2006/main">
            <a:r>
              <a:t>          "final_ip_error_rel": 0.0004502762459300553,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0.0003443836290290146,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9.968469621180994,</a:t>
            </a:r>
          </a:p>
          <a:p xmlns:a="http://schemas.openxmlformats.org/drawingml/2006/main">
            <a:r>
              <a:t>          "q_report_rel_diff": -0.011136253140131565,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1.1467756550621901,</a:t>
            </a:r>
          </a:p>
          <a:p xmlns:a="http://schemas.openxmlformats.org/drawingml/2006/main">
            <a:r>
              <a:t>            "q": 6.756612809063214,</a:t>
            </a:r>
          </a:p>
          <a:p xmlns:a="http://schemas.openxmlformats.org/drawingml/2006/main">
            <a:r>
              <a:t>            "shear": 3.8828787710639463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1.1651579012710918,</a:t>
            </a:r>
          </a:p>
          <a:p xmlns:a="http://schemas.openxmlformats.org/drawingml/2006/main">
            <a:r>
              <a:t>            "q": 7.856187432974275,</a:t>
            </a:r>
          </a:p>
          <a:p xmlns:a="http://schemas.openxmlformats.org/drawingml/2006/main">
            <a:r>
              <a:t>            "shear": 4.038679066442364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1.1696580308607352,</a:t>
            </a:r>
          </a:p>
          <a:p xmlns:a="http://schemas.openxmlformats.org/drawingml/2006/main">
            <a:r>
              <a:t>            "q": 10.525583496137738,</a:t>
            </a:r>
          </a:p>
          <a:p xmlns:a="http://schemas.openxmlformats.org/drawingml/2006/main">
            <a:r>
              <a:t>            "shear": 4.629166160069097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"n4w2",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"#8B4513",</a:t>
            </a:r>
          </a:p>
          <a:p xmlns:a="http://schemas.openxmlformats.org/drawingml/2006/main">
            <a:r>
              <a:t>    "root": "C:\\Users\\joesc\\git\\cheaseBS_tests\\data\\129015_129038\\pm0.2_ncscal4_warmup2\\129015",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0.00008216038582290112,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"/pscratch/sd/j/joeschm/cheaseBS_runs/20260924/20260924_23-26-34-129015_omt_0.800/iteration_01/artifacts/EQDSK_COCOS_02_POS_SOURCE_SIGNS.OUT",</a:t>
            </a:r>
          </a:p>
          <a:p xmlns:a="http://schemas.openxmlformats.org/drawingml/2006/main">
            <a:r>
              <a:t>          "final_ip_a": 752958.6163,</a:t>
            </a:r>
          </a:p>
          <a:p xmlns:a="http://schemas.openxmlformats.org/drawingml/2006/main">
            <a:r>
              <a:t>          "final_ip_error_a": -949.6857000000309,</a:t>
            </a:r>
          </a:p>
          <a:p xmlns:a="http://schemas.openxmlformats.org/drawingml/2006/main">
            <a:r>
              <a:t>          "final_ip_error_rel": 0.0012596833029702211,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0.00010219611053856006,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9.99660634139776,</a:t>
            </a:r>
          </a:p>
          <a:p xmlns:a="http://schemas.openxmlformats.org/drawingml/2006/main">
            <a:r>
              <a:t>          "q_report_rel_diff": -0.008345114315895184,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0.8457762243695768,</a:t>
            </a:r>
          </a:p>
          <a:p xmlns:a="http://schemas.openxmlformats.org/drawingml/2006/main">
            <a:r>
              <a:t>            "q": 6.829135510397823,</a:t>
            </a:r>
          </a:p>
          <a:p xmlns:a="http://schemas.openxmlformats.org/drawingml/2006/main">
            <a:r>
              <a:t>            "shear": 3.8947405067478402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0.8373973637853879,</a:t>
            </a:r>
          </a:p>
          <a:p xmlns:a="http://schemas.openxmlformats.org/drawingml/2006/main">
            <a:r>
              <a:t>            "q": 7.934786843669294,</a:t>
            </a:r>
          </a:p>
          <a:p xmlns:a="http://schemas.openxmlformats.org/drawingml/2006/main">
            <a:r>
              <a:t>            "shear": 3.969637196037797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0.9398462158175477,</a:t>
            </a:r>
          </a:p>
          <a:p xmlns:a="http://schemas.openxmlformats.org/drawingml/2006/main">
            <a:r>
              <a:t>            "q": 10.5262575729911,</a:t>
            </a:r>
          </a:p>
          <a:p xmlns:a="http://schemas.openxmlformats.org/drawingml/2006/main">
            <a:r>
              <a:t>            "shear": 4.354857455351027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0.000040100854857195284,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"/pscratch/sd/j/joeschm/cheaseBS_runs/20260924/20260924_23-28-25-129015_omt_0.900/iteration_01/artifacts/EQDSK_COCOS_02_POS_SOURCE_SIGNS.OUT",</a:t>
            </a:r>
          </a:p>
          <a:p xmlns:a="http://schemas.openxmlformats.org/drawingml/2006/main">
            <a:r>
              <a:t>          "final_ip_a": 753275.2455,</a:t>
            </a:r>
          </a:p>
          <a:p xmlns:a="http://schemas.openxmlformats.org/drawingml/2006/main">
            <a:r>
              <a:t>          "final_ip_error_a": -633.0565000000643,</a:t>
            </a:r>
          </a:p>
          <a:p xmlns:a="http://schemas.openxmlformats.org/drawingml/2006/main">
            <a:r>
              <a:t>          "final_ip_error_rel": 0.0008396996004960617,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0.00013069714315861938,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9.992950691322182,</a:t>
            </a:r>
          </a:p>
          <a:p xmlns:a="http://schemas.openxmlformats.org/drawingml/2006/main">
            <a:r>
              <a:t>          "q_report_rel_diff": -0.008707751708425644,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0.9119168011462674,</a:t>
            </a:r>
          </a:p>
          <a:p xmlns:a="http://schemas.openxmlformats.org/drawingml/2006/main">
            <a:r>
              <a:t>            "q": 6.815538842581654,</a:t>
            </a:r>
          </a:p>
          <a:p xmlns:a="http://schemas.openxmlformats.org/drawingml/2006/main">
            <a:r>
              <a:t>            "shear": 3.8962944208722177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0.905999838365488,</a:t>
            </a:r>
          </a:p>
          <a:p xmlns:a="http://schemas.openxmlformats.org/drawingml/2006/main">
            <a:r>
              <a:t>            "q": 7.921395620694635,</a:t>
            </a:r>
          </a:p>
          <a:p xmlns:a="http://schemas.openxmlformats.org/drawingml/2006/main">
            <a:r>
              <a:t>            "shear": 3.9873629633127106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0.9753273598656779,</a:t>
            </a:r>
          </a:p>
          <a:p xmlns:a="http://schemas.openxmlformats.org/drawingml/2006/main">
            <a:r>
              <a:t>            "q": 10.527863945883368,</a:t>
            </a:r>
          </a:p>
          <a:p xmlns:a="http://schemas.openxmlformats.org/drawingml/2006/main">
            <a:r>
              <a:t>            "shear": 4.400165618041543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0.000023430565147352826,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"/pscratch/sd/j/joeschm/cheaseBS_runs/20260924/20260924_23-30-20-129015_omt_0.950/iteration_01/artifacts/EQDSK_COCOS_02_POS_SOURCE_SIGNS.OUT",</a:t>
            </a:r>
          </a:p>
          <a:p xmlns:a="http://schemas.openxmlformats.org/drawingml/2006/main">
            <a:r>
              <a:t>          "final_ip_a": 753477.0383,</a:t>
            </a:r>
          </a:p>
          <a:p xmlns:a="http://schemas.openxmlformats.org/drawingml/2006/main">
            <a:r>
              <a:t>          "final_ip_error_a": -431.26370000001043,</a:t>
            </a:r>
          </a:p>
          <a:p xmlns:a="http://schemas.openxmlformats.org/drawingml/2006/main">
            <a:r>
              <a:t>          "final_ip_error_rel": 0.0005720373404244731,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0.00022043623951651232,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9.99088005665299,</a:t>
            </a:r>
          </a:p>
          <a:p xmlns:a="http://schemas.openxmlformats.org/drawingml/2006/main">
            <a:r>
              <a:t>          "q_report_rel_diff": -0.008913156914557198,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0.9478570436425428,</a:t>
            </a:r>
          </a:p>
          <a:p xmlns:a="http://schemas.openxmlformats.org/drawingml/2006/main">
            <a:r>
              <a:t>            "q": 6.808099866507942,</a:t>
            </a:r>
          </a:p>
          <a:p xmlns:a="http://schemas.openxmlformats.org/drawingml/2006/main">
            <a:r>
              <a:t>            "shear": 3.8967079464585836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0.9435928097742169,</a:t>
            </a:r>
          </a:p>
          <a:p xmlns:a="http://schemas.openxmlformats.org/drawingml/2006/main">
            <a:r>
              <a:t>            "q": 7.913987884672032,</a:t>
            </a:r>
          </a:p>
          <a:p xmlns:a="http://schemas.openxmlformats.org/drawingml/2006/main">
            <a:r>
              <a:t>            "shear": 3.997119383883657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0.9942454336103335,</a:t>
            </a:r>
          </a:p>
          <a:p xmlns:a="http://schemas.openxmlformats.org/drawingml/2006/main">
            <a:r>
              <a:t>            "q": 10.527893426934249,</a:t>
            </a:r>
          </a:p>
          <a:p xmlns:a="http://schemas.openxmlformats.org/drawingml/2006/main">
            <a:r>
              <a:t>            "shear": 4.421271153035851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0.00007138093174682138,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"/pscratch/sd/j/joeschm/cheaseBS_runs/20260924/20260924_23-32-11-129015_omt_1.000/iteration_01/artifacts/EQDSK_COCOS_02_POS_SOURCE_SIGNS.OUT",</a:t>
            </a:r>
          </a:p>
          <a:p xmlns:a="http://schemas.openxmlformats.org/drawingml/2006/main">
            <a:r>
              <a:t>          "final_ip_a": 753979.6655,</a:t>
            </a:r>
          </a:p>
          <a:p xmlns:a="http://schemas.openxmlformats.org/drawingml/2006/main">
            <a:r>
              <a:t>          "final_ip_error_a": 71.36349999997765,</a:t>
            </a:r>
          </a:p>
          <a:p xmlns:a="http://schemas.openxmlformats.org/drawingml/2006/main">
            <a:r>
              <a:t>          "final_ip_error_rel": 0.00009465806360092006,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0.0007702816122850126,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9.989001166652002,</a:t>
            </a:r>
          </a:p>
          <a:p xmlns:a="http://schemas.openxmlformats.org/drawingml/2006/main">
            <a:r>
              <a:t>          "q_report_rel_diff": -0.009099541211938893,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0.9858989562413545,</a:t>
            </a:r>
          </a:p>
          <a:p xmlns:a="http://schemas.openxmlformats.org/drawingml/2006/main">
            <a:r>
              <a:t>            "q": 6.80044334386391,</a:t>
            </a:r>
          </a:p>
          <a:p xmlns:a="http://schemas.openxmlformats.org/drawingml/2006/main">
            <a:r>
              <a:t>            "shear": 3.8972219441120926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0.9836673095771666,</a:t>
            </a:r>
          </a:p>
          <a:p xmlns:a="http://schemas.openxmlformats.org/drawingml/2006/main">
            <a:r>
              <a:t>            "q": 7.906543556845907,</a:t>
            </a:r>
          </a:p>
          <a:p xmlns:a="http://schemas.openxmlformats.org/drawingml/2006/main">
            <a:r>
              <a:t>            "shear": 4.008555249877127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1.0147977749987949,</a:t>
            </a:r>
          </a:p>
          <a:p xmlns:a="http://schemas.openxmlformats.org/drawingml/2006/main">
            <a:r>
              <a:t>            "q": 10.521699060288627,</a:t>
            </a:r>
          </a:p>
          <a:p xmlns:a="http://schemas.openxmlformats.org/drawingml/2006/main">
            <a:r>
              <a:t>            "shear": 4.41102845426577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0.000041754076303268364,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"/pscratch/sd/j/joeschm/cheaseBS_runs/20260924/20260924_23-34-03-129015_omt_1.050/iteration_01/artifacts/EQDSK_COCOS_02_POS_SOURCE_SIGNS.OUT",</a:t>
            </a:r>
          </a:p>
          <a:p xmlns:a="http://schemas.openxmlformats.org/drawingml/2006/main">
            <a:r>
              <a:t>          "final_ip_a": 753560.8834,</a:t>
            </a:r>
          </a:p>
          <a:p xmlns:a="http://schemas.openxmlformats.org/drawingml/2006/main">
            <a:r>
              <a:t>          "final_ip_error_a": -347.4185999999754,</a:t>
            </a:r>
          </a:p>
          <a:p xmlns:a="http://schemas.openxmlformats.org/drawingml/2006/main">
            <a:r>
              <a:t>          "final_ip_error_rel": 0.0004608234172223977,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0.00012456676591111743,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9.984888303212566,</a:t>
            </a:r>
          </a:p>
          <a:p xmlns:a="http://schemas.openxmlformats.org/drawingml/2006/main">
            <a:r>
              <a:t>          "q_report_rel_diff": -0.009507533783075636,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1.0262186219337943,</a:t>
            </a:r>
          </a:p>
          <a:p xmlns:a="http://schemas.openxmlformats.org/drawingml/2006/main">
            <a:r>
              <a:t>            "q": 6.786444428959001,</a:t>
            </a:r>
          </a:p>
          <a:p xmlns:a="http://schemas.openxmlformats.org/drawingml/2006/main">
            <a:r>
              <a:t>            "shear": 3.894386677685055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1.0265384292161746,</a:t>
            </a:r>
          </a:p>
          <a:p xmlns:a="http://schemas.openxmlformats.org/drawingml/2006/main">
            <a:r>
              <a:t>            "q": 7.891203794223749,</a:t>
            </a:r>
          </a:p>
          <a:p xmlns:a="http://schemas.openxmlformats.org/drawingml/2006/main">
            <a:r>
              <a:t>            "shear": 4.022828213692205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1.0365046947782774,</a:t>
            </a:r>
          </a:p>
          <a:p xmlns:a="http://schemas.openxmlformats.org/drawingml/2006/main">
            <a:r>
              <a:t>            "q": 10.528806695493488,</a:t>
            </a:r>
          </a:p>
          <a:p xmlns:a="http://schemas.openxmlformats.org/drawingml/2006/main">
            <a:r>
              <a:t>            "shear": 4.521912993425727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0.00007181605006324305,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"/pscratch/sd/j/joeschm/cheaseBS_runs/20260924/20260924_23-36-00-129015_omt_1.100/iteration_01/artifacts/EQDSK_COCOS_02_POS_SOURCE_SIGNS.OUT",</a:t>
            </a:r>
          </a:p>
          <a:p xmlns:a="http://schemas.openxmlformats.org/drawingml/2006/main">
            <a:r>
              <a:t>          "final_ip_a": 753950.487,</a:t>
            </a:r>
          </a:p>
          <a:p xmlns:a="http://schemas.openxmlformats.org/drawingml/2006/main">
            <a:r>
              <a:t>          "final_ip_error_a": 42.184999999939464,</a:t>
            </a:r>
          </a:p>
          <a:p xmlns:a="http://schemas.openxmlformats.org/drawingml/2006/main">
            <a:r>
              <a:t>          "final_ip_error_rel": 0.000055955080860668735,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0.00024680509964241146,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9.980568348768207,</a:t>
            </a:r>
          </a:p>
          <a:p xmlns:a="http://schemas.openxmlformats.org/drawingml/2006/main">
            <a:r>
              <a:t>          "q_report_rel_diff": -0.009936069606572135,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1.0687339597332064,</a:t>
            </a:r>
          </a:p>
          <a:p xmlns:a="http://schemas.openxmlformats.org/drawingml/2006/main">
            <a:r>
              <a:t>            "q": 6.777654756226314,</a:t>
            </a:r>
          </a:p>
          <a:p xmlns:a="http://schemas.openxmlformats.org/drawingml/2006/main">
            <a:r>
              <a:t>            "shear": 3.8939663445022576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1.071841857706584,</a:t>
            </a:r>
          </a:p>
          <a:p xmlns:a="http://schemas.openxmlformats.org/drawingml/2006/main">
            <a:r>
              <a:t>            "q": 7.882330399734592,</a:t>
            </a:r>
          </a:p>
          <a:p xmlns:a="http://schemas.openxmlformats.org/drawingml/2006/main">
            <a:r>
              <a:t>            "shear": 4.035319438991794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1.0583530909943768,</a:t>
            </a:r>
          </a:p>
          <a:p xmlns:a="http://schemas.openxmlformats.org/drawingml/2006/main">
            <a:r>
              <a:t>            "q": 10.524668427369994,</a:t>
            </a:r>
          </a:p>
          <a:p xmlns:a="http://schemas.openxmlformats.org/drawingml/2006/main">
            <a:r>
              <a:t>            "shear": 4.541819933268462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0.00011535524030134414,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"/pscratch/sd/j/joeschm/cheaseBS_runs/20260924/20260924_23-37-57-129015_omt_1.200/iteration_01/artifacts/EQDSK_COCOS_02_POS_SOURCE_SIGNS.OUT",</a:t>
            </a:r>
          </a:p>
          <a:p xmlns:a="http://schemas.openxmlformats.org/drawingml/2006/main">
            <a:r>
              <a:t>          "final_ip_a": 754009.4793,</a:t>
            </a:r>
          </a:p>
          <a:p xmlns:a="http://schemas.openxmlformats.org/drawingml/2006/main">
            <a:r>
              <a:t>          "final_ip_error_a": 101.17729999998119,</a:t>
            </a:r>
          </a:p>
          <a:p xmlns:a="http://schemas.openxmlformats.org/drawingml/2006/main">
            <a:r>
              <a:t>          "final_ip_error_rel": 0.00013420372176771862,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0.00023035461923470515,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9.9812229462305,</a:t>
            </a:r>
          </a:p>
          <a:p xmlns:a="http://schemas.openxmlformats.org/drawingml/2006/main">
            <a:r>
              <a:t>          "q_report_rel_diff": -0.00987113409251154,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1.1611386852662369,</a:t>
            </a:r>
          </a:p>
          <a:p xmlns:a="http://schemas.openxmlformats.org/drawingml/2006/main">
            <a:r>
              <a:t>            "q": 6.7573430946201025,</a:t>
            </a:r>
          </a:p>
          <a:p xmlns:a="http://schemas.openxmlformats.org/drawingml/2006/main">
            <a:r>
              <a:t>            "shear": 3.8903934788919226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1.1709478172629126,</a:t>
            </a:r>
          </a:p>
          <a:p xmlns:a="http://schemas.openxmlformats.org/drawingml/2006/main">
            <a:r>
              <a:t>            "q": 7.8606380574217765,</a:t>
            </a:r>
          </a:p>
          <a:p xmlns:a="http://schemas.openxmlformats.org/drawingml/2006/main">
            <a:r>
              <a:t>            "shear": 4.055464339754393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1.10220865856732,</a:t>
            </a:r>
          </a:p>
          <a:p xmlns:a="http://schemas.openxmlformats.org/drawingml/2006/main">
            <a:r>
              <a:t>            "q": 10.53648070485792,</a:t>
            </a:r>
          </a:p>
          <a:p xmlns:a="http://schemas.openxmlformats.org/drawingml/2006/main">
            <a:r>
              <a:t>            "shear": 4.595805752331045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0.00007166317761283601,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"/pscratch/sd/j/joeschm/cheaseBS_runs/20260924/20260924_23-39-49-129015_omne_0.800/iteration_01/artifacts/EQDSK_COCOS_02_POS_SOURCE_SIGNS.OUT",</a:t>
            </a:r>
          </a:p>
          <a:p xmlns:a="http://schemas.openxmlformats.org/drawingml/2006/main">
            <a:r>
              <a:t>          "final_ip_a": 753011.7397,</a:t>
            </a:r>
          </a:p>
          <a:p xmlns:a="http://schemas.openxmlformats.org/drawingml/2006/main">
            <a:r>
              <a:t>          "final_ip_error_a": -896.5622999999905,</a:t>
            </a:r>
          </a:p>
          <a:p xmlns:a="http://schemas.openxmlformats.org/drawingml/2006/main">
            <a:r>
              <a:t>          "final_ip_error_rel": 0.001189219295797051,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0.00033215705044930123,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10.006042623432922,</a:t>
            </a:r>
          </a:p>
          <a:p xmlns:a="http://schemas.openxmlformats.org/drawingml/2006/main">
            <a:r>
              <a:t>          "q_report_rel_diff": -0.007409043127004747,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0.8479981021403369,</a:t>
            </a:r>
          </a:p>
          <a:p xmlns:a="http://schemas.openxmlformats.org/drawingml/2006/main">
            <a:r>
              <a:t>            "q": 6.83274908095984,</a:t>
            </a:r>
          </a:p>
          <a:p xmlns:a="http://schemas.openxmlformats.org/drawingml/2006/main">
            <a:r>
              <a:t>            "shear": 3.902072205819408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0.8313216391532146,</a:t>
            </a:r>
          </a:p>
          <a:p xmlns:a="http://schemas.openxmlformats.org/drawingml/2006/main">
            <a:r>
              <a:t>            "q": 7.941637001578889,</a:t>
            </a:r>
          </a:p>
          <a:p xmlns:a="http://schemas.openxmlformats.org/drawingml/2006/main">
            <a:r>
              <a:t>            "shear": 3.9781622588195957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0.8793756497465155,</a:t>
            </a:r>
          </a:p>
          <a:p xmlns:a="http://schemas.openxmlformats.org/drawingml/2006/main">
            <a:r>
              <a:t>            "q": 10.537808250565265,</a:t>
            </a:r>
          </a:p>
          <a:p xmlns:a="http://schemas.openxmlformats.org/drawingml/2006/main">
            <a:r>
              <a:t>            "shear": 4.351469755746923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0.0000332532237258636,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"/pscratch/sd/j/joeschm/cheaseBS_runs/20260924/20260924_23-41-39-129015_omne_0.900/iteration_01/artifacts/EQDSK_COCOS_02_POS_SOURCE_SIGNS.OUT",</a:t>
            </a:r>
          </a:p>
          <a:p xmlns:a="http://schemas.openxmlformats.org/drawingml/2006/main">
            <a:r>
              <a:t>          "final_ip_a": 753423.6539,</a:t>
            </a:r>
          </a:p>
          <a:p xmlns:a="http://schemas.openxmlformats.org/drawingml/2006/main">
            <a:r>
              <a:t>          "final_ip_error_a": -484.64809999999125,</a:t>
            </a:r>
          </a:p>
          <a:p xmlns:a="http://schemas.openxmlformats.org/drawingml/2006/main">
            <a:r>
              <a:t>          "final_ip_error_rel": 0.0006428475435464713,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0.00013925475092195597,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9.999248898833978,</a:t>
            </a:r>
          </a:p>
          <a:p xmlns:a="http://schemas.openxmlformats.org/drawingml/2006/main">
            <a:r>
              <a:t>          "q_report_rel_diff": -0.008082974855479068,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0.9142679246063657,</a:t>
            </a:r>
          </a:p>
          <a:p xmlns:a="http://schemas.openxmlformats.org/drawingml/2006/main">
            <a:r>
              <a:t>            "q": 6.817114837827424,</a:t>
            </a:r>
          </a:p>
          <a:p xmlns:a="http://schemas.openxmlformats.org/drawingml/2006/main">
            <a:r>
              <a:t>            "shear": 3.900136126799112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0.9041303637304688,</a:t>
            </a:r>
          </a:p>
          <a:p xmlns:a="http://schemas.openxmlformats.org/drawingml/2006/main">
            <a:r>
              <a:t>            "q": 7.924721639294641,</a:t>
            </a:r>
          </a:p>
          <a:p xmlns:a="http://schemas.openxmlformats.org/drawingml/2006/main">
            <a:r>
              <a:t>            "shear": 3.9928921371640023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0.9444636889150779,</a:t>
            </a:r>
          </a:p>
          <a:p xmlns:a="http://schemas.openxmlformats.org/drawingml/2006/main">
            <a:r>
              <a:t>            "q": 10.53403675370692,</a:t>
            </a:r>
          </a:p>
          <a:p xmlns:a="http://schemas.openxmlformats.org/drawingml/2006/main">
            <a:r>
              <a:t>            "shear": 4.385973310635253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0.000018550194694797733,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"/pscratch/sd/j/joeschm/cheaseBS_runs/20260924/20260924_23-43-28-129015_omne_0.950/iteration_01/artifacts/EQDSK_COCOS_02_POS_SOURCE_SIGNS.OUT",</a:t>
            </a:r>
          </a:p>
          <a:p xmlns:a="http://schemas.openxmlformats.org/drawingml/2006/main">
            <a:r>
              <a:t>          "final_ip_a": 753538.7599,</a:t>
            </a:r>
          </a:p>
          <a:p xmlns:a="http://schemas.openxmlformats.org/drawingml/2006/main">
            <a:r>
              <a:t>          "final_ip_error_a": -369.5421000000788,</a:t>
            </a:r>
          </a:p>
          <a:p xmlns:a="http://schemas.openxmlformats.org/drawingml/2006/main">
            <a:r>
              <a:t>          "final_ip_error_rel": 0.0004901684979721563,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0.00020115135548953253,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9.994032884166606,</a:t>
            </a:r>
          </a:p>
          <a:p xmlns:a="http://schemas.openxmlformats.org/drawingml/2006/main">
            <a:r>
              <a:t>          "q_report_rel_diff": -0.008600399094470983,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0.9493696621590423,</a:t>
            </a:r>
          </a:p>
          <a:p xmlns:a="http://schemas.openxmlformats.org/drawingml/2006/main">
            <a:r>
              <a:t>            "q": 6.80878582274615,</a:t>
            </a:r>
          </a:p>
          <a:p xmlns:a="http://schemas.openxmlformats.org/drawingml/2006/main">
            <a:r>
              <a:t>            "shear": 3.8986098202884767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0.9429742595212425,</a:t>
            </a:r>
          </a:p>
          <a:p xmlns:a="http://schemas.openxmlformats.org/drawingml/2006/main">
            <a:r>
              <a:t>            "q": 7.915544223788102,</a:t>
            </a:r>
          </a:p>
          <a:p xmlns:a="http://schemas.openxmlformats.org/drawingml/2006/main">
            <a:r>
              <a:t>            "shear": 4.00000653864791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0.9785319789114573,</a:t>
            </a:r>
          </a:p>
          <a:p xmlns:a="http://schemas.openxmlformats.org/drawingml/2006/main">
            <a:r>
              <a:t>            "q": 10.531295871423287,</a:t>
            </a:r>
          </a:p>
          <a:p xmlns:a="http://schemas.openxmlformats.org/drawingml/2006/main">
            <a:r>
              <a:t>            "shear": 4.415729607329662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0.00007138093174682138,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"/pscratch/sd/j/joeschm/cheaseBS_runs/20260924/20260924_23-45-16-129015_omne_1.000/iteration_01/artifacts/EQDSK_COCOS_02_POS_SOURCE_SIGNS.OUT",</a:t>
            </a:r>
          </a:p>
          <a:p xmlns:a="http://schemas.openxmlformats.org/drawingml/2006/main">
            <a:r>
              <a:t>          "final_ip_a": 753979.6655,</a:t>
            </a:r>
          </a:p>
          <a:p xmlns:a="http://schemas.openxmlformats.org/drawingml/2006/main">
            <a:r>
              <a:t>          "final_ip_error_a": 71.36349999997765,</a:t>
            </a:r>
          </a:p>
          <a:p xmlns:a="http://schemas.openxmlformats.org/drawingml/2006/main">
            <a:r>
              <a:t>          "final_ip_error_rel": 0.00009465806360092006,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0.0007702816122850126,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9.989001166652002,</a:t>
            </a:r>
          </a:p>
          <a:p xmlns:a="http://schemas.openxmlformats.org/drawingml/2006/main">
            <a:r>
              <a:t>          "q_report_rel_diff": -0.009099541211938893,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0.9858989562413545,</a:t>
            </a:r>
          </a:p>
          <a:p xmlns:a="http://schemas.openxmlformats.org/drawingml/2006/main">
            <a:r>
              <a:t>            "q": 6.80044334386391,</a:t>
            </a:r>
          </a:p>
          <a:p xmlns:a="http://schemas.openxmlformats.org/drawingml/2006/main">
            <a:r>
              <a:t>            "shear": 3.8972219441120926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0.9836673095771666,</a:t>
            </a:r>
          </a:p>
          <a:p xmlns:a="http://schemas.openxmlformats.org/drawingml/2006/main">
            <a:r>
              <a:t>            "q": 7.906543556845907,</a:t>
            </a:r>
          </a:p>
          <a:p xmlns:a="http://schemas.openxmlformats.org/drawingml/2006/main">
            <a:r>
              <a:t>            "shear": 4.008555249877127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1.0147977749987949,</a:t>
            </a:r>
          </a:p>
          <a:p xmlns:a="http://schemas.openxmlformats.org/drawingml/2006/main">
            <a:r>
              <a:t>            "q": 10.521699060288627,</a:t>
            </a:r>
          </a:p>
          <a:p xmlns:a="http://schemas.openxmlformats.org/drawingml/2006/main">
            <a:r>
              <a:t>            "shear": 4.41102845426577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0.000034864434019689787,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"/pscratch/sd/j/joeschm/cheaseBS_runs/20260924/20260924_23-47-05-129015_omne_1.050/iteration_01/artifacts/EQDSK_COCOS_02_POS_SOURCE_SIGNS.OUT",</a:t>
            </a:r>
          </a:p>
          <a:p xmlns:a="http://schemas.openxmlformats.org/drawingml/2006/main">
            <a:r>
              <a:t>          "final_ip_a": 753513.1595,</a:t>
            </a:r>
          </a:p>
          <a:p xmlns:a="http://schemas.openxmlformats.org/drawingml/2006/main">
            <a:r>
              <a:t>          "final_ip_error_a": -395.1425000000745,</a:t>
            </a:r>
          </a:p>
          <a:p xmlns:a="http://schemas.openxmlformats.org/drawingml/2006/main">
            <a:r>
              <a:t>          "final_ip_error_rel": 0.0005241254128012965,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0.00007796063219334878,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9.981664931950238,</a:t>
            </a:r>
          </a:p>
          <a:p xmlns:a="http://schemas.openxmlformats.org/drawingml/2006/main">
            <a:r>
              <a:t>          "q_report_rel_diff": -0.009827289483310013,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1.0237513954897057,</a:t>
            </a:r>
          </a:p>
          <a:p xmlns:a="http://schemas.openxmlformats.org/drawingml/2006/main">
            <a:r>
              <a:t>            "q": 6.79072904677768,</a:t>
            </a:r>
          </a:p>
          <a:p xmlns:a="http://schemas.openxmlformats.org/drawingml/2006/main">
            <a:r>
              <a:t>            "shear": 3.8941828693984766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1.0258820271087188,</a:t>
            </a:r>
          </a:p>
          <a:p xmlns:a="http://schemas.openxmlformats.org/drawingml/2006/main">
            <a:r>
              <a:t>            "q": 7.895231256393529,</a:t>
            </a:r>
          </a:p>
          <a:p xmlns:a="http://schemas.openxmlformats.org/drawingml/2006/main">
            <a:r>
              <a:t>            "shear": 4.013947973678892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1.0496359272357867,</a:t>
            </a:r>
          </a:p>
          <a:p xmlns:a="http://schemas.openxmlformats.org/drawingml/2006/main">
            <a:r>
              <a:t>            "q": 10.53091502453652,</a:t>
            </a:r>
          </a:p>
          <a:p xmlns:a="http://schemas.openxmlformats.org/drawingml/2006/main">
            <a:r>
              <a:t>            "shear": 4.515419803311662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0.00006260075077400619,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"/pscratch/sd/j/joeschm/cheaseBS_runs/20260924/20260924_23-48-54-129015_omne_1.100/iteration_01/artifacts/EQDSK_COCOS_02_POS_SOURCE_SIGNS.OUT",</a:t>
            </a:r>
          </a:p>
          <a:p xmlns:a="http://schemas.openxmlformats.org/drawingml/2006/main">
            <a:r>
              <a:t>          "final_ip_a": 753780.7201,</a:t>
            </a:r>
          </a:p>
          <a:p xmlns:a="http://schemas.openxmlformats.org/drawingml/2006/main">
            <a:r>
              <a:t>          "final_ip_error_a": -127.58189999999013,</a:t>
            </a:r>
          </a:p>
          <a:p xmlns:a="http://schemas.openxmlformats.org/drawingml/2006/main">
            <a:r>
              <a:t>          "final_ip_error_rel": 0.0001692273445743142,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0.00024072900990277217,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9.973891589748366,</a:t>
            </a:r>
          </a:p>
          <a:p xmlns:a="http://schemas.openxmlformats.org/drawingml/2006/main">
            <a:r>
              <a:t>          "q_report_rel_diff": -0.010598398448625476,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1.0633700251309859,</a:t>
            </a:r>
          </a:p>
          <a:p xmlns:a="http://schemas.openxmlformats.org/drawingml/2006/main">
            <a:r>
              <a:t>            "q": 6.77688316723176,</a:t>
            </a:r>
          </a:p>
          <a:p xmlns:a="http://schemas.openxmlformats.org/drawingml/2006/main">
            <a:r>
              <a:t>            "shear": 3.890181016714147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1.070774124226723,</a:t>
            </a:r>
          </a:p>
          <a:p xmlns:a="http://schemas.openxmlformats.org/drawingml/2006/main">
            <a:r>
              <a:t>            "q": 7.879758563109551,</a:t>
            </a:r>
          </a:p>
          <a:p xmlns:a="http://schemas.openxmlformats.org/drawingml/2006/main">
            <a:r>
              <a:t>            "shear": 4.028213872185986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1.0912377579193164,</a:t>
            </a:r>
          </a:p>
          <a:p xmlns:a="http://schemas.openxmlformats.org/drawingml/2006/main">
            <a:r>
              <a:t>            "q": 10.518319685294266,</a:t>
            </a:r>
          </a:p>
          <a:p xmlns:a="http://schemas.openxmlformats.org/drawingml/2006/main">
            <a:r>
              <a:t>            "shear": 4.557637383903229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0.0001102182270024192,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"/pscratch/sd/j/joeschm/cheaseBS_runs/20260924/20260924_23-50-42-129015_omne_1.200/iteration_01/artifacts/EQDSK_COCOS_02_POS_SOURCE_SIGNS.OUT",</a:t>
            </a:r>
          </a:p>
          <a:p xmlns:a="http://schemas.openxmlformats.org/drawingml/2006/main">
            <a:r>
              <a:t>          "final_ip_a": 753568.835,</a:t>
            </a:r>
          </a:p>
          <a:p xmlns:a="http://schemas.openxmlformats.org/drawingml/2006/main">
            <a:r>
              <a:t>          "final_ip_error_a": -339.4670000000624,</a:t>
            </a:r>
          </a:p>
          <a:p xmlns:a="http://schemas.openxmlformats.org/drawingml/2006/main">
            <a:r>
              <a:t>          "final_ip_error_rel": 0.0004502762459300553,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0.0003443836290290146,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9.968469621180994,</a:t>
            </a:r>
          </a:p>
          <a:p xmlns:a="http://schemas.openxmlformats.org/drawingml/2006/main">
            <a:r>
              <a:t>          "q_report_rel_diff": -0.011136253140131565,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1.1467756550621901,</a:t>
            </a:r>
          </a:p>
          <a:p xmlns:a="http://schemas.openxmlformats.org/drawingml/2006/main">
            <a:r>
              <a:t>            "q": 6.756612809063214,</a:t>
            </a:r>
          </a:p>
          <a:p xmlns:a="http://schemas.openxmlformats.org/drawingml/2006/main">
            <a:r>
              <a:t>            "shear": 3.8828787710639463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1.1651579012710918,</a:t>
            </a:r>
          </a:p>
          <a:p xmlns:a="http://schemas.openxmlformats.org/drawingml/2006/main">
            <a:r>
              <a:t>            "q": 7.856187432974275,</a:t>
            </a:r>
          </a:p>
          <a:p xmlns:a="http://schemas.openxmlformats.org/drawingml/2006/main">
            <a:r>
              <a:t>            "shear": 4.038679066442364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1.1696580308607352,</a:t>
            </a:r>
          </a:p>
          <a:p xmlns:a="http://schemas.openxmlformats.org/drawingml/2006/main">
            <a:r>
              <a:t>            "q": 10.525583496137738,</a:t>
            </a:r>
          </a:p>
          <a:p xmlns:a="http://schemas.openxmlformats.org/drawingml/2006/main">
            <a:r>
              <a:t>            "shear": 4.629166160069097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"n4w2",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"#8B4513",</a:t>
            </a:r>
          </a:p>
          <a:p xmlns:a="http://schemas.openxmlformats.org/drawingml/2006/main">
            <a:r>
              <a:t>    "root": "C:\\Users\\joesc\\git\\cheaseBS_tests\\data\\129015_129038\\pm0.2_ncscal4_warmup2\\129015",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0.00008216038582290112,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"/pscratch/sd/j/joeschm/cheaseBS_runs/20260924/20260924_23-26-34-129015_omt_0.800/iteration_01/artifacts/EQDSK_COCOS_02_POS_SOURCE_SIGNS.OUT",</a:t>
            </a:r>
          </a:p>
          <a:p xmlns:a="http://schemas.openxmlformats.org/drawingml/2006/main">
            <a:r>
              <a:t>          "final_ip_a": 752958.6163,</a:t>
            </a:r>
          </a:p>
          <a:p xmlns:a="http://schemas.openxmlformats.org/drawingml/2006/main">
            <a:r>
              <a:t>          "final_ip_error_a": -949.6857000000309,</a:t>
            </a:r>
          </a:p>
          <a:p xmlns:a="http://schemas.openxmlformats.org/drawingml/2006/main">
            <a:r>
              <a:t>          "final_ip_error_rel": 0.0012596833029702211,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0.00010219611053856006,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9.99660634139776,</a:t>
            </a:r>
          </a:p>
          <a:p xmlns:a="http://schemas.openxmlformats.org/drawingml/2006/main">
            <a:r>
              <a:t>          "q_report_rel_diff": -0.008345114315895184,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0.8457762243695768,</a:t>
            </a:r>
          </a:p>
          <a:p xmlns:a="http://schemas.openxmlformats.org/drawingml/2006/main">
            <a:r>
              <a:t>            "q": 6.829135510397823,</a:t>
            </a:r>
          </a:p>
          <a:p xmlns:a="http://schemas.openxmlformats.org/drawingml/2006/main">
            <a:r>
              <a:t>            "shear": 3.8947405067478402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0.8373973637853879,</a:t>
            </a:r>
          </a:p>
          <a:p xmlns:a="http://schemas.openxmlformats.org/drawingml/2006/main">
            <a:r>
              <a:t>            "q": 7.934786843669294,</a:t>
            </a:r>
          </a:p>
          <a:p xmlns:a="http://schemas.openxmlformats.org/drawingml/2006/main">
            <a:r>
              <a:t>            "shear": 3.969637196037797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0.9398462158175477,</a:t>
            </a:r>
          </a:p>
          <a:p xmlns:a="http://schemas.openxmlformats.org/drawingml/2006/main">
            <a:r>
              <a:t>            "q": 10.5262575729911,</a:t>
            </a:r>
          </a:p>
          <a:p xmlns:a="http://schemas.openxmlformats.org/drawingml/2006/main">
            <a:r>
              <a:t>            "shear": 4.354857455351027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0.000040100854857195284,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"/pscratch/sd/j/joeschm/cheaseBS_runs/20260924/20260924_23-28-25-129015_omt_0.900/iteration_01/artifacts/EQDSK_COCOS_02_POS_SOURCE_SIGNS.OUT",</a:t>
            </a:r>
          </a:p>
          <a:p xmlns:a="http://schemas.openxmlformats.org/drawingml/2006/main">
            <a:r>
              <a:t>          "final_ip_a": 753275.2455,</a:t>
            </a:r>
          </a:p>
          <a:p xmlns:a="http://schemas.openxmlformats.org/drawingml/2006/main">
            <a:r>
              <a:t>          "final_ip_error_a": -633.0565000000643,</a:t>
            </a:r>
          </a:p>
          <a:p xmlns:a="http://schemas.openxmlformats.org/drawingml/2006/main">
            <a:r>
              <a:t>          "final_ip_error_rel": 0.0008396996004960617,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0.00013069714315861938,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9.992950691322182,</a:t>
            </a:r>
          </a:p>
          <a:p xmlns:a="http://schemas.openxmlformats.org/drawingml/2006/main">
            <a:r>
              <a:t>          "q_report_rel_diff": -0.008707751708425644,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0.9119168011462674,</a:t>
            </a:r>
          </a:p>
          <a:p xmlns:a="http://schemas.openxmlformats.org/drawingml/2006/main">
            <a:r>
              <a:t>            "q": 6.815538842581654,</a:t>
            </a:r>
          </a:p>
          <a:p xmlns:a="http://schemas.openxmlformats.org/drawingml/2006/main">
            <a:r>
              <a:t>            "shear": 3.8962944208722177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0.905999838365488,</a:t>
            </a:r>
          </a:p>
          <a:p xmlns:a="http://schemas.openxmlformats.org/drawingml/2006/main">
            <a:r>
              <a:t>            "q": 7.921395620694635,</a:t>
            </a:r>
          </a:p>
          <a:p xmlns:a="http://schemas.openxmlformats.org/drawingml/2006/main">
            <a:r>
              <a:t>            "shear": 3.9873629633127106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0.9753273598656779,</a:t>
            </a:r>
          </a:p>
          <a:p xmlns:a="http://schemas.openxmlformats.org/drawingml/2006/main">
            <a:r>
              <a:t>            "q": 10.527863945883368,</a:t>
            </a:r>
          </a:p>
          <a:p xmlns:a="http://schemas.openxmlformats.org/drawingml/2006/main">
            <a:r>
              <a:t>            "shear": 4.400165618041543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0.000023430565147352826,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"/pscratch/sd/j/joeschm/cheaseBS_runs/20260924/20260924_23-30-20-129015_omt_0.950/iteration_01/artifacts/EQDSK_COCOS_02_POS_SOURCE_SIGNS.OUT",</a:t>
            </a:r>
          </a:p>
          <a:p xmlns:a="http://schemas.openxmlformats.org/drawingml/2006/main">
            <a:r>
              <a:t>          "final_ip_a": 753477.0383,</a:t>
            </a:r>
          </a:p>
          <a:p xmlns:a="http://schemas.openxmlformats.org/drawingml/2006/main">
            <a:r>
              <a:t>          "final_ip_error_a": -431.26370000001043,</a:t>
            </a:r>
          </a:p>
          <a:p xmlns:a="http://schemas.openxmlformats.org/drawingml/2006/main">
            <a:r>
              <a:t>          "final_ip_error_rel": 0.0005720373404244731,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0.00022043623951651232,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9.99088005665299,</a:t>
            </a:r>
          </a:p>
          <a:p xmlns:a="http://schemas.openxmlformats.org/drawingml/2006/main">
            <a:r>
              <a:t>          "q_report_rel_diff": -0.008913156914557198,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0.9478570436425428,</a:t>
            </a:r>
          </a:p>
          <a:p xmlns:a="http://schemas.openxmlformats.org/drawingml/2006/main">
            <a:r>
              <a:t>            "q": 6.808099866507942,</a:t>
            </a:r>
          </a:p>
          <a:p xmlns:a="http://schemas.openxmlformats.org/drawingml/2006/main">
            <a:r>
              <a:t>            "shear": 3.8967079464585836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0.9435928097742169,</a:t>
            </a:r>
          </a:p>
          <a:p xmlns:a="http://schemas.openxmlformats.org/drawingml/2006/main">
            <a:r>
              <a:t>            "q": 7.913987884672032,</a:t>
            </a:r>
          </a:p>
          <a:p xmlns:a="http://schemas.openxmlformats.org/drawingml/2006/main">
            <a:r>
              <a:t>            "shear": 3.997119383883657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0.9942454336103335,</a:t>
            </a:r>
          </a:p>
          <a:p xmlns:a="http://schemas.openxmlformats.org/drawingml/2006/main">
            <a:r>
              <a:t>            "q": 10.527893426934249,</a:t>
            </a:r>
          </a:p>
          <a:p xmlns:a="http://schemas.openxmlformats.org/drawingml/2006/main">
            <a:r>
              <a:t>            "shear": 4.421271153035851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0.00007138093174682138,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"/pscratch/sd/j/joeschm/cheaseBS_runs/20260924/20260924_23-32-11-129015_omt_1.000/iteration_01/artifacts/EQDSK_COCOS_02_POS_SOURCE_SIGNS.OUT",</a:t>
            </a:r>
          </a:p>
          <a:p xmlns:a="http://schemas.openxmlformats.org/drawingml/2006/main">
            <a:r>
              <a:t>          "final_ip_a": 753979.6655,</a:t>
            </a:r>
          </a:p>
          <a:p xmlns:a="http://schemas.openxmlformats.org/drawingml/2006/main">
            <a:r>
              <a:t>          "final_ip_error_a": 71.36349999997765,</a:t>
            </a:r>
          </a:p>
          <a:p xmlns:a="http://schemas.openxmlformats.org/drawingml/2006/main">
            <a:r>
              <a:t>          "final_ip_error_rel": 0.00009465806360092006,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0.0007702816122850126,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9.989001166652002,</a:t>
            </a:r>
          </a:p>
          <a:p xmlns:a="http://schemas.openxmlformats.org/drawingml/2006/main">
            <a:r>
              <a:t>          "q_report_rel_diff": -0.009099541211938893,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0.9858989562413545,</a:t>
            </a:r>
          </a:p>
          <a:p xmlns:a="http://schemas.openxmlformats.org/drawingml/2006/main">
            <a:r>
              <a:t>            "q": 6.80044334386391,</a:t>
            </a:r>
          </a:p>
          <a:p xmlns:a="http://schemas.openxmlformats.org/drawingml/2006/main">
            <a:r>
              <a:t>            "shear": 3.8972219441120926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0.9836673095771666,</a:t>
            </a:r>
          </a:p>
          <a:p xmlns:a="http://schemas.openxmlformats.org/drawingml/2006/main">
            <a:r>
              <a:t>            "q": 7.906543556845907,</a:t>
            </a:r>
          </a:p>
          <a:p xmlns:a="http://schemas.openxmlformats.org/drawingml/2006/main">
            <a:r>
              <a:t>            "shear": 4.008555249877127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1.0147977749987949,</a:t>
            </a:r>
          </a:p>
          <a:p xmlns:a="http://schemas.openxmlformats.org/drawingml/2006/main">
            <a:r>
              <a:t>            "q": 10.521699060288627,</a:t>
            </a:r>
          </a:p>
          <a:p xmlns:a="http://schemas.openxmlformats.org/drawingml/2006/main">
            <a:r>
              <a:t>            "shear": 4.41102845426577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0.000041754076303268364,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"/pscratch/sd/j/joeschm/cheaseBS_runs/20260924/20260924_23-34-03-129015_omt_1.050/iteration_01/artifacts/EQDSK_COCOS_02_POS_SOURCE_SIGNS.OUT",</a:t>
            </a:r>
          </a:p>
          <a:p xmlns:a="http://schemas.openxmlformats.org/drawingml/2006/main">
            <a:r>
              <a:t>          "final_ip_a": 753560.8834,</a:t>
            </a:r>
          </a:p>
          <a:p xmlns:a="http://schemas.openxmlformats.org/drawingml/2006/main">
            <a:r>
              <a:t>          "final_ip_error_a": -347.4185999999754,</a:t>
            </a:r>
          </a:p>
          <a:p xmlns:a="http://schemas.openxmlformats.org/drawingml/2006/main">
            <a:r>
              <a:t>          "final_ip_error_rel": 0.0004608234172223977,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0.00012456676591111743,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9.984888303212566,</a:t>
            </a:r>
          </a:p>
          <a:p xmlns:a="http://schemas.openxmlformats.org/drawingml/2006/main">
            <a:r>
              <a:t>          "q_report_rel_diff": -0.009507533783075636,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1.0262186219337943,</a:t>
            </a:r>
          </a:p>
          <a:p xmlns:a="http://schemas.openxmlformats.org/drawingml/2006/main">
            <a:r>
              <a:t>            "q": 6.786444428959001,</a:t>
            </a:r>
          </a:p>
          <a:p xmlns:a="http://schemas.openxmlformats.org/drawingml/2006/main">
            <a:r>
              <a:t>            "shear": 3.894386677685055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1.0265384292161746,</a:t>
            </a:r>
          </a:p>
          <a:p xmlns:a="http://schemas.openxmlformats.org/drawingml/2006/main">
            <a:r>
              <a:t>            "q": 7.891203794223749,</a:t>
            </a:r>
          </a:p>
          <a:p xmlns:a="http://schemas.openxmlformats.org/drawingml/2006/main">
            <a:r>
              <a:t>            "shear": 4.022828213692205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1.0365046947782774,</a:t>
            </a:r>
          </a:p>
          <a:p xmlns:a="http://schemas.openxmlformats.org/drawingml/2006/main">
            <a:r>
              <a:t>            "q": 10.528806695493488,</a:t>
            </a:r>
          </a:p>
          <a:p xmlns:a="http://schemas.openxmlformats.org/drawingml/2006/main">
            <a:r>
              <a:t>            "shear": 4.521912993425727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0.00007181605006324305,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"/pscratch/sd/j/joeschm/cheaseBS_runs/20260924/20260924_23-36-00-129015_omt_1.100/iteration_01/artifacts/EQDSK_COCOS_02_POS_SOURCE_SIGNS.OUT",</a:t>
            </a:r>
          </a:p>
          <a:p xmlns:a="http://schemas.openxmlformats.org/drawingml/2006/main">
            <a:r>
              <a:t>          "final_ip_a": 753950.487,</a:t>
            </a:r>
          </a:p>
          <a:p xmlns:a="http://schemas.openxmlformats.org/drawingml/2006/main">
            <a:r>
              <a:t>          "final_ip_error_a": 42.184999999939464,</a:t>
            </a:r>
          </a:p>
          <a:p xmlns:a="http://schemas.openxmlformats.org/drawingml/2006/main">
            <a:r>
              <a:t>          "final_ip_error_rel": 0.000055955080860668735,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0.00024680509964241146,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9.980568348768207,</a:t>
            </a:r>
          </a:p>
          <a:p xmlns:a="http://schemas.openxmlformats.org/drawingml/2006/main">
            <a:r>
              <a:t>          "q_report_rel_diff": -0.009936069606572135,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1.0687339597332064,</a:t>
            </a:r>
          </a:p>
          <a:p xmlns:a="http://schemas.openxmlformats.org/drawingml/2006/main">
            <a:r>
              <a:t>            "q": 6.777654756226314,</a:t>
            </a:r>
          </a:p>
          <a:p xmlns:a="http://schemas.openxmlformats.org/drawingml/2006/main">
            <a:r>
              <a:t>            "shear": 3.8939663445022576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1.071841857706584,</a:t>
            </a:r>
          </a:p>
          <a:p xmlns:a="http://schemas.openxmlformats.org/drawingml/2006/main">
            <a:r>
              <a:t>            "q": 7.882330399734592,</a:t>
            </a:r>
          </a:p>
          <a:p xmlns:a="http://schemas.openxmlformats.org/drawingml/2006/main">
            <a:r>
              <a:t>            "shear": 4.035319438991794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1.0583530909943768,</a:t>
            </a:r>
          </a:p>
          <a:p xmlns:a="http://schemas.openxmlformats.org/drawingml/2006/main">
            <a:r>
              <a:t>            "q": 10.524668427369994,</a:t>
            </a:r>
          </a:p>
          <a:p xmlns:a="http://schemas.openxmlformats.org/drawingml/2006/main">
            <a:r>
              <a:t>            "shear": 4.541819933268462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0.00011535524030134414,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"/pscratch/sd/j/joeschm/cheaseBS_runs/20260924/20260924_23-37-57-129015_omt_1.200/iteration_01/artifacts/EQDSK_COCOS_02_POS_SOURCE_SIGNS.OUT",</a:t>
            </a:r>
          </a:p>
          <a:p xmlns:a="http://schemas.openxmlformats.org/drawingml/2006/main">
            <a:r>
              <a:t>          "final_ip_a": 754009.4793,</a:t>
            </a:r>
          </a:p>
          <a:p xmlns:a="http://schemas.openxmlformats.org/drawingml/2006/main">
            <a:r>
              <a:t>          "final_ip_error_a": 101.17729999998119,</a:t>
            </a:r>
          </a:p>
          <a:p xmlns:a="http://schemas.openxmlformats.org/drawingml/2006/main">
            <a:r>
              <a:t>          "final_ip_error_rel": 0.00013420372176771862,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0.00023035461923470515,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9.9812229462305,</a:t>
            </a:r>
          </a:p>
          <a:p xmlns:a="http://schemas.openxmlformats.org/drawingml/2006/main">
            <a:r>
              <a:t>          "q_report_rel_diff": -0.00987113409251154,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1.1611386852662369,</a:t>
            </a:r>
          </a:p>
          <a:p xmlns:a="http://schemas.openxmlformats.org/drawingml/2006/main">
            <a:r>
              <a:t>            "q": 6.7573430946201025,</a:t>
            </a:r>
          </a:p>
          <a:p xmlns:a="http://schemas.openxmlformats.org/drawingml/2006/main">
            <a:r>
              <a:t>            "shear": 3.8903934788919226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1.1709478172629126,</a:t>
            </a:r>
          </a:p>
          <a:p xmlns:a="http://schemas.openxmlformats.org/drawingml/2006/main">
            <a:r>
              <a:t>            "q": 7.8606380574217765,</a:t>
            </a:r>
          </a:p>
          <a:p xmlns:a="http://schemas.openxmlformats.org/drawingml/2006/main">
            <a:r>
              <a:t>            "shear": 4.055464339754393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1.10220865856732,</a:t>
            </a:r>
          </a:p>
          <a:p xmlns:a="http://schemas.openxmlformats.org/drawingml/2006/main">
            <a:r>
              <a:t>            "q": 10.53648070485792,</a:t>
            </a:r>
          </a:p>
          <a:p xmlns:a="http://schemas.openxmlformats.org/drawingml/2006/main">
            <a:r>
              <a:t>            "shear": 4.595805752331045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0.00007166317761283601,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"/pscratch/sd/j/joeschm/cheaseBS_runs/20260924/20260924_23-39-49-129015_omne_0.800/iteration_01/artifacts/EQDSK_COCOS_02_POS_SOURCE_SIGNS.OUT",</a:t>
            </a:r>
          </a:p>
          <a:p xmlns:a="http://schemas.openxmlformats.org/drawingml/2006/main">
            <a:r>
              <a:t>          "final_ip_a": 753011.7397,</a:t>
            </a:r>
          </a:p>
          <a:p xmlns:a="http://schemas.openxmlformats.org/drawingml/2006/main">
            <a:r>
              <a:t>          "final_ip_error_a": -896.5622999999905,</a:t>
            </a:r>
          </a:p>
          <a:p xmlns:a="http://schemas.openxmlformats.org/drawingml/2006/main">
            <a:r>
              <a:t>          "final_ip_error_rel": 0.001189219295797051,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0.00033215705044930123,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10.006042623432922,</a:t>
            </a:r>
          </a:p>
          <a:p xmlns:a="http://schemas.openxmlformats.org/drawingml/2006/main">
            <a:r>
              <a:t>          "q_report_rel_diff": -0.007409043127004747,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0.8479981021403369,</a:t>
            </a:r>
          </a:p>
          <a:p xmlns:a="http://schemas.openxmlformats.org/drawingml/2006/main">
            <a:r>
              <a:t>            "q": 6.83274908095984,</a:t>
            </a:r>
          </a:p>
          <a:p xmlns:a="http://schemas.openxmlformats.org/drawingml/2006/main">
            <a:r>
              <a:t>            "shear": 3.902072205819408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0.8313216391532146,</a:t>
            </a:r>
          </a:p>
          <a:p xmlns:a="http://schemas.openxmlformats.org/drawingml/2006/main">
            <a:r>
              <a:t>            "q": 7.941637001578889,</a:t>
            </a:r>
          </a:p>
          <a:p xmlns:a="http://schemas.openxmlformats.org/drawingml/2006/main">
            <a:r>
              <a:t>            "shear": 3.9781622588195957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0.8793756497465155,</a:t>
            </a:r>
          </a:p>
          <a:p xmlns:a="http://schemas.openxmlformats.org/drawingml/2006/main">
            <a:r>
              <a:t>            "q": 10.537808250565265,</a:t>
            </a:r>
          </a:p>
          <a:p xmlns:a="http://schemas.openxmlformats.org/drawingml/2006/main">
            <a:r>
              <a:t>            "shear": 4.351469755746923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0.0000332532237258636,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"/pscratch/sd/j/joeschm/cheaseBS_runs/20260924/20260924_23-41-39-129015_omne_0.900/iteration_01/artifacts/EQDSK_COCOS_02_POS_SOURCE_SIGNS.OUT",</a:t>
            </a:r>
          </a:p>
          <a:p xmlns:a="http://schemas.openxmlformats.org/drawingml/2006/main">
            <a:r>
              <a:t>          "final_ip_a": 753423.6539,</a:t>
            </a:r>
          </a:p>
          <a:p xmlns:a="http://schemas.openxmlformats.org/drawingml/2006/main">
            <a:r>
              <a:t>          "final_ip_error_a": -484.64809999999125,</a:t>
            </a:r>
          </a:p>
          <a:p xmlns:a="http://schemas.openxmlformats.org/drawingml/2006/main">
            <a:r>
              <a:t>          "final_ip_error_rel": 0.0006428475435464713,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0.00013925475092195597,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9.999248898833978,</a:t>
            </a:r>
          </a:p>
          <a:p xmlns:a="http://schemas.openxmlformats.org/drawingml/2006/main">
            <a:r>
              <a:t>          "q_report_rel_diff": -0.008082974855479068,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0.9142679246063657,</a:t>
            </a:r>
          </a:p>
          <a:p xmlns:a="http://schemas.openxmlformats.org/drawingml/2006/main">
            <a:r>
              <a:t>            "q": 6.817114837827424,</a:t>
            </a:r>
          </a:p>
          <a:p xmlns:a="http://schemas.openxmlformats.org/drawingml/2006/main">
            <a:r>
              <a:t>            "shear": 3.900136126799112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0.9041303637304688,</a:t>
            </a:r>
          </a:p>
          <a:p xmlns:a="http://schemas.openxmlformats.org/drawingml/2006/main">
            <a:r>
              <a:t>            "q": 7.924721639294641,</a:t>
            </a:r>
          </a:p>
          <a:p xmlns:a="http://schemas.openxmlformats.org/drawingml/2006/main">
            <a:r>
              <a:t>            "shear": 3.9928921371640023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0.9444636889150779,</a:t>
            </a:r>
          </a:p>
          <a:p xmlns:a="http://schemas.openxmlformats.org/drawingml/2006/main">
            <a:r>
              <a:t>            "q": 10.53403675370692,</a:t>
            </a:r>
          </a:p>
          <a:p xmlns:a="http://schemas.openxmlformats.org/drawingml/2006/main">
            <a:r>
              <a:t>            "shear": 4.385973310635253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0.000018550194694797733,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"/pscratch/sd/j/joeschm/cheaseBS_runs/20260924/20260924_23-43-28-129015_omne_0.950/iteration_01/artifacts/EQDSK_COCOS_02_POS_SOURCE_SIGNS.OUT",</a:t>
            </a:r>
          </a:p>
          <a:p xmlns:a="http://schemas.openxmlformats.org/drawingml/2006/main">
            <a:r>
              <a:t>          "final_ip_a": 753538.7599,</a:t>
            </a:r>
          </a:p>
          <a:p xmlns:a="http://schemas.openxmlformats.org/drawingml/2006/main">
            <a:r>
              <a:t>          "final_ip_error_a": -369.5421000000788,</a:t>
            </a:r>
          </a:p>
          <a:p xmlns:a="http://schemas.openxmlformats.org/drawingml/2006/main">
            <a:r>
              <a:t>          "final_ip_error_rel": 0.0004901684979721563,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0.00020115135548953253,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9.994032884166606,</a:t>
            </a:r>
          </a:p>
          <a:p xmlns:a="http://schemas.openxmlformats.org/drawingml/2006/main">
            <a:r>
              <a:t>          "q_report_rel_diff": -0.008600399094470983,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0.9493696621590423,</a:t>
            </a:r>
          </a:p>
          <a:p xmlns:a="http://schemas.openxmlformats.org/drawingml/2006/main">
            <a:r>
              <a:t>            "q": 6.80878582274615,</a:t>
            </a:r>
          </a:p>
          <a:p xmlns:a="http://schemas.openxmlformats.org/drawingml/2006/main">
            <a:r>
              <a:t>            "shear": 3.8986098202884767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0.9429742595212425,</a:t>
            </a:r>
          </a:p>
          <a:p xmlns:a="http://schemas.openxmlformats.org/drawingml/2006/main">
            <a:r>
              <a:t>            "q": 7.915544223788102,</a:t>
            </a:r>
          </a:p>
          <a:p xmlns:a="http://schemas.openxmlformats.org/drawingml/2006/main">
            <a:r>
              <a:t>            "shear": 4.00000653864791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0.9785319789114573,</a:t>
            </a:r>
          </a:p>
          <a:p xmlns:a="http://schemas.openxmlformats.org/drawingml/2006/main">
            <a:r>
              <a:t>            "q": 10.531295871423287,</a:t>
            </a:r>
          </a:p>
          <a:p xmlns:a="http://schemas.openxmlformats.org/drawingml/2006/main">
            <a:r>
              <a:t>            "shear": 4.415729607329662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0.00007138093174682138,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"/pscratch/sd/j/joeschm/cheaseBS_runs/20260924/20260924_23-45-16-129015_omne_1.000/iteration_01/artifacts/EQDSK_COCOS_02_POS_SOURCE_SIGNS.OUT",</a:t>
            </a:r>
          </a:p>
          <a:p xmlns:a="http://schemas.openxmlformats.org/drawingml/2006/main">
            <a:r>
              <a:t>          "final_ip_a": 753979.6655,</a:t>
            </a:r>
          </a:p>
          <a:p xmlns:a="http://schemas.openxmlformats.org/drawingml/2006/main">
            <a:r>
              <a:t>          "final_ip_error_a": 71.36349999997765,</a:t>
            </a:r>
          </a:p>
          <a:p xmlns:a="http://schemas.openxmlformats.org/drawingml/2006/main">
            <a:r>
              <a:t>          "final_ip_error_rel": 0.00009465806360092006,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0.0007702816122850126,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9.989001166652002,</a:t>
            </a:r>
          </a:p>
          <a:p xmlns:a="http://schemas.openxmlformats.org/drawingml/2006/main">
            <a:r>
              <a:t>          "q_report_rel_diff": -0.009099541211938893,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0.9858989562413545,</a:t>
            </a:r>
          </a:p>
          <a:p xmlns:a="http://schemas.openxmlformats.org/drawingml/2006/main">
            <a:r>
              <a:t>            "q": 6.80044334386391,</a:t>
            </a:r>
          </a:p>
          <a:p xmlns:a="http://schemas.openxmlformats.org/drawingml/2006/main">
            <a:r>
              <a:t>            "shear": 3.8972219441120926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0.9836673095771666,</a:t>
            </a:r>
          </a:p>
          <a:p xmlns:a="http://schemas.openxmlformats.org/drawingml/2006/main">
            <a:r>
              <a:t>            "q": 7.906543556845907,</a:t>
            </a:r>
          </a:p>
          <a:p xmlns:a="http://schemas.openxmlformats.org/drawingml/2006/main">
            <a:r>
              <a:t>            "shear": 4.008555249877127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1.0147977749987949,</a:t>
            </a:r>
          </a:p>
          <a:p xmlns:a="http://schemas.openxmlformats.org/drawingml/2006/main">
            <a:r>
              <a:t>            "q": 10.521699060288627,</a:t>
            </a:r>
          </a:p>
          <a:p xmlns:a="http://schemas.openxmlformats.org/drawingml/2006/main">
            <a:r>
              <a:t>            "shear": 4.41102845426577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0.000034864434019689787,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"/pscratch/sd/j/joeschm/cheaseBS_runs/20260924/20260924_23-47-05-129015_omne_1.050/iteration_01/artifacts/EQDSK_COCOS_02_POS_SOURCE_SIGNS.OUT",</a:t>
            </a:r>
          </a:p>
          <a:p xmlns:a="http://schemas.openxmlformats.org/drawingml/2006/main">
            <a:r>
              <a:t>          "final_ip_a": 753513.1595,</a:t>
            </a:r>
          </a:p>
          <a:p xmlns:a="http://schemas.openxmlformats.org/drawingml/2006/main">
            <a:r>
              <a:t>          "final_ip_error_a": -395.1425000000745,</a:t>
            </a:r>
          </a:p>
          <a:p xmlns:a="http://schemas.openxmlformats.org/drawingml/2006/main">
            <a:r>
              <a:t>          "final_ip_error_rel": 0.0005241254128012965,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0.00007796063219334878,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9.981664931950238,</a:t>
            </a:r>
          </a:p>
          <a:p xmlns:a="http://schemas.openxmlformats.org/drawingml/2006/main">
            <a:r>
              <a:t>          "q_report_rel_diff": -0.009827289483310013,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1.0237513954897057,</a:t>
            </a:r>
          </a:p>
          <a:p xmlns:a="http://schemas.openxmlformats.org/drawingml/2006/main">
            <a:r>
              <a:t>            "q": 6.79072904677768,</a:t>
            </a:r>
          </a:p>
          <a:p xmlns:a="http://schemas.openxmlformats.org/drawingml/2006/main">
            <a:r>
              <a:t>            "shear": 3.8941828693984766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1.0258820271087188,</a:t>
            </a:r>
          </a:p>
          <a:p xmlns:a="http://schemas.openxmlformats.org/drawingml/2006/main">
            <a:r>
              <a:t>            "q": 7.895231256393529,</a:t>
            </a:r>
          </a:p>
          <a:p xmlns:a="http://schemas.openxmlformats.org/drawingml/2006/main">
            <a:r>
              <a:t>            "shear": 4.013947973678892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1.0496359272357867,</a:t>
            </a:r>
          </a:p>
          <a:p xmlns:a="http://schemas.openxmlformats.org/drawingml/2006/main">
            <a:r>
              <a:t>            "q": 10.53091502453652,</a:t>
            </a:r>
          </a:p>
          <a:p xmlns:a="http://schemas.openxmlformats.org/drawingml/2006/main">
            <a:r>
              <a:t>            "shear": 4.515419803311662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0.00006260075077400619,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"/pscratch/sd/j/joeschm/cheaseBS_runs/20260924/20260924_23-48-54-129015_omne_1.100/iteration_01/artifacts/EQDSK_COCOS_02_POS_SOURCE_SIGNS.OUT",</a:t>
            </a:r>
          </a:p>
          <a:p xmlns:a="http://schemas.openxmlformats.org/drawingml/2006/main">
            <a:r>
              <a:t>          "final_ip_a": 753780.7201,</a:t>
            </a:r>
          </a:p>
          <a:p xmlns:a="http://schemas.openxmlformats.org/drawingml/2006/main">
            <a:r>
              <a:t>          "final_ip_error_a": -127.58189999999013,</a:t>
            </a:r>
          </a:p>
          <a:p xmlns:a="http://schemas.openxmlformats.org/drawingml/2006/main">
            <a:r>
              <a:t>          "final_ip_error_rel": 0.0001692273445743142,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0.00024072900990277217,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9.973891589748366,</a:t>
            </a:r>
          </a:p>
          <a:p xmlns:a="http://schemas.openxmlformats.org/drawingml/2006/main">
            <a:r>
              <a:t>          "q_report_rel_diff": -0.010598398448625476,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1.0633700251309859,</a:t>
            </a:r>
          </a:p>
          <a:p xmlns:a="http://schemas.openxmlformats.org/drawingml/2006/main">
            <a:r>
              <a:t>            "q": 6.77688316723176,</a:t>
            </a:r>
          </a:p>
          <a:p xmlns:a="http://schemas.openxmlformats.org/drawingml/2006/main">
            <a:r>
              <a:t>            "shear": 3.890181016714147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1.070774124226723,</a:t>
            </a:r>
          </a:p>
          <a:p xmlns:a="http://schemas.openxmlformats.org/drawingml/2006/main">
            <a:r>
              <a:t>            "q": 7.879758563109551,</a:t>
            </a:r>
          </a:p>
          <a:p xmlns:a="http://schemas.openxmlformats.org/drawingml/2006/main">
            <a:r>
              <a:t>            "shear": 4.028213872185986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1.0912377579193164,</a:t>
            </a:r>
          </a:p>
          <a:p xmlns:a="http://schemas.openxmlformats.org/drawingml/2006/main">
            <a:r>
              <a:t>            "q": 10.518319685294266,</a:t>
            </a:r>
          </a:p>
          <a:p xmlns:a="http://schemas.openxmlformats.org/drawingml/2006/main">
            <a:r>
              <a:t>            "shear": 4.557637383903229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"C:\\Users\\joesc\\git\\cheaseBS_tests\\data\\129015_129038\\pm0.2_ncscal4_warmup2\\129015\\omne_1.200",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0.0001102182270024192,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"/pscratch/sd/j/joeschm/cheaseBS_runs/20260924/20260924_23-50-42-129015_omne_1.200/iteration_01/artifacts/EQDSK_COCOS_02_POS_SOURCE_SIGNS.OUT",</a:t>
            </a:r>
          </a:p>
          <a:p xmlns:a="http://schemas.openxmlformats.org/drawingml/2006/main">
            <a:r>
              <a:t>          "final_ip_a": 753568.835,</a:t>
            </a:r>
          </a:p>
          <a:p xmlns:a="http://schemas.openxmlformats.org/drawingml/2006/main">
            <a:r>
              <a:t>          "final_ip_error_a": -339.4670000000624,</a:t>
            </a:r>
          </a:p>
          <a:p xmlns:a="http://schemas.openxmlformats.org/drawingml/2006/main">
            <a:r>
              <a:t>          "final_ip_error_rel": 0.0004502762459300553,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0.0003443836290290146,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9.968469621180994,</a:t>
            </a:r>
          </a:p>
          <a:p xmlns:a="http://schemas.openxmlformats.org/drawingml/2006/main">
            <a:r>
              <a:t>          "q_report_rel_diff": -0.011136253140131565,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10.08073119561296,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-0.47550938,</a:t>
            </a:r>
          </a:p>
          <a:p xmlns:a="http://schemas.openxmlformats.org/drawingml/2006/main">
            <a:r>
              <a:t>          "source_ip_a": 753908.302,</a:t>
            </a:r>
          </a:p>
          <a:p xmlns:a="http://schemas.openxmlformats.org/drawingml/2006/main">
            <a:r>
              <a:t>          "target_bt_t": -0.47550938,</a:t>
            </a:r>
          </a:p>
          <a:p xmlns:a="http://schemas.openxmlformats.org/drawingml/2006/main">
            <a:r>
              <a:t>          "target_ip_a": 753908.302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0.8425,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1.1467756550621901,</a:t>
            </a:r>
          </a:p>
          <a:p xmlns:a="http://schemas.openxmlformats.org/drawingml/2006/main">
            <a:r>
              <a:t>            "q": 6.756612809063214,</a:t>
            </a:r>
          </a:p>
          <a:p xmlns:a="http://schemas.openxmlformats.org/drawingml/2006/main">
            <a:r>
              <a:t>            "shear": 3.8828787710639463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0.8745,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1.1651579012710918,</a:t>
            </a:r>
          </a:p>
          <a:p xmlns:a="http://schemas.openxmlformats.org/drawingml/2006/main">
            <a:r>
              <a:t>            "q": 7.856187432974275,</a:t>
            </a:r>
          </a:p>
          <a:p xmlns:a="http://schemas.openxmlformats.org/drawingml/2006/main">
            <a:r>
              <a:t>            "shear": 4.038679066442364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0.9515,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1.1696580308607352,</a:t>
            </a:r>
          </a:p>
          <a:p xmlns:a="http://schemas.openxmlformats.org/drawingml/2006/main">
            <a:r>
              <a:t>            "q": 10.525583496137738,</a:t>
            </a:r>
          </a:p>
          <a:p xmlns:a="http://schemas.openxmlformats.org/drawingml/2006/main">
            <a:r>
              <a:t>            "shear": 4.629166160069097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"All variants, with marker-border coding",</a:t>
            </a:r>
          </a:p>
          <a:p xmlns:a="http://schemas.openxmlformats.org/drawingml/2006/main">
            <a:r>
              <a:t>  "variant": null,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0.8425,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6.886358711050888,</a:t>
            </a:r>
          </a:p>
          <a:p xmlns:a="http://schemas.openxmlformats.org/drawingml/2006/main">
            <a:r>
              <a:t>      "shear": 3.849093755603565,</a:t>
            </a:r>
          </a:p>
          <a:p xmlns:a="http://schemas.openxmlformats.org/drawingml/2006/main">
            <a:r>
              <a:t>      "fit_pressure_ratio": 0.99014717994203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0.8745,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8.008300508035049,</a:t>
            </a:r>
          </a:p>
          <a:p xmlns:a="http://schemas.openxmlformats.org/drawingml/2006/main">
            <a:r>
              <a:t>      "shear": 3.9320542581423155,</a:t>
            </a:r>
          </a:p>
          <a:p xmlns:a="http://schemas.openxmlformats.org/drawingml/2006/main">
            <a:r>
              <a:t>      "fit_pressure_ratio": 0.9886363282069752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0.9515,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10.627539365150305,</a:t>
            </a:r>
          </a:p>
          <a:p xmlns:a="http://schemas.openxmlformats.org/drawingml/2006/main">
            <a:r>
              <a:t>      "shear": 4.278473037196078,</a:t>
            </a:r>
          </a:p>
          <a:p xmlns:a="http://schemas.openxmlformats.org/drawingml/2006/main">
            <a:r>
              <a:t>      "fit_pressure_ratio": 1.029936403893316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b0c57413745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98f54fd8db4c82" /><Relationship Type="http://schemas.openxmlformats.org/officeDocument/2006/relationships/slideLayout" Target="/ppt/slideLayouts/slideLayout1.xml" Id="R2dfda09fe7f542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da09fe7f542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8921444e14dba" /><Relationship Type="http://schemas.openxmlformats.org/officeDocument/2006/relationships/image" Target="/ppt/media/image.png" Id="Rd89fcae3323d405e" /><Relationship Type="http://schemas.openxmlformats.org/officeDocument/2006/relationships/image" Target="/ppt/media/image2.png" Id="R21bd58ddff844a1f" /><Relationship Type="http://schemas.openxmlformats.org/officeDocument/2006/relationships/image" Target="/ppt/media/image3.png" Id="R5e0e9947ba63434a" /><Relationship Type="http://schemas.openxmlformats.org/officeDocument/2006/relationships/image" Target="/ppt/media/image4.png" Id="R99020a4fcc57484c" /><Relationship Type="http://schemas.openxmlformats.org/officeDocument/2006/relationships/notesSlide" Target="/ppt/notesSlides/notesSlide1.xml" Id="Ra472d363fe3e4b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a84da9ca049fe" /><Relationship Type="http://schemas.openxmlformats.org/officeDocument/2006/relationships/image" Target="/ppt/media/image5.png" Id="Rda36b5a17c76459d" /><Relationship Type="http://schemas.openxmlformats.org/officeDocument/2006/relationships/image" Target="/ppt/media/image6.png" Id="R64a6dc98caa54321" /><Relationship Type="http://schemas.openxmlformats.org/officeDocument/2006/relationships/image" Target="/ppt/media/image7.png" Id="R299b63914f4a4aed" /><Relationship Type="http://schemas.openxmlformats.org/officeDocument/2006/relationships/notesSlide" Target="/ppt/notesSlides/notesSlide2.xml" Id="Ra2961d843dfe40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c914f60bb426d" /><Relationship Type="http://schemas.openxmlformats.org/officeDocument/2006/relationships/image" Target="/ppt/media/image8.png" Id="R57f0f5b665324413" /><Relationship Type="http://schemas.openxmlformats.org/officeDocument/2006/relationships/image" Target="/ppt/media/image9.png" Id="Ra7411aeb6a8c4cc0" /><Relationship Type="http://schemas.openxmlformats.org/officeDocument/2006/relationships/image" Target="/ppt/media/image10.png" Id="R58eb5f7e821f4b1d" /><Relationship Type="http://schemas.openxmlformats.org/officeDocument/2006/relationships/image" Target="/ppt/media/image11.png" Id="Re7e31371c71245d8" /><Relationship Type="http://schemas.openxmlformats.org/officeDocument/2006/relationships/notesSlide" Target="/ppt/notesSlides/notesSlide3.xml" Id="Rddc8cb4e22b347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eb35bbb924929" /><Relationship Type="http://schemas.openxmlformats.org/officeDocument/2006/relationships/image" Target="/ppt/media/image12.png" Id="R55a38a19a9d6418e" /><Relationship Type="http://schemas.openxmlformats.org/officeDocument/2006/relationships/image" Target="/ppt/media/image13.png" Id="R9e02227be57747a9" /><Relationship Type="http://schemas.openxmlformats.org/officeDocument/2006/relationships/image" Target="/ppt/media/image14.png" Id="R45560c8bdef84621" /><Relationship Type="http://schemas.openxmlformats.org/officeDocument/2006/relationships/notesSlide" Target="/ppt/notesSlides/notesSlide4.xml" Id="R02503842ebef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483f81aa54a22" /><Relationship Type="http://schemas.openxmlformats.org/officeDocument/2006/relationships/image" Target="/ppt/media/image15.png" Id="R6c64f39c00a24b71" /><Relationship Type="http://schemas.openxmlformats.org/officeDocument/2006/relationships/image" Target="/ppt/media/image16.png" Id="R906e2751b00045b3" /><Relationship Type="http://schemas.openxmlformats.org/officeDocument/2006/relationships/image" Target="/ppt/media/image17.png" Id="Rce766b7ab792476c" /><Relationship Type="http://schemas.openxmlformats.org/officeDocument/2006/relationships/image" Target="/ppt/media/image18.png" Id="Re976726ad2114450" /><Relationship Type="http://schemas.openxmlformats.org/officeDocument/2006/relationships/notesSlide" Target="/ppt/notesSlides/notesSlide5.xml" Id="Ra54a606de6394f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8f3592f324fd1" /><Relationship Type="http://schemas.openxmlformats.org/officeDocument/2006/relationships/image" Target="/ppt/media/image19.png" Id="R51b62edbfd424947" /><Relationship Type="http://schemas.openxmlformats.org/officeDocument/2006/relationships/image" Target="/ppt/media/image20.png" Id="R63d08ef8bed04645" /><Relationship Type="http://schemas.openxmlformats.org/officeDocument/2006/relationships/image" Target="/ppt/media/image21.png" Id="R9f02f626f82e4d99" /><Relationship Type="http://schemas.openxmlformats.org/officeDocument/2006/relationships/notesSlide" Target="/ppt/notesSlides/notesSlide6.xml" Id="Re312d909bb4d44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3844118014d9b" /><Relationship Type="http://schemas.openxmlformats.org/officeDocument/2006/relationships/image" Target="/ppt/media/image22.png" Id="R61a2a3419f7f4d97" /><Relationship Type="http://schemas.openxmlformats.org/officeDocument/2006/relationships/image" Target="/ppt/media/image23.png" Id="R449f173454aa47c3" /><Relationship Type="http://schemas.openxmlformats.org/officeDocument/2006/relationships/image" Target="/ppt/media/image24.png" Id="R4f276515cc3e4492" /><Relationship Type="http://schemas.openxmlformats.org/officeDocument/2006/relationships/image" Target="/ppt/media/image25.png" Id="R2134cf7c4d9842e1" /><Relationship Type="http://schemas.openxmlformats.org/officeDocument/2006/relationships/notesSlide" Target="/ppt/notesSlides/notesSlide7.xml" Id="Rad8d49508fb244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378acd06b4ebd" /><Relationship Type="http://schemas.openxmlformats.org/officeDocument/2006/relationships/image" Target="/ppt/media/image26.png" Id="R13c6095ac80d4c72" /><Relationship Type="http://schemas.openxmlformats.org/officeDocument/2006/relationships/image" Target="/ppt/media/image27.png" Id="R6210171ca894477e" /><Relationship Type="http://schemas.openxmlformats.org/officeDocument/2006/relationships/image" Target="/ppt/media/image28.png" Id="R2d71990bbc2d4014" /><Relationship Type="http://schemas.openxmlformats.org/officeDocument/2006/relationships/notesSlide" Target="/ppt/notesSlides/notesSlide8.xml" Id="R0ba8b31d9b4148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f6678f7b04b02" /><Relationship Type="http://schemas.openxmlformats.org/officeDocument/2006/relationships/image" Target="/ppt/media/image29.png" Id="Rc7dc59286b8d4f38" /><Relationship Type="http://schemas.openxmlformats.org/officeDocument/2006/relationships/image" Target="/ppt/media/image30.png" Id="Re8e9b8b9055148b4" /><Relationship Type="http://schemas.openxmlformats.org/officeDocument/2006/relationships/image" Target="/ppt/media/image31.png" Id="R0b7d83a94bcc4f0d" /><Relationship Type="http://schemas.openxmlformats.org/officeDocument/2006/relationships/image" Target="/ppt/media/image32.png" Id="Rf8eba862513a432c" /><Relationship Type="http://schemas.openxmlformats.org/officeDocument/2006/relationships/notesSlide" Target="/ppt/notesSlides/notesSlide9.xml" Id="R573ccb77f9e245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d7a528a3d4bb1" /><Relationship Type="http://schemas.openxmlformats.org/officeDocument/2006/relationships/image" Target="/ppt/media/image33.png" Id="R88bc63d2c2684880" /><Relationship Type="http://schemas.openxmlformats.org/officeDocument/2006/relationships/image" Target="/ppt/media/image34.png" Id="R8d2aa4022de94579" /><Relationship Type="http://schemas.openxmlformats.org/officeDocument/2006/relationships/image" Target="/ppt/media/image35.png" Id="R9de0c200a4844acf" /><Relationship Type="http://schemas.openxmlformats.org/officeDocument/2006/relationships/notesSlide" Target="/ppt/notesSlides/notesSlide10.xml" Id="Re04f7cc0dd6a48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7642a140644ca" /><Relationship Type="http://schemas.openxmlformats.org/officeDocument/2006/relationships/image" Target="/ppt/media/image36.png" Id="Ra479e079ca484727" /><Relationship Type="http://schemas.openxmlformats.org/officeDocument/2006/relationships/image" Target="/ppt/media/image37.png" Id="R16956022ab3e4e58" /><Relationship Type="http://schemas.openxmlformats.org/officeDocument/2006/relationships/image" Target="/ppt/media/image38.png" Id="R8b43cd8ab6c94eb5" /><Relationship Type="http://schemas.openxmlformats.org/officeDocument/2006/relationships/image" Target="/ppt/media/image39.png" Id="R13b38b0ad2184d58" /><Relationship Type="http://schemas.openxmlformats.org/officeDocument/2006/relationships/notesSlide" Target="/ppt/notesSlides/notesSlide11.xml" Id="R6b956a3afae74e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717975cdb43bc" /><Relationship Type="http://schemas.openxmlformats.org/officeDocument/2006/relationships/image" Target="/ppt/media/image40.png" Id="R49b14a747dc6418f" /><Relationship Type="http://schemas.openxmlformats.org/officeDocument/2006/relationships/image" Target="/ppt/media/image41.png" Id="Rb9ad2414f7bb4c75" /><Relationship Type="http://schemas.openxmlformats.org/officeDocument/2006/relationships/image" Target="/ppt/media/image42.png" Id="Ref9db18b3c5b4df5" /><Relationship Type="http://schemas.openxmlformats.org/officeDocument/2006/relationships/notesSlide" Target="/ppt/notesSlides/notesSlide12.xml" Id="Rd1f7482475254d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09aaee22b48a8" /><Relationship Type="http://schemas.openxmlformats.org/officeDocument/2006/relationships/image" Target="/ppt/media/image43.png" Id="Rc31052ee86474732" /><Relationship Type="http://schemas.openxmlformats.org/officeDocument/2006/relationships/image" Target="/ppt/media/image44.png" Id="Ra8b53f82bcab4617" /><Relationship Type="http://schemas.openxmlformats.org/officeDocument/2006/relationships/notesSlide" Target="/ppt/notesSlides/notesSlide13.xml" Id="R33b186a6a0474f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c72d1752a4a2b" /><Relationship Type="http://schemas.openxmlformats.org/officeDocument/2006/relationships/image" Target="/ppt/media/image45.png" Id="R1a013856e28f47df" /><Relationship Type="http://schemas.openxmlformats.org/officeDocument/2006/relationships/image" Target="/ppt/media/image46.png" Id="R3ac12a2d67ad4e44" /><Relationship Type="http://schemas.openxmlformats.org/officeDocument/2006/relationships/image" Target="/ppt/media/image47.png" Id="R1f2646c1b1814154" /><Relationship Type="http://schemas.openxmlformats.org/officeDocument/2006/relationships/image" Target="/ppt/media/image48.png" Id="R15dbe60cac534174" /><Relationship Type="http://schemas.openxmlformats.org/officeDocument/2006/relationships/notesSlide" Target="/ppt/notesSlides/notesSlide14.xml" Id="R47cf6c6e569141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00f0d827d485e" /><Relationship Type="http://schemas.openxmlformats.org/officeDocument/2006/relationships/image" Target="/ppt/media/image49.png" Id="Rf8376837585f426e" /><Relationship Type="http://schemas.openxmlformats.org/officeDocument/2006/relationships/image" Target="/ppt/media/image50.png" Id="Rc6c6a99a839b4e13" /><Relationship Type="http://schemas.openxmlformats.org/officeDocument/2006/relationships/image" Target="/ppt/media/image51.png" Id="Re79310d3981348ef" /><Relationship Type="http://schemas.openxmlformats.org/officeDocument/2006/relationships/notesSlide" Target="/ppt/notesSlides/notesSlide15.xml" Id="R4a4d7148758c40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8d015dda644f7" /><Relationship Type="http://schemas.openxmlformats.org/officeDocument/2006/relationships/image" Target="/ppt/media/image52.png" Id="R2e49a19aeb1a408e" /><Relationship Type="http://schemas.openxmlformats.org/officeDocument/2006/relationships/image" Target="/ppt/media/image53.png" Id="R58968a11bde54403" /><Relationship Type="http://schemas.openxmlformats.org/officeDocument/2006/relationships/image" Target="/ppt/media/image54.png" Id="Rc8adc8a5e4fd44d3" /><Relationship Type="http://schemas.openxmlformats.org/officeDocument/2006/relationships/image" Target="/ppt/media/image55.png" Id="Ra1303f57a3f44418" /><Relationship Type="http://schemas.openxmlformats.org/officeDocument/2006/relationships/notesSlide" Target="/ppt/notesSlides/notesSlide16.xml" Id="R7cb16fb9cb0b45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e648fd1ca4c6c" /><Relationship Type="http://schemas.openxmlformats.org/officeDocument/2006/relationships/image" Target="/ppt/media/image56.png" Id="R668fbaac35f346b3" /><Relationship Type="http://schemas.openxmlformats.org/officeDocument/2006/relationships/image" Target="/ppt/media/image57.png" Id="R464ebc389d44413f" /><Relationship Type="http://schemas.openxmlformats.org/officeDocument/2006/relationships/image" Target="/ppt/media/image58.png" Id="R14a92bb8a33445e6" /><Relationship Type="http://schemas.openxmlformats.org/officeDocument/2006/relationships/notesSlide" Target="/ppt/notesSlides/notesSlide17.xml" Id="R2ebebbfad2724d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4859bd67e4769" /><Relationship Type="http://schemas.openxmlformats.org/officeDocument/2006/relationships/image" Target="/ppt/media/image59.png" Id="Reccd5baaa77349ee" /><Relationship Type="http://schemas.openxmlformats.org/officeDocument/2006/relationships/image" Target="/ppt/media/image60.png" Id="R3dc9c923bf2240b1" /><Relationship Type="http://schemas.openxmlformats.org/officeDocument/2006/relationships/image" Target="/ppt/media/image61.png" Id="R4daf2c19538446fa" /><Relationship Type="http://schemas.openxmlformats.org/officeDocument/2006/relationships/image" Target="/ppt/media/image62.png" Id="R6e7e978976b84345" /><Relationship Type="http://schemas.openxmlformats.org/officeDocument/2006/relationships/notesSlide" Target="/ppt/notesSlides/notesSlide18.xml" Id="R070a4ea1f97a46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4989348f04bfd" /><Relationship Type="http://schemas.openxmlformats.org/officeDocument/2006/relationships/image" Target="/ppt/media/image63.png" Id="Ra63004690b93469b" /><Relationship Type="http://schemas.openxmlformats.org/officeDocument/2006/relationships/image" Target="/ppt/media/image64.png" Id="Rf57998e56bf44b20" /><Relationship Type="http://schemas.openxmlformats.org/officeDocument/2006/relationships/image" Target="/ppt/media/image65.png" Id="Re32c03fc2db9415a" /><Relationship Type="http://schemas.openxmlformats.org/officeDocument/2006/relationships/notesSlide" Target="/ppt/notesSlides/notesSlide19.xml" Id="R8d47a82b35d54c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fe4f411f24714" /><Relationship Type="http://schemas.openxmlformats.org/officeDocument/2006/relationships/image" Target="/ppt/media/image66.png" Id="R210dfbdd6b964102" /><Relationship Type="http://schemas.openxmlformats.org/officeDocument/2006/relationships/image" Target="/ppt/media/image67.png" Id="R0ccd5583ecca4479" /><Relationship Type="http://schemas.openxmlformats.org/officeDocument/2006/relationships/image" Target="/ppt/media/image68.png" Id="Rfd6ae3ad52c042f1" /><Relationship Type="http://schemas.openxmlformats.org/officeDocument/2006/relationships/image" Target="/ppt/media/image69.png" Id="Rb9ead155c68e49e5" /><Relationship Type="http://schemas.openxmlformats.org/officeDocument/2006/relationships/notesSlide" Target="/ppt/notesSlides/notesSlide20.xml" Id="R13d9acb747be43e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e1834315349f4" /><Relationship Type="http://schemas.openxmlformats.org/officeDocument/2006/relationships/image" Target="/ppt/media/image70.png" Id="R86d1fb7c4556490a" /><Relationship Type="http://schemas.openxmlformats.org/officeDocument/2006/relationships/image" Target="/ppt/media/image71.png" Id="R27a2bf79d46b45c7" /><Relationship Type="http://schemas.openxmlformats.org/officeDocument/2006/relationships/image" Target="/ppt/media/image72.png" Id="R42b4d5e82b6a42b0" /><Relationship Type="http://schemas.openxmlformats.org/officeDocument/2006/relationships/notesSlide" Target="/ppt/notesSlides/notesSlide21.xml" Id="Re82724a5ecbf4a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9b114693f42a5" /><Relationship Type="http://schemas.openxmlformats.org/officeDocument/2006/relationships/image" Target="/ppt/media/image73.png" Id="R9957df1dc8354091" /><Relationship Type="http://schemas.openxmlformats.org/officeDocument/2006/relationships/image" Target="/ppt/media/image74.png" Id="R3088685067d9497c" /><Relationship Type="http://schemas.openxmlformats.org/officeDocument/2006/relationships/image" Target="/ppt/media/image75.png" Id="R21af7efc6dbb422d" /><Relationship Type="http://schemas.openxmlformats.org/officeDocument/2006/relationships/image" Target="/ppt/media/image76.png" Id="R75a9149549bf423f" /><Relationship Type="http://schemas.openxmlformats.org/officeDocument/2006/relationships/notesSlide" Target="/ppt/notesSlides/notesSlide22.xml" Id="R9076ff954b11409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ab11958384a32" /><Relationship Type="http://schemas.openxmlformats.org/officeDocument/2006/relationships/image" Target="/ppt/media/image77.png" Id="R2692972693e840ef" /><Relationship Type="http://schemas.openxmlformats.org/officeDocument/2006/relationships/image" Target="/ppt/media/image78.png" Id="R92de2ad899f94eda" /><Relationship Type="http://schemas.openxmlformats.org/officeDocument/2006/relationships/image" Target="/ppt/media/image79.png" Id="R4bc4e33c4a5d4e43" /><Relationship Type="http://schemas.openxmlformats.org/officeDocument/2006/relationships/notesSlide" Target="/ppt/notesSlides/notesSlide23.xml" Id="R1483a5ac818a4e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d45e0c99a4092" /><Relationship Type="http://schemas.openxmlformats.org/officeDocument/2006/relationships/image" Target="/ppt/media/image80.png" Id="R11c98c3f41d04686" /><Relationship Type="http://schemas.openxmlformats.org/officeDocument/2006/relationships/image" Target="/ppt/media/image81.png" Id="R37936f657c8d4a8a" /><Relationship Type="http://schemas.openxmlformats.org/officeDocument/2006/relationships/image" Target="/ppt/media/image82.png" Id="Rf7079c75ac6e4318" /><Relationship Type="http://schemas.openxmlformats.org/officeDocument/2006/relationships/image" Target="/ppt/media/image83.png" Id="Rfa93ff5758954c6e" /><Relationship Type="http://schemas.openxmlformats.org/officeDocument/2006/relationships/notesSlide" Target="/ppt/notesSlides/notesSlide24.xml" Id="R02572b7588c44b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e24f44734acb" /><Relationship Type="http://schemas.openxmlformats.org/officeDocument/2006/relationships/image" Target="/ppt/media/image84.png" Id="Rd905808da37b454b" /><Relationship Type="http://schemas.openxmlformats.org/officeDocument/2006/relationships/image" Target="/ppt/media/image85.png" Id="R10a7f102e52c411c" /><Relationship Type="http://schemas.openxmlformats.org/officeDocument/2006/relationships/image" Target="/ppt/media/image86.png" Id="Rbff96911ecaf4a37" /><Relationship Type="http://schemas.openxmlformats.org/officeDocument/2006/relationships/notesSlide" Target="/ppt/notesSlides/notesSlide25.xml" Id="R65c8626b0dcd4b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75b183a914ce8" /><Relationship Type="http://schemas.openxmlformats.org/officeDocument/2006/relationships/image" Target="/ppt/media/image87.png" Id="Rd0fa9f11901b4548" /><Relationship Type="http://schemas.openxmlformats.org/officeDocument/2006/relationships/image" Target="/ppt/media/image88.png" Id="R2d19c0abef4a4610" /><Relationship Type="http://schemas.openxmlformats.org/officeDocument/2006/relationships/notesSlide" Target="/ppt/notesSlides/notesSlide26.xml" Id="Rb810647d4abd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A3075-F58E-4004-8FFE-C842FE49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129015   mtanh   NCSCAL = 1,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0EE0B-1FCF-44CC-93F6-DFF225A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10/14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fcae3323d405e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83E5E-CA84-44ED-9E92-925E2F7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CD88B-270A-42E0-BE3C-ED40F24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d58ddff844a1f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e9947ba63434a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20a4fcc57484c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5510A-19F6-4C2A-9E86-32BD8474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5107C-58E0-478C-AF34-AB1353AD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D45D4-5B06-4392-A648-5F3669C6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1299196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022C5-7ED7-4F56-AFA7-3054E558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129015   mtanh   NCSCAL = 1,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E8E68-D27B-4E2C-B435-45089807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10/14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6b5a17c76459d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6dc98caa54321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b63914f4a4aed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D91D2-A45D-4329-BC05-71A064B9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48329-8AD3-41E9-BBE3-6EFDFDA5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6934F-A974-4481-B22D-520C5FD2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94666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84196-F305-44E6-88CB-0BE212C8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6B4E9"/>
                </a:solidFill>
                <a:latin typeface="Arial"/>
                <a:ea typeface="Arial"/>
                <a:cs typeface="Arial"/>
              </a:rPr>
              <a:t>129015   mtanh   NCSCAL = 1,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0CB12-BCEE-4AEC-8FB5-C6AF2C5F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0f5b665324413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5F7B1-7964-41A4-94EC-92EDE462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A92B6-3E72-489B-8DCB-40038330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11aeb6a8c4cc0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b5f7e821f4b1d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31371c71245d8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50EFC-5B58-4419-A557-46C82E8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7C3E1-39A2-4B7F-9A99-81EA17E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3/26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9DB78-5F8E-4379-A63B-FDD9B8B3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1702820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54020-C381-47CB-86DB-65B0900A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6B4E9"/>
                </a:solidFill>
                <a:latin typeface="Arial"/>
                <a:ea typeface="Arial"/>
                <a:cs typeface="Arial"/>
              </a:rPr>
              <a:t>129015   mtanh   NCSCAL = 1,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E4F7A-9FC5-4818-B67E-9BD021CA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38a19a9d6418e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2227be57747a9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60c8bdef84621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10AD8-713B-4460-AC3B-5F6F9EEB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28D6A-E635-42A2-AFE2-E5D264C0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4/26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3CA4D-5D93-428F-88B8-33EDD12F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764325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7B586-D84B-4C24-A8EE-C1A05790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129015   mtanh   NCSCAL = 1,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06720-8496-442F-AF78-1EB593FD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4f39c00a24b71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5B9CB-D37B-40ED-92B1-74C65AF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3F264-E18D-40CB-BB1F-D0D09E5B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e2751b00045b3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66b7ab792476c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6726ad2114450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B7E67-A2F6-49E6-9701-606D41C6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8C6A1-85F4-49D2-BD9F-EF9F3B7F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5/26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EB698-EE2C-47F6-9C5B-5F49FE5E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70832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7F14D-D4D7-4EFD-9347-D50B6665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129015   mtanh   NCSCAL = 1,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4EA5B-1A5B-4E74-91C8-78A5BAB4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62edbfd424947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08ef8bed04645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2f626f82e4d99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5DC41-5F6D-4B67-B60E-547ECD7C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1C871-ED1E-4783-844A-DF52E3C5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6/26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3ACAB-4AC4-4A21-AB3A-EBB6409B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407035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1966B-6E01-41E1-92F6-DEAD6DD9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129015   mtanh   NCSCAL = 4,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A8F3B-7CD1-4C26-BA81-90056EFE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2a3419f7f4d97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61592-0194-439C-8293-09B3898E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12891-3404-4298-82C9-3566E4E2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f173454aa47c3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76515cc3e4492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4cf7c4d9842e1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B4370-B31E-4CA6-B926-018697CF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CC61F-52CF-422F-BE84-37AB98C9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7/26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71F5A-3F5D-4A63-84B6-40E009EB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6328564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CF00A-CBEA-42FF-A5BD-0EBF9DD9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129015   mtanh   NCSCAL = 4,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3C32A-7D37-453F-AEA2-57A90B66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6095ac80d4c72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0171ca894477e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1990bbc2d4014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6AC76-5A2C-4D79-91B6-37635EC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4EAB9-C3A2-4241-89E9-4AE32673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8/26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BEFBC-CB23-42BF-8639-BB041899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927033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FD908-4479-4B59-9B27-C6700877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129015   mtanh   NCSCAL = 4,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563FC-54FB-4D16-913B-8245624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c59286b8d4f38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AE3B6-9F84-44FF-8F55-EF14D119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E17C3-82DF-4674-85F1-7D7A4258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9b8b9055148b4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d83a94bcc4f0d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ba862513a432c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D75CA-8821-4219-9143-47BAA9D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DF74D-D710-44DA-8CD3-2A43EB51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9/26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B1470-E5A9-4840-8461-1AC4D53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113007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E4072-C5FE-4DBB-9B32-0DA95AEC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129015   mtanh   NCSCAL = 4,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338DD-2372-4EB1-B32E-4F0106FE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c63d2c2684880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aa4022de94579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0c200a4844acf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1AD5C-5D4C-4D0C-AB7F-D65F6688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78118-B32D-438B-8F1A-5F697610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10/26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07ABF-1065-4A7E-B966-7930FD72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20330341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F64DD-1B3B-416A-9D06-0AEC7C00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129015   mtanh   NCSCAL = 4,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57DEB-F05E-4FEC-9B43-49CA97CE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9e079ca484727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26E36-A6CC-40F3-B8FC-F78260FE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B8DF6-96C8-4747-A889-0DC2F2A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56022ab3e4e58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3cd8ab6c94eb5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38b0ad2184d58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575E2-40FD-41CC-B793-73788C18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63DBE-E935-47FD-86C0-9C90003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11/26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FF430-01C4-44BE-A4EA-2674C01D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9292276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DE790-307D-436E-9DFF-5D43FB8F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129015   mtanh   NCSCAL = 4,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E39AF-ED53-438B-B048-9A5F5A03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14a747dc6418f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d2414f7bb4c75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db18b3c5b4df5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45B90-4BB8-42BC-A1AB-20DC22AA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A9893-A8D0-44EA-BDF2-EE50BA5D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12/26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E1774-4921-4340-9AFA-D9281B66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900592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1121B-1D36-493E-9EBF-619A0E2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66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129015   mtanh pressure chains across solver 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C21A0-5DC3-4353-B39C-8BA0096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90550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Marker border identifies the solver variant. Marker fill matches that scaling type/factor in every profile, trace and bar.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052ee86474732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A49B6-2F68-4C3E-B5FB-4C937106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○  NCSCAL 1 / warmup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DD149-E6F3-4D00-8A73-5AE3786E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B4E9"/>
                </a:solidFill>
                <a:latin typeface="Arial"/>
                <a:ea typeface="Arial"/>
                <a:cs typeface="Arial"/>
              </a:rPr>
              <a:t>○  NCSCAL 1 / warmup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80837-9B98-48F8-9EBA-2EEA8443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25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○  NCSCAL 1 / warmup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6D9AB-67E2-43F2-BD1F-71B8700F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○  NCSCAL 4 / warmup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A7547-3054-46B0-8AD1-06333B1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○  NCSCAL 4 / warmup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8CA75-72AD-4D6C-A4D1-0E39037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○  NCSCAL 4 / warmup 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53f82bcab4617"/>
          <a:stretch xmlns:a="http://schemas.openxmlformats.org/drawingml/2006/main"/>
        </p:blipFill>
        <p:spPr>
          <a:xfrm xmlns:a="http://schemas.openxmlformats.org/drawingml/2006/main">
            <a:off x="290513" y="1819275"/>
            <a:ext cx="14620875" cy="5848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726E5-05B2-4254-840B-16BBFC8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 ×: solver reports nonconvergence.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B77FF-75BB-4CF0-A9B1-3C210420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13/26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19618-F96E-48FF-AE95-5D841865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Coverage: N1/W0 10/14    N1/W1 14/14    N1/W2 14/14    N4/W0 14/14    N4/W1 14/14    N4/W2 14/14 saved results. Missing outputs remain unclassified.</a:t>
            </a:r>
          </a:p>
        </p:txBody>
      </p:sp>
    </p:spTree>
    <p:extLst>
      <p:ext uri="{BB962C8B-B14F-4D97-AF65-F5344CB8AC3E}">
        <p14:creationId xmlns:p14="http://schemas.microsoft.com/office/powerpoint/2010/main" val="17290801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687F0-3DFC-4246-870F-FAC68708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129015   apply_omX   NCSCAL = 1,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1A377-3F83-4F4D-9355-99227053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12/14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13856e28f47df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A6D6F-726B-4BAE-8403-17C74672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3575D-1EC8-4A9C-BCF2-A83C5D2B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12a2d67ad4e44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646c1b1814154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be60cac534174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A2CFC-A9F6-4523-BCCA-45F08C99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1787B-BE98-406B-BAF1-C9F1AEB7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14/26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64570-B3F2-4423-BCCC-347D7C1B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4068242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CD153-C46F-4CDF-9B85-29C5AB7A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129015   apply_omX   NCSCAL = 1,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FC203-D1BE-474F-8606-CA225D7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12/14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76837585f426e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6a99a839b4e13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310d3981348ef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AA788-7AB2-4E0C-AF7E-41F8B4D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367EF-FF5E-451A-BB75-AC5C3038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15/26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3B049-3C9F-423F-B159-3B98B166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676403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54F30-C3C3-4EAE-808E-516EE2B4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6B4E9"/>
                </a:solidFill>
                <a:latin typeface="Arial"/>
                <a:ea typeface="Arial"/>
                <a:cs typeface="Arial"/>
              </a:rPr>
              <a:t>129015   apply_omX   NCSCAL = 1,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64A2-983E-4AB9-8001-0F863C26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9a19aeb1a408e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6D93D-1C64-4AEF-A786-B365AE67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FB163-6FB7-4582-A4A6-50C5AB4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68a11bde54403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dc8a5e4fd44d3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03f57a3f44418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6F15D-C311-4AFB-95F1-85A93D8F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8F629-F2FC-4534-9380-C6E2C296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16/26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DD75F-E56B-4C8C-9C45-020D07B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20058927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D30A2-D261-4497-AA0D-CF5ED680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6B4E9"/>
                </a:solidFill>
                <a:latin typeface="Arial"/>
                <a:ea typeface="Arial"/>
                <a:cs typeface="Arial"/>
              </a:rPr>
              <a:t>129015   apply_omX   NCSCAL = 1,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DE490-B6E0-47C4-A2D3-319160F8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fbaac35f346b3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ebc389d44413f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92bb8a33445e6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E767C-BAD6-42A1-A67C-BA720138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E6DE2-7B25-480C-9E83-C46736E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17/26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AE95C-23F1-46CF-B66B-41907BE4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1273368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8DE0B-EB2F-4723-BEEF-DA4838D7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129015   apply_omX   NCSCAL = 1,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8DF13-A802-4D82-8391-5A226FAD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d5baaa77349ee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C5566-E72F-4506-882C-D03777EC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D2BCD-A511-4A59-B593-88FA9DF4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9c923bf2240b1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f2c19538446fa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e978976b84345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B8294-0CC2-49E2-83DF-AF825C4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D83AC-5FBF-4B06-852D-4C7EBD75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18/26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B5CF5-9386-46E6-AB23-23D6E15C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15080765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A9199-26AE-4380-8379-9435C06B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129015   apply_omX   NCSCAL = 1,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29BD6-D74E-4504-9C16-0B28EB64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004690b93469b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998e56bf44b20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c03fc2db9415a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33724-331F-4CC4-A408-F41723EA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F2FB6-F432-4518-9B38-33A1876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19/26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9566D-9577-40E1-8DC4-6543348A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0838186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43627-8EBA-4363-B9A2-910F9DA0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129015   apply_omX   NCSCAL = 4,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5BAAC-F885-495C-BE11-7A73072A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dfbdd6b964102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9F218-96E0-4E46-B571-31532389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09A6B-770E-4A83-AA84-504470B6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d5583ecca4479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ae3ad52c042f1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ad155c68e49e5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92D6C-612D-4586-AEC5-EA0968E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67264-A517-4082-85E3-3676950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20/26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19527-10BC-4BEA-8C4E-E9F859B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9923477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26C88-A0E1-4C2B-AC38-906E352E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129015   apply_omX   NCSCAL = 4,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93910-269A-49EA-9025-160D3E6F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1fb7c4556490a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2bf79d46b45c7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4d5e82b6a42b0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40C47-6253-4E9B-AB1E-7002057E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1A8DB-6BBE-4774-AD2A-C0352CD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21/26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440C5-DDAE-4782-947F-6F7FAB88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4810227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7CB54-7E60-456B-9227-4D52A1E2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129015   apply_omX   NCSCAL = 4,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A8403-244F-4073-9704-F57116B8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7df1dc8354091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719F7-6F2F-4D53-AF1B-1FE9E83B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BEC29-8377-4A38-9FAA-43EC1202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8685067d9497c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f7efc6dbb422d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9149549bf423f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31A2C-1C79-45D9-BE75-6A78E0E5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A2B22-0456-4BAB-801A-5B1F086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22/26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AB04D-8DA1-4512-A045-E0F4ECCC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8883465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2F198-EB2F-431C-AB05-AA32D6D9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129015   apply_omX   NCSCAL = 4,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CF80A-9944-457A-A80A-09D6F953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2972693e840ef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e2ad899f94eda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4e33c4a5d4e43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4AE1A-F4C2-4D93-BE8E-2A2058DA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23340-7CC6-412D-A998-ED52E593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23/26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A03D2-A476-4EE4-A2B4-88078AD3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4252899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2EE8C-E48B-4730-A5A7-806D592A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129015   apply_omX   NCSCAL = 4,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0AA21-7A8A-42DA-9698-E421F13A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98c3f41d04686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DBEA1-D76B-46E3-9596-5D415B35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C90BA-F9E6-4D18-A0A4-8B09CD38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36f657c8d4a8a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79c75ac6e4318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3ff5758954c6e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35EAF-49DC-4690-BA7B-9B570EA1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D5AD3-ED53-401B-A490-A352D44F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24/26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FC46B-49F3-4461-8EB2-B3833928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8757514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E8CF7-AAA7-4EB3-AF49-B249C41A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129015   apply_omX   NCSCAL = 4,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2D857-1EBE-4DD3-B05E-0D501026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5808da37b454b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7f102e52c411c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96911ecaf4a37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0291A-F0CC-4D91-A964-96891BC4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FB781-E7AC-49CD-8E8A-1E8D7766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25/26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2F27F-67C9-4398-8E86-835214AC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6700391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C7000-6E6E-4F10-BDD0-6513EC7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66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129015   apply_omX pressure chains across solver 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46E1E-54C1-40F1-B74A-E034FB0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90550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Marker border identifies the solver variant. Marker fill matches that scaling type/factor in every profile, trace and bar.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a9f11901b4548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7604E-C789-4ABD-B28F-9CF3210A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○  NCSCAL 1 / warmup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AB519-A4FA-435C-846C-08CFFB73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B4E9"/>
                </a:solidFill>
                <a:latin typeface="Arial"/>
                <a:ea typeface="Arial"/>
                <a:cs typeface="Arial"/>
              </a:rPr>
              <a:t>○  NCSCAL 1 / warmup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E61AA-A97A-4554-ABB8-1B4E1AAE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25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○  NCSCAL 1 / warmup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28709-3EF2-437C-B41D-B7D60039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○  NCSCAL 4 / warmup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9F0C1-F869-4B48-B5F4-4A8BFBF8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○  NCSCAL 4 / warmup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4DD95-6845-41B2-8762-A170CB6C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1438275"/>
            <a:ext cx="234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○  NCSCAL 4 / warmup 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9c0abef4a4610"/>
          <a:stretch xmlns:a="http://schemas.openxmlformats.org/drawingml/2006/main"/>
        </p:blipFill>
        <p:spPr>
          <a:xfrm xmlns:a="http://schemas.openxmlformats.org/drawingml/2006/main">
            <a:off x="290513" y="1819275"/>
            <a:ext cx="14620875" cy="5848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540A0-5EFB-4032-81DF-DECB49A8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 ×: solver reports nonconvergence.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08C69-6681-4502-B0CE-EC90399D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92BA1-7CCE-4D5D-9870-0DE4972C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Coverage: N1/W0 12/14    N1/W1 4/14    N1/W2 4/14    N4/W0 14/14    N4/W1 14/14    N4/W2 14/14 saved results. Missing outputs remain unclassified.</a:t>
            </a:r>
          </a:p>
        </p:txBody>
      </p:sp>
    </p:spTree>
    <p:extLst>
      <p:ext uri="{BB962C8B-B14F-4D97-AF65-F5344CB8AC3E}">
        <p14:creationId xmlns:p14="http://schemas.microsoft.com/office/powerpoint/2010/main" val="1706645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2026-09-25T18:20:38.9530000Z</dcterms:created>
  <dcterms:modified xsi:type="dcterms:W3CDTF">2026-09-25T18:20:38.9530000Z</dcterms:modified>
</coreProperties>
</file>